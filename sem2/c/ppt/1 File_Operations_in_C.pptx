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 Operations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Opening, Closing, Reading, and Writing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handling allows data storage permanently.</a:t>
            </a:r>
          </a:p>
          <a:p>
            <a:r>
              <a:t>C provides built-in functions for file operations.</a:t>
            </a:r>
          </a:p>
          <a:p>
            <a:r>
              <a:t>Files are handled using FILE pointers.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Files?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large amounts of data permanently.</a:t>
            </a:r>
          </a:p>
          <a:p>
            <a:r>
              <a:t>Retrieve saved data anytime.</a:t>
            </a:r>
          </a:p>
          <a:p>
            <a:r>
              <a:t>Useful for logs, reports, databases, and configuration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fopen() function to open a file.</a:t>
            </a:r>
          </a:p>
          <a:p>
            <a:r>
              <a:t>Syntax: FILE *fp = fopen("file.txt", "mode");</a:t>
            </a:r>
          </a:p>
          <a:p>
            <a:r>
              <a:t>Returns NULL if file cannot be opened.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fclose() to close an opened file.</a:t>
            </a:r>
          </a:p>
          <a:p>
            <a:r>
              <a:t>Syntax: fclose(fp);</a:t>
            </a:r>
          </a:p>
          <a:p>
            <a:r>
              <a:t>Prevents data loss and frees resources.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 used: fscanf(), fgets(), fgetc(), fread()</a:t>
            </a:r>
          </a:p>
          <a:p>
            <a:r>
              <a:t>Example: fgets(str, 100, fp);</a:t>
            </a:r>
          </a:p>
          <a:p>
            <a:r>
              <a:t>Reads data from a file into 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to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 used: fprintf(), fputs(), fputc(), fwrite()</a:t>
            </a:r>
          </a:p>
          <a:p>
            <a:r>
              <a:t>Example: fprintf(fp, "Hello World");</a:t>
            </a:r>
          </a:p>
          <a:p>
            <a:r>
              <a:t>Writes data into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Modes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modes define file access behavior.</a:t>
            </a:r>
          </a:p>
          <a:p>
            <a:r>
              <a:t>Common modes: r, w, a, r+, w+, a+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Mode: r (Read)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Opens file for reading only.</a:t>
            </a:r>
          </a:p>
          <a:p>
            <a:r>
              <a:t>File must already exist.</a:t>
            </a:r>
          </a:p>
          <a:p>
            <a:r>
              <a:t>Pointer starts at beginning.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Mode: w (Write)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Opens file for writing.</a:t>
            </a:r>
          </a:p>
          <a:p>
            <a:r>
              <a:t>Creates new file if not existing.</a:t>
            </a:r>
          </a:p>
          <a:p>
            <a:r>
              <a:t>Deletes old content if file exists.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Mode: a (Append)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Opens file for appending data.</a:t>
            </a:r>
          </a:p>
          <a:p>
            <a:r>
              <a:t>Creates file if it does not exist.</a:t>
            </a:r>
          </a:p>
          <a:p>
            <a:r>
              <a:t>Data added at the 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Mode: r+ (Read &amp; Write)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Allows both reading and writing.</a:t>
            </a:r>
          </a:p>
          <a:p>
            <a:r>
              <a:t>File must exist.</a:t>
            </a:r>
          </a:p>
          <a:p>
            <a:r>
              <a:t>Does not erase content.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Mode: w+ (Read &amp; Write)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Allows reading and writing.</a:t>
            </a:r>
          </a:p>
          <a:p>
            <a:r>
              <a:t>Creates file if needed.</a:t>
            </a:r>
          </a:p>
          <a:p>
            <a:r>
              <a:t>Erases previous content.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Mode: a+ (Read &amp; Append)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Allows reading and appending.</a:t>
            </a:r>
          </a:p>
          <a:p>
            <a:r>
              <a:t>Creates file if not present.</a:t>
            </a:r>
          </a:p>
          <a:p>
            <a:r>
              <a:t>Writing always occurs at 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r>
              <a:t>FILE *fp = fopen("data.txt", "w");</a:t>
            </a:r>
          </a:p>
          <a:p>
            <a:r>
              <a:t>fprintf(fp, "C File Handling");</a:t>
            </a:r>
          </a:p>
          <a:p>
            <a:r>
              <a:t>fclose(fp);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Permanent data storage.</a:t>
            </a:r>
          </a:p>
          <a:p>
            <a:r>
              <a:t>Easy data sharing.</a:t>
            </a:r>
          </a:p>
          <a:p>
            <a:r>
              <a:t>Efficient handling of large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handling is essential in C programming.</a:t>
            </a:r>
          </a:p>
          <a:p>
            <a:r>
              <a:t>Different modes provide flexible file access.</a:t>
            </a:r>
          </a:p>
          <a:p>
            <a:r>
              <a:t>Proper opening and closing ensures data safety.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