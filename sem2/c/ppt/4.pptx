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46EFF-0D69-5023-18E6-EA38F745B8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A623A8-23EE-901C-353A-D66341D71A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DF548-AB6C-C278-6805-733B0CA15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68FA5-9381-4A1E-9390-1895C5B85839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E7A03-5B31-8343-BD19-FDEC3A2E0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FF9D7-C963-7F43-414D-A79A406F2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00AF6-0633-438A-81A9-A9CB3B3D7E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06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B090B-D1B0-87DF-B3C9-C2226A851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82C3A-CABB-0158-43BB-CCDA00758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F7878-AAFD-F866-80A1-F160CD249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68FA5-9381-4A1E-9390-1895C5B85839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5EE55-45E2-8170-8B78-A15AE292F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5A929D-AACE-119E-9EC2-A77604D15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00AF6-0633-438A-81A9-A9CB3B3D7E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0449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17864-47FD-9C03-56B0-98ACE5403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3BCDBF-FA93-BC5E-A1AC-8B6A15DC86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3BA11-C26D-E6DE-06A4-F52AD5955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68FA5-9381-4A1E-9390-1895C5B85839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8468C-9248-A415-B1F0-3CB8A5BF5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C5FDF-C2AB-4A0B-0F18-BFCBC9F2E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00AF6-0633-438A-81A9-A9CB3B3D7E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7207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CEC90-E0D2-51C5-52F6-5EC358DBC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AAE62-1DE2-F572-A4C5-3B09536342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37D44E-8555-A8FE-8A75-6AF34E144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7A8D41-1C43-341E-48CC-AD7785EB8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68FA5-9381-4A1E-9390-1895C5B85839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3B42CA-F7F6-91C3-31C2-5133752D7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3BE38F-22EC-677C-09C6-F25A51266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00AF6-0633-438A-81A9-A9CB3B3D7E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9431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D2BDE-A70A-67E4-F247-015FDB36F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ABDFA1-B64C-50F3-CCCE-B4FED622D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AF9C85-CBA6-954B-C0FD-B0018A41F1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41BED8-031A-44B3-A9B2-0E5206F59E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CB3815-83B5-AC6D-588C-763BC83236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AB99DC-D0A3-5328-E120-FBBF497B3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68FA5-9381-4A1E-9390-1895C5B85839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C7F373-6F4A-5BA1-335C-194DDD083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CCCFC0-34FA-4CFF-781F-DFBCF4439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00AF6-0633-438A-81A9-A9CB3B3D7E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8386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0135F-EDD2-2F96-E77A-26BDC011E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94F68E-0931-7F84-46CF-79AEF528A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68FA5-9381-4A1E-9390-1895C5B85839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999E3F-8231-EC35-D2EE-BC4762C32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EF09C1-846D-D5BD-C27A-76F0DDABB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00AF6-0633-438A-81A9-A9CB3B3D7E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0178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108772-7963-B6C4-CC3B-43AA5E5BD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68FA5-9381-4A1E-9390-1895C5B85839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366F55-3B52-F0A3-3210-3F2C15D0E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EA1763-9F95-A0CC-F921-8057A3871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00AF6-0633-438A-81A9-A9CB3B3D7E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4165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47F00-1ED0-A4D0-DDCE-AB02E9D2F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511F8-15D7-53E6-D99F-7C3F19CEF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43E999-4D92-4506-420E-93B72FE1C5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986D4E-436E-A0CE-C678-B50685FC9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68FA5-9381-4A1E-9390-1895C5B85839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AAB658-175E-6D94-0871-CD97DA470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C331DA-A21D-2D5F-1CE6-B7C10763F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00AF6-0633-438A-81A9-A9CB3B3D7E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7174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8DD16-FAAF-6D59-875D-5B17C36E4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A68E7A-5D7F-BEB7-2210-D3F4244C35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C59794-99C4-703A-F99E-31E1E48F66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3CE88F-8F7F-1878-9F67-9A37569A2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68FA5-9381-4A1E-9390-1895C5B85839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55D594-A3E9-CD93-AA10-E8E4F5A7C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46F2F5-7174-B5E2-2D78-DB69144D8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00AF6-0633-438A-81A9-A9CB3B3D7E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0127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782C3-019A-7BB2-E565-39C3BD656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F76A97-16E6-9779-E47F-FB8A0B8703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AC6C3-C4D0-4774-6B41-7E4A0B1A4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68FA5-9381-4A1E-9390-1895C5B85839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D7718-F66E-6EE5-6BB6-38E68B689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ECF03-99F5-D5F2-9F0A-E15D244F8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00AF6-0633-438A-81A9-A9CB3B3D7E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826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474FDF-85F6-F81F-0AE8-153FCB7512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2944C5-6EBD-2393-E01A-EDD5BFD82D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B40BD1-B53A-C2DC-D293-E11C4B1D8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68FA5-9381-4A1E-9390-1895C5B85839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2758E1-60B5-FFC5-CD64-4EC622EDF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203AF-7A3C-0E5E-040F-3253F4175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00AF6-0633-438A-81A9-A9CB3B3D7E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8482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93F3CB-FEA5-5B11-3EA8-02CC897C5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B0EEE-AE39-2F7B-91C7-90601C3C5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190D4-FBCD-415C-108A-35DE9854A1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968FA5-9381-4A1E-9390-1895C5B85839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1FE9A-23DE-F6F9-6BFA-FC797CEA6A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C433E-F90E-FA42-9921-9959ECD69B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200AF6-0633-438A-81A9-A9CB3B3D7E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4574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B6BE6-72AB-D5C7-5BB1-718104E2C8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C Preprocessor Directives &amp; Command Line Arguments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FA69C0-B280-581F-B539-F75368F9B0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3568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4AD02-71AD-A13B-39C7-FB76911F6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 Programming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3A0EA-8B3E-CFBC-97D5-6554F5A08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Preprocessor Directives &amp; Command Line Arguments</a:t>
            </a:r>
          </a:p>
          <a:p>
            <a:endParaRPr lang="en-IN" dirty="0"/>
          </a:p>
          <a:p>
            <a:r>
              <a:rPr lang="en-US" dirty="0"/>
              <a:t>#include,</a:t>
            </a:r>
          </a:p>
          <a:p>
            <a:r>
              <a:rPr lang="en-US" dirty="0"/>
              <a:t> #define, </a:t>
            </a:r>
          </a:p>
          <a:p>
            <a:r>
              <a:rPr lang="en-US" dirty="0"/>
              <a:t>#if, </a:t>
            </a:r>
          </a:p>
          <a:p>
            <a:r>
              <a:rPr lang="en-US" dirty="0"/>
              <a:t>#else, </a:t>
            </a:r>
          </a:p>
          <a:p>
            <a:r>
              <a:rPr lang="en-US" dirty="0"/>
              <a:t>#endif, </a:t>
            </a:r>
          </a:p>
          <a:p>
            <a:r>
              <a:rPr lang="en-US" dirty="0"/>
              <a:t>Macros, </a:t>
            </a:r>
          </a:p>
          <a:p>
            <a:r>
              <a:rPr lang="en-US" dirty="0" err="1"/>
              <a:t>argc</a:t>
            </a:r>
            <a:r>
              <a:rPr lang="en-US" dirty="0"/>
              <a:t> &amp; </a:t>
            </a:r>
            <a:r>
              <a:rPr lang="en-US" dirty="0" err="1"/>
              <a:t>argv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3732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EB483-5764-0417-BA15-AF953AA4A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are Preprocessor Directives?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5A46E8D-FB8C-495A-EAAD-463334A9CA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954856"/>
            <a:ext cx="9767417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Instructions given to the compiler before actual compilation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Start with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#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Processed by preprocessor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 not end with semicolon </a:t>
            </a:r>
          </a:p>
        </p:txBody>
      </p:sp>
    </p:spTree>
    <p:extLst>
      <p:ext uri="{BB962C8B-B14F-4D97-AF65-F5344CB8AC3E}">
        <p14:creationId xmlns:p14="http://schemas.microsoft.com/office/powerpoint/2010/main" val="893225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461E2-B775-5BA7-5AAB-98A6FF62F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#include Directive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77EE0-4638-2056-BED0-C5EA0B9C1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to include header files</a:t>
            </a:r>
          </a:p>
          <a:p>
            <a:endParaRPr lang="en-US" dirty="0"/>
          </a:p>
          <a:p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#include "</a:t>
            </a:r>
            <a:r>
              <a:rPr lang="en-US" dirty="0" err="1"/>
              <a:t>myfile.h</a:t>
            </a:r>
            <a:r>
              <a:rPr lang="en-US" dirty="0"/>
              <a:t>“</a:t>
            </a:r>
          </a:p>
          <a:p>
            <a:endParaRPr lang="en-US" dirty="0"/>
          </a:p>
          <a:p>
            <a:r>
              <a:rPr lang="en-IN" dirty="0"/>
              <a:t>&lt; &gt; → system files</a:t>
            </a:r>
          </a:p>
          <a:p>
            <a:r>
              <a:rPr lang="en-IN" dirty="0"/>
              <a:t>" " → user-defined files</a:t>
            </a:r>
          </a:p>
        </p:txBody>
      </p:sp>
    </p:spTree>
    <p:extLst>
      <p:ext uri="{BB962C8B-B14F-4D97-AF65-F5344CB8AC3E}">
        <p14:creationId xmlns:p14="http://schemas.microsoft.com/office/powerpoint/2010/main" val="1405616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BB542-FE25-911B-03C5-93640CD64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#define Directive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7299F-E7EB-689E-1CFE-9AB83CE31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to define constants or macro</a:t>
            </a:r>
          </a:p>
          <a:p>
            <a:endParaRPr lang="en-US" dirty="0"/>
          </a:p>
          <a:p>
            <a:r>
              <a:rPr lang="it-IT" dirty="0"/>
              <a:t>#define PI 3.14</a:t>
            </a:r>
            <a:br>
              <a:rPr lang="it-IT" dirty="0"/>
            </a:br>
            <a:r>
              <a:rPr lang="it-IT" dirty="0"/>
              <a:t>#define MAX 100</a:t>
            </a:r>
          </a:p>
          <a:p>
            <a:endParaRPr lang="it-IT" dirty="0"/>
          </a:p>
          <a:p>
            <a:r>
              <a:rPr lang="en-IN" dirty="0"/>
              <a:t>No memory allocation</a:t>
            </a:r>
          </a:p>
          <a:p>
            <a:r>
              <a:rPr lang="en-IN" dirty="0"/>
              <a:t>Replaced before compilation</a:t>
            </a:r>
          </a:p>
        </p:txBody>
      </p:sp>
    </p:spTree>
    <p:extLst>
      <p:ext uri="{BB962C8B-B14F-4D97-AF65-F5344CB8AC3E}">
        <p14:creationId xmlns:p14="http://schemas.microsoft.com/office/powerpoint/2010/main" val="349958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40A82-BC4B-06F4-31F1-901E3D25A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Macros in 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D503F-F024-516F-6E56-B66149D1A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Macro = code replacement</a:t>
            </a:r>
          </a:p>
          <a:p>
            <a:endParaRPr lang="en-IN" dirty="0"/>
          </a:p>
          <a:p>
            <a:r>
              <a:rPr lang="it-IT" dirty="0"/>
              <a:t>#define SQUARE(x) (x*x)</a:t>
            </a:r>
          </a:p>
          <a:p>
            <a:endParaRPr lang="it-IT" dirty="0"/>
          </a:p>
          <a:p>
            <a:r>
              <a:rPr lang="en-IN" dirty="0"/>
              <a:t>Improves code readability</a:t>
            </a:r>
          </a:p>
          <a:p>
            <a:r>
              <a:rPr lang="en-IN" dirty="0"/>
              <a:t>Faster execution</a:t>
            </a:r>
          </a:p>
        </p:txBody>
      </p:sp>
    </p:spTree>
    <p:extLst>
      <p:ext uri="{BB962C8B-B14F-4D97-AF65-F5344CB8AC3E}">
        <p14:creationId xmlns:p14="http://schemas.microsoft.com/office/powerpoint/2010/main" val="2154057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5FABC-A901-FD63-BE73-A85F027FE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Conditional Compilation (#if, #else, #endif)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A3FAD-C1D5-27EC-47E1-9CE86A9F5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#if CONDITION</a:t>
            </a:r>
          </a:p>
          <a:p>
            <a:pPr marL="0" indent="0">
              <a:buNone/>
            </a:pPr>
            <a:br>
              <a:rPr lang="en-IN" dirty="0"/>
            </a:br>
            <a:r>
              <a:rPr lang="en-IN" dirty="0"/>
              <a:t>// code</a:t>
            </a:r>
          </a:p>
          <a:p>
            <a:pPr marL="0" indent="0">
              <a:buNone/>
            </a:pPr>
            <a:br>
              <a:rPr lang="en-IN" dirty="0"/>
            </a:br>
            <a:r>
              <a:rPr lang="en-IN" dirty="0"/>
              <a:t>#else</a:t>
            </a:r>
          </a:p>
          <a:p>
            <a:pPr marL="0" indent="0">
              <a:buNone/>
            </a:pPr>
            <a:br>
              <a:rPr lang="en-IN" dirty="0"/>
            </a:br>
            <a:r>
              <a:rPr lang="en-IN" dirty="0"/>
              <a:t>// code</a:t>
            </a:r>
          </a:p>
          <a:p>
            <a:pPr marL="0" indent="0">
              <a:buNone/>
            </a:pPr>
            <a:br>
              <a:rPr lang="en-IN" dirty="0"/>
            </a:br>
            <a:r>
              <a:rPr lang="en-IN" dirty="0"/>
              <a:t>#endif</a:t>
            </a:r>
          </a:p>
        </p:txBody>
      </p:sp>
    </p:spTree>
    <p:extLst>
      <p:ext uri="{BB962C8B-B14F-4D97-AF65-F5344CB8AC3E}">
        <p14:creationId xmlns:p14="http://schemas.microsoft.com/office/powerpoint/2010/main" val="3637323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90A26-FA9E-6EA2-0EC1-835FE608E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51592-B1D9-2612-5F5C-55B6E12BEB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r>
              <a:rPr lang="en-IN" dirty="0"/>
              <a:t>#define DEBUG 1</a:t>
            </a:r>
            <a:br>
              <a:rPr lang="en-IN" dirty="0"/>
            </a:br>
            <a:br>
              <a:rPr lang="en-IN" dirty="0"/>
            </a:br>
            <a:r>
              <a:rPr lang="en-IN" dirty="0"/>
              <a:t>#if DEBUG</a:t>
            </a:r>
            <a:br>
              <a:rPr lang="en-IN" dirty="0"/>
            </a:br>
            <a:r>
              <a:rPr lang="en-IN" dirty="0" err="1"/>
              <a:t>printf</a:t>
            </a:r>
            <a:r>
              <a:rPr lang="en-IN" dirty="0"/>
              <a:t>("Debug mode");</a:t>
            </a:r>
            <a:br>
              <a:rPr lang="en-IN" dirty="0"/>
            </a:br>
            <a:r>
              <a:rPr lang="en-IN" dirty="0"/>
              <a:t>#endif</a:t>
            </a:r>
          </a:p>
        </p:txBody>
      </p:sp>
    </p:spTree>
    <p:extLst>
      <p:ext uri="{BB962C8B-B14F-4D97-AF65-F5344CB8AC3E}">
        <p14:creationId xmlns:p14="http://schemas.microsoft.com/office/powerpoint/2010/main" val="1014822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8B9EE-81D5-5EBA-8119-3116AB9AC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More Conditional Directives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358F3-8922-A0F5-AD1B-D4FD9B6C4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#ifdef → if macro is defined</a:t>
            </a:r>
          </a:p>
          <a:p>
            <a:r>
              <a:rPr lang="en-US" dirty="0"/>
              <a:t>#ifndef → if macro is not defined</a:t>
            </a:r>
          </a:p>
          <a:p>
            <a:endParaRPr lang="en-US" dirty="0"/>
          </a:p>
          <a:p>
            <a:r>
              <a:rPr lang="en-US" dirty="0"/>
              <a:t>#ifdef TEST</a:t>
            </a:r>
            <a:br>
              <a:rPr lang="en-US" dirty="0"/>
            </a:br>
            <a:r>
              <a:rPr lang="en-US" dirty="0" err="1"/>
              <a:t>printf</a:t>
            </a:r>
            <a:r>
              <a:rPr lang="en-US" dirty="0"/>
              <a:t>("Test mode");</a:t>
            </a:r>
            <a:br>
              <a:rPr lang="en-US" dirty="0"/>
            </a:br>
            <a:r>
              <a:rPr lang="en-US" dirty="0"/>
              <a:t>#endif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6098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A09E0-15F8-48BF-D9FF-ADB8FCE58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Command Line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AFFCB-A1D6-C820-B215-C46B2B197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to pass arguments while running program</a:t>
            </a:r>
          </a:p>
          <a:p>
            <a:r>
              <a:rPr lang="en-IN" dirty="0"/>
              <a:t>Syntax:</a:t>
            </a:r>
          </a:p>
          <a:p>
            <a:endParaRPr lang="en-IN" dirty="0"/>
          </a:p>
          <a:p>
            <a:r>
              <a:rPr lang="en-IN" dirty="0"/>
              <a:t>int main(int </a:t>
            </a:r>
            <a:r>
              <a:rPr lang="en-IN" dirty="0" err="1"/>
              <a:t>argc</a:t>
            </a:r>
            <a:r>
              <a:rPr lang="en-IN" dirty="0"/>
              <a:t>, char *</a:t>
            </a:r>
            <a:r>
              <a:rPr lang="en-IN" dirty="0" err="1"/>
              <a:t>argv</a:t>
            </a:r>
            <a:r>
              <a:rPr lang="en-IN" dirty="0"/>
              <a:t>[])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7027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B7EF3-7C75-0072-B6AB-D24A6CD9E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Meaning of </a:t>
            </a:r>
            <a:r>
              <a:rPr lang="en-IN" dirty="0" err="1"/>
              <a:t>argc</a:t>
            </a:r>
            <a:r>
              <a:rPr lang="en-IN" dirty="0"/>
              <a:t> &amp; </a:t>
            </a:r>
            <a:r>
              <a:rPr lang="en-IN" dirty="0" err="1"/>
              <a:t>argv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BC462-886F-DD99-861B-AFEC01C8A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argc</a:t>
            </a:r>
            <a:r>
              <a:rPr lang="en-IN" dirty="0"/>
              <a:t> → Argument count</a:t>
            </a:r>
          </a:p>
          <a:p>
            <a:r>
              <a:rPr lang="en-US" dirty="0" err="1"/>
              <a:t>argv</a:t>
            </a:r>
            <a:r>
              <a:rPr lang="en-US" dirty="0"/>
              <a:t> → Argument vector (array of strings)</a:t>
            </a:r>
          </a:p>
          <a:p>
            <a:endParaRPr lang="en-US" dirty="0"/>
          </a:p>
          <a:p>
            <a:r>
              <a:rPr lang="en-IN" dirty="0"/>
              <a:t>Example:</a:t>
            </a:r>
          </a:p>
          <a:p>
            <a:endParaRPr lang="en-IN" dirty="0"/>
          </a:p>
          <a:p>
            <a:r>
              <a:rPr lang="en-IN" dirty="0"/>
              <a:t>./</a:t>
            </a:r>
            <a:r>
              <a:rPr lang="en-IN" dirty="0" err="1"/>
              <a:t>a.out</a:t>
            </a:r>
            <a:r>
              <a:rPr lang="en-IN" dirty="0"/>
              <a:t> hello 10</a:t>
            </a:r>
          </a:p>
        </p:txBody>
      </p:sp>
    </p:spTree>
    <p:extLst>
      <p:ext uri="{BB962C8B-B14F-4D97-AF65-F5344CB8AC3E}">
        <p14:creationId xmlns:p14="http://schemas.microsoft.com/office/powerpoint/2010/main" val="32988514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96522-DB99-AFD5-0A7E-97F183C1A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83B56-EF35-18B4-6156-A31E092A4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int main(int </a:t>
            </a:r>
            <a:r>
              <a:rPr lang="en-IN" dirty="0" err="1"/>
              <a:t>argc</a:t>
            </a:r>
            <a:r>
              <a:rPr lang="en-IN" dirty="0"/>
              <a:t>, char *</a:t>
            </a:r>
            <a:r>
              <a:rPr lang="en-IN" dirty="0" err="1"/>
              <a:t>argv</a:t>
            </a:r>
            <a:r>
              <a:rPr lang="en-IN" dirty="0"/>
              <a:t>[]) {</a:t>
            </a:r>
            <a:br>
              <a:rPr lang="en-IN" dirty="0"/>
            </a:br>
            <a:r>
              <a:rPr lang="en-IN" dirty="0" err="1"/>
              <a:t>printf</a:t>
            </a:r>
            <a:r>
              <a:rPr lang="en-IN" dirty="0"/>
              <a:t>("Total arguments: %d\n", </a:t>
            </a:r>
            <a:r>
              <a:rPr lang="en-IN" dirty="0" err="1"/>
              <a:t>argc</a:t>
            </a:r>
            <a:r>
              <a:rPr lang="en-IN" dirty="0"/>
              <a:t>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for(int </a:t>
            </a:r>
            <a:r>
              <a:rPr lang="en-IN" dirty="0" err="1"/>
              <a:t>i</a:t>
            </a:r>
            <a:r>
              <a:rPr lang="en-IN" dirty="0"/>
              <a:t> = 0; </a:t>
            </a:r>
            <a:r>
              <a:rPr lang="en-IN" dirty="0" err="1"/>
              <a:t>i</a:t>
            </a:r>
            <a:r>
              <a:rPr lang="en-IN" dirty="0"/>
              <a:t> &lt; </a:t>
            </a:r>
            <a:r>
              <a:rPr lang="en-IN" dirty="0" err="1"/>
              <a:t>argc</a:t>
            </a:r>
            <a:r>
              <a:rPr lang="en-IN" dirty="0"/>
              <a:t>; </a:t>
            </a:r>
            <a:r>
              <a:rPr lang="en-IN" dirty="0" err="1"/>
              <a:t>i</a:t>
            </a:r>
            <a:r>
              <a:rPr lang="en-IN" dirty="0"/>
              <a:t>++) {</a:t>
            </a:r>
            <a:br>
              <a:rPr lang="en-IN" dirty="0"/>
            </a:br>
            <a:r>
              <a:rPr lang="en-IN" dirty="0" err="1"/>
              <a:t>printf</a:t>
            </a:r>
            <a:r>
              <a:rPr lang="en-IN" dirty="0"/>
              <a:t>("%s\n", </a:t>
            </a:r>
            <a:r>
              <a:rPr lang="en-IN" dirty="0" err="1"/>
              <a:t>argv</a:t>
            </a:r>
            <a:r>
              <a:rPr lang="en-IN" dirty="0"/>
              <a:t>[</a:t>
            </a:r>
            <a:r>
              <a:rPr lang="en-IN" dirty="0" err="1"/>
              <a:t>i</a:t>
            </a:r>
            <a:r>
              <a:rPr lang="en-IN" dirty="0"/>
              <a:t>]);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r>
              <a:rPr lang="en-IN" dirty="0"/>
              <a:t>return 0;</a:t>
            </a:r>
            <a:br>
              <a:rPr lang="en-IN" dirty="0"/>
            </a:b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468043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0BD7F-8226-95A8-161F-DAE1DDC88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2C5ED-EAEE-D46E-5B10-0AED3B006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Makes programs flexible</a:t>
            </a:r>
          </a:p>
          <a:p>
            <a:r>
              <a:rPr lang="en-IN" dirty="0"/>
              <a:t>Reduces hard coding</a:t>
            </a:r>
          </a:p>
          <a:p>
            <a:r>
              <a:rPr lang="en-US" dirty="0"/>
              <a:t>Useful for configuration and debugging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78271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68A02-7A8E-3DB2-2B5B-E21AF37B0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19B30-BEF8-274A-693A-3C5E9E80F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Preprocessor directives control compilation</a:t>
            </a:r>
          </a:p>
          <a:p>
            <a:r>
              <a:rPr lang="en-IN" dirty="0"/>
              <a:t>Macros simplify code</a:t>
            </a:r>
          </a:p>
          <a:p>
            <a:r>
              <a:rPr lang="en-US" dirty="0"/>
              <a:t>Command line arguments make programs dynamic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8939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361</Words>
  <Application>Microsoft Office PowerPoint</Application>
  <PresentationFormat>Widescreen</PresentationFormat>
  <Paragraphs>74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Arial Unicode MS</vt:lpstr>
      <vt:lpstr>Calibri</vt:lpstr>
      <vt:lpstr>Calibri Light</vt:lpstr>
      <vt:lpstr>Office Theme</vt:lpstr>
      <vt:lpstr>C Preprocessor Directives &amp; Command Line Arguments</vt:lpstr>
      <vt:lpstr>C Programming Concepts</vt:lpstr>
      <vt:lpstr>What are Preprocessor Directives?</vt:lpstr>
      <vt:lpstr>#include Directive</vt:lpstr>
      <vt:lpstr>#define Directive</vt:lpstr>
      <vt:lpstr>Macros in C</vt:lpstr>
      <vt:lpstr>Conditional Compilation (#if, #else, #endif)</vt:lpstr>
      <vt:lpstr>Example:</vt:lpstr>
      <vt:lpstr>More Conditional Directives</vt:lpstr>
      <vt:lpstr>Command Line Arguments</vt:lpstr>
      <vt:lpstr>Meaning of argc &amp; argv</vt:lpstr>
      <vt:lpstr>Example Program</vt:lpstr>
      <vt:lpstr>Advantages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Shuaib Khan</dc:creator>
  <cp:lastModifiedBy>Mohammad Shuaib Khan</cp:lastModifiedBy>
  <cp:revision>5</cp:revision>
  <dcterms:created xsi:type="dcterms:W3CDTF">2026-05-07T05:39:18Z</dcterms:created>
  <dcterms:modified xsi:type="dcterms:W3CDTF">2026-05-07T05:48:12Z</dcterms:modified>
</cp:coreProperties>
</file>