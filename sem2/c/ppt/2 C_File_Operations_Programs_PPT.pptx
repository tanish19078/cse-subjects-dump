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Operations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Programs on Opening, Closing, Reading, Writing Files &amp; File 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is used to store data permanently.</a:t>
            </a:r>
          </a:p>
          <a:p>
            <a:r>
              <a:t>C language provides functions for file operations.</a:t>
            </a:r>
          </a:p>
          <a:p>
            <a:r>
              <a:t>Files are handled using FILE pointers.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1: Open and Close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fopen("sample.txt", "w");</a:t>
            </a:r>
          </a:p>
          <a:p>
            <a:r>
              <a:t>   if(fp == NULL) {</a:t>
            </a:r>
          </a:p>
          <a:p>
            <a:r>
              <a:t>      printf("File cannot be opened");</a:t>
            </a:r>
          </a:p>
          <a:p>
            <a:r>
              <a:t>      return 1;</a:t>
            </a:r>
          </a:p>
          <a:p>
            <a:r>
              <a:t>   }</a:t>
            </a:r>
          </a:p>
          <a:p>
            <a:r>
              <a:t>   printf("File opened successfully");</a:t>
            </a:r>
          </a:p>
          <a:p>
            <a:r>
              <a:t>   fclose(fp);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2: Writing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fopen("data.txt", "w");</a:t>
            </a:r>
          </a:p>
          <a:p>
            <a:r>
              <a:t>   fprintf(fp, "Welcome to C Programming");</a:t>
            </a:r>
          </a:p>
          <a:p>
            <a:r>
              <a:t>   fclose(fp);</a:t>
            </a:r>
          </a:p>
          <a:p>
            <a:r>
              <a:t>   printf("Data written successfully");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3: Reading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char str[100];</a:t>
            </a:r>
          </a:p>
          <a:p>
            <a:r>
              <a:t>   FILE *fp = fopen("data.txt", "r");</a:t>
            </a:r>
          </a:p>
          <a:p>
            <a:r>
              <a:t>   fgets(str, 100, fp);</a:t>
            </a:r>
          </a:p>
          <a:p>
            <a:r>
              <a:t>   printf("Data: %s", str);</a:t>
            </a:r>
          </a:p>
          <a:p>
            <a:r>
              <a:t>   fclose(fp);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4: Append Data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fopen("data.txt", "a");</a:t>
            </a:r>
          </a:p>
          <a:p>
            <a:r>
              <a:t>   fprintf(fp, "\nAppended Text");</a:t>
            </a:r>
          </a:p>
          <a:p>
            <a:r>
              <a:t>   fclose(fp);</a:t>
            </a:r>
          </a:p>
          <a:p>
            <a:r>
              <a:t>   printf("Data appended");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Modes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   -&gt; Read only</a:t>
            </a:r>
          </a:p>
          <a:p>
            <a:r>
              <a:t>w   -&gt; Write only</a:t>
            </a:r>
          </a:p>
          <a:p>
            <a:r>
              <a:t>a   -&gt; Append only</a:t>
            </a:r>
          </a:p>
          <a:p>
            <a:r>
              <a:t>r+  -&gt; Read and Write</a:t>
            </a:r>
          </a:p>
          <a:p>
            <a:r>
              <a:t>w+  -&gt; Read and Write (overwrite)</a:t>
            </a:r>
          </a:p>
          <a:p>
            <a:r>
              <a:t>a+  -&gt; Read and Append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5: Using r+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fopen("data.txt", "r+");</a:t>
            </a:r>
          </a:p>
          <a:p>
            <a:r>
              <a:t>   fprintf(fp, "Modified Data");</a:t>
            </a:r>
          </a:p>
          <a:p>
            <a:r>
              <a:t>   fclose(fp);</a:t>
            </a:r>
          </a:p>
          <a:p>
            <a:r>
              <a:t>   printf("Read and Write operation done");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6: Using w+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fopen("data.txt", "w+");</a:t>
            </a:r>
          </a:p>
          <a:p>
            <a:r>
              <a:t>   fprintf(fp, "New Data");</a:t>
            </a:r>
          </a:p>
          <a:p>
            <a:r>
              <a:t>   fclose(fp);</a:t>
            </a:r>
          </a:p>
          <a:p>
            <a:r>
              <a:t>   printf("File overwritten successfully");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7: Using a+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int main() {</a:t>
            </a:r>
          </a:p>
          <a:p>
            <a:r>
              <a:t>   FILE *fp = fopen("data.txt", "a+");</a:t>
            </a:r>
          </a:p>
          <a:p>
            <a:r>
              <a:t>   fprintf(fp, "\nExtra Content");</a:t>
            </a:r>
          </a:p>
          <a:p>
            <a:r>
              <a:t>   fclose(fp);</a:t>
            </a:r>
          </a:p>
          <a:p>
            <a:r>
              <a:t>   printf("Read and Append completed");</a:t>
            </a:r>
          </a:p>
          <a:p>
            <a:r>
              <a:t>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Permanent storage of data</a:t>
            </a:r>
          </a:p>
          <a:p>
            <a:r>
              <a:t>Efficient data management</a:t>
            </a:r>
          </a:p>
          <a:p>
            <a:r>
              <a:t>Useful in real-world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is an important concept in C.</a:t>
            </a:r>
          </a:p>
          <a:p>
            <a:r>
              <a:t>Different modes provide flexible file access.</a:t>
            </a:r>
          </a:p>
          <a:p>
            <a:r>
              <a:t>Programs demonstrate reading, writing, and appending.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