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iy7FneOWhhstWlI1qtufAKsCiLL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1372" y="5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48" name="Google Shape;4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57" name="Google Shape;5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66" name="Google Shape;6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75" name="Google Shape;7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4" name="Google Shape;8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3" name="Google Shape;9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2" name="Google Shape;10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1" name="Google Shape;11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0" name="Google Shape;12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9" name="Google Shape;12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38" name="Google Shape;13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7" name="Google Shape;14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6" name="Google Shape;156;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5" name="Google Shape;16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4" name="Google Shape;174;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84" name="Google Shape;184;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93" name="Google Shape;193;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02" name="Google Shape;20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11" name="Google Shape;21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0" name="Google Shape;220;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29" name="Google Shape;229;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38" name="Google Shape;238;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47" name="Google Shape;24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56" name="Google Shape;25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65" name="Google Shape;26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74" name="Google Shape;274;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83" name="Google Shape;28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292" name="Google Shape;29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01" name="Google Shape;301;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3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0" name="Google Shape;310;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19" name="Google Shape;319;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3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28" name="Google Shape;328;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37" name="Google Shape;337;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3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46" name="Google Shape;346;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55" name="Google Shape;355;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64" name="Google Shape;364;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73" name="Google Shape;373;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82" name="Google Shape;382;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391" name="Google Shape;391;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4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0" name="Google Shape;400;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09" name="Google Shape;409;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18" name="Google Shape;418;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27" name="Google Shape;427;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6" name="Google Shape;436;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4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70C0"/>
              </a:buClr>
              <a:buSzPts val="1400"/>
              <a:buFont typeface="Times New Roman"/>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r>
              <a:rPr lang="en-US" smtClean="0"/>
              <a:t>FEE</a:t>
            </a:r>
            <a:endParaRPr/>
          </a:p>
        </p:txBody>
      </p:sp>
      <p:sp>
        <p:nvSpPr>
          <p:cNvPr id="26" name="Google Shape;26;p4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70C0"/>
              </a:buClr>
              <a:buSzPts val="1400"/>
              <a:buFont typeface="Times New Roman"/>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27" name="Google Shape;27;p4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1pPr>
            <a:lvl2pPr marL="0" marR="0" lvl="1"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2pPr>
            <a:lvl3pPr marL="0" marR="0" lvl="2"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3pPr>
            <a:lvl4pPr marL="0" marR="0" lvl="3"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4pPr>
            <a:lvl5pPr marL="0" marR="0" lvl="4"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5pPr>
            <a:lvl6pPr marL="0" marR="0" lvl="5"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6pPr>
            <a:lvl7pPr marL="0" marR="0" lvl="6"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7pPr>
            <a:lvl8pPr marL="0" marR="0" lvl="7"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8pPr>
            <a:lvl9pPr marL="0" marR="0" lvl="8" indent="0" algn="r">
              <a:spcBef>
                <a:spcPts val="0"/>
              </a:spcBef>
              <a:spcAft>
                <a:spcPts val="0"/>
              </a:spcAft>
              <a:buClr>
                <a:srgbClr val="0070C0"/>
              </a:buClr>
              <a:buSzPts val="1200"/>
              <a:buFont typeface="Times New Roman"/>
              <a:buNone/>
              <a:defRPr sz="1200" b="1">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pic>
        <p:nvPicPr>
          <p:cNvPr id="29" name="Google Shape;29;p49" descr="LOGO.gif"/>
          <p:cNvPicPr preferRelativeResize="0"/>
          <p:nvPr/>
        </p:nvPicPr>
        <p:blipFill rotWithShape="1">
          <a:blip r:embed="rId2">
            <a:alphaModFix/>
          </a:blip>
          <a:srcRect b="10713"/>
          <a:stretch/>
        </p:blipFill>
        <p:spPr>
          <a:xfrm>
            <a:off x="6553200" y="228600"/>
            <a:ext cx="2057400" cy="635000"/>
          </a:xfrm>
          <a:prstGeom prst="rect">
            <a:avLst/>
          </a:prstGeom>
          <a:noFill/>
          <a:ln>
            <a:noFill/>
          </a:ln>
        </p:spPr>
      </p:pic>
      <p:grpSp>
        <p:nvGrpSpPr>
          <p:cNvPr id="30" name="Google Shape;30;p49"/>
          <p:cNvGrpSpPr/>
          <p:nvPr/>
        </p:nvGrpSpPr>
        <p:grpSpPr>
          <a:xfrm>
            <a:off x="6146800" y="0"/>
            <a:ext cx="2997200" cy="876300"/>
            <a:chOff x="6096000" y="3924300"/>
            <a:chExt cx="2997200" cy="876300"/>
          </a:xfrm>
        </p:grpSpPr>
        <p:sp>
          <p:nvSpPr>
            <p:cNvPr id="31" name="Google Shape;31;p49"/>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2" name="Google Shape;32;p49" descr="LOGO.gif"/>
            <p:cNvPicPr preferRelativeResize="0"/>
            <p:nvPr/>
          </p:nvPicPr>
          <p:blipFill rotWithShape="1">
            <a:blip r:embed="rId2">
              <a:alphaModFix/>
            </a:blip>
            <a:srcRect b="10713"/>
            <a:stretch/>
          </p:blipFill>
          <p:spPr>
            <a:xfrm>
              <a:off x="6502400" y="4152900"/>
              <a:ext cx="2057400" cy="635000"/>
            </a:xfrm>
            <a:prstGeom prst="rect">
              <a:avLst/>
            </a:prstGeom>
            <a:noFill/>
            <a:ln>
              <a:noFill/>
            </a:ln>
          </p:spPr>
        </p:pic>
        <p:sp>
          <p:nvSpPr>
            <p:cNvPr id="33" name="Google Shape;33;p49"/>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34" name="Google Shape;34;p49" descr="logo.jpg"/>
          <p:cNvPicPr preferRelativeResize="0"/>
          <p:nvPr/>
        </p:nvPicPr>
        <p:blipFill rotWithShape="1">
          <a:blip r:embed="rId3">
            <a:alphaModFix/>
          </a:blip>
          <a:srcRect/>
          <a:stretch/>
        </p:blipFill>
        <p:spPr>
          <a:xfrm>
            <a:off x="6553200" y="228600"/>
            <a:ext cx="1920875" cy="609600"/>
          </a:xfrm>
          <a:prstGeom prst="rect">
            <a:avLst/>
          </a:prstGeom>
          <a:noFill/>
          <a:ln>
            <a:noFill/>
          </a:ln>
        </p:spPr>
      </p:pic>
      <p:sp>
        <p:nvSpPr>
          <p:cNvPr id="35" name="Google Shape;35;p4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 name="Google Shape;36;p4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lvl="0"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marL="914400" lvl="1"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marL="1371600" lvl="2"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marL="1828800" lvl="3"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marL="2286000" lvl="4" indent="-368300" algn="l">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 name="Google Shape;37;p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FEE</a:t>
            </a:r>
            <a:endParaRPr/>
          </a:p>
        </p:txBody>
      </p:sp>
      <p:sp>
        <p:nvSpPr>
          <p:cNvPr id="38" name="Google Shape;38;p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rgbClr val="0070C0"/>
                </a:solidFill>
                <a:latin typeface="Times New Roman"/>
                <a:ea typeface="Times New Roman"/>
                <a:cs typeface="Times New Roman"/>
                <a:sym typeface="Times New Roman"/>
              </a:defRPr>
            </a:lvl1pPr>
            <a:lvl2pPr marL="0" lvl="1" indent="0" algn="r">
              <a:spcBef>
                <a:spcPts val="0"/>
              </a:spcBef>
              <a:spcAft>
                <a:spcPts val="0"/>
              </a:spcAft>
              <a:buNone/>
              <a:defRPr sz="1200" b="1">
                <a:solidFill>
                  <a:srgbClr val="0070C0"/>
                </a:solidFill>
                <a:latin typeface="Times New Roman"/>
                <a:ea typeface="Times New Roman"/>
                <a:cs typeface="Times New Roman"/>
                <a:sym typeface="Times New Roman"/>
              </a:defRPr>
            </a:lvl2pPr>
            <a:lvl3pPr marL="0" lvl="2" indent="0" algn="r">
              <a:spcBef>
                <a:spcPts val="0"/>
              </a:spcBef>
              <a:spcAft>
                <a:spcPts val="0"/>
              </a:spcAft>
              <a:buNone/>
              <a:defRPr sz="1200" b="1">
                <a:solidFill>
                  <a:srgbClr val="0070C0"/>
                </a:solidFill>
                <a:latin typeface="Times New Roman"/>
                <a:ea typeface="Times New Roman"/>
                <a:cs typeface="Times New Roman"/>
                <a:sym typeface="Times New Roman"/>
              </a:defRPr>
            </a:lvl3pPr>
            <a:lvl4pPr marL="0" lvl="3" indent="0" algn="r">
              <a:spcBef>
                <a:spcPts val="0"/>
              </a:spcBef>
              <a:spcAft>
                <a:spcPts val="0"/>
              </a:spcAft>
              <a:buNone/>
              <a:defRPr sz="1200" b="1">
                <a:solidFill>
                  <a:srgbClr val="0070C0"/>
                </a:solidFill>
                <a:latin typeface="Times New Roman"/>
                <a:ea typeface="Times New Roman"/>
                <a:cs typeface="Times New Roman"/>
                <a:sym typeface="Times New Roman"/>
              </a:defRPr>
            </a:lvl4pPr>
            <a:lvl5pPr marL="0" lvl="4" indent="0" algn="r">
              <a:spcBef>
                <a:spcPts val="0"/>
              </a:spcBef>
              <a:spcAft>
                <a:spcPts val="0"/>
              </a:spcAft>
              <a:buNone/>
              <a:defRPr sz="1200" b="1">
                <a:solidFill>
                  <a:srgbClr val="0070C0"/>
                </a:solidFill>
                <a:latin typeface="Times New Roman"/>
                <a:ea typeface="Times New Roman"/>
                <a:cs typeface="Times New Roman"/>
                <a:sym typeface="Times New Roman"/>
              </a:defRPr>
            </a:lvl5pPr>
            <a:lvl6pPr marL="0" lvl="5" indent="0" algn="r">
              <a:spcBef>
                <a:spcPts val="0"/>
              </a:spcBef>
              <a:spcAft>
                <a:spcPts val="0"/>
              </a:spcAft>
              <a:buNone/>
              <a:defRPr sz="1200" b="1">
                <a:solidFill>
                  <a:srgbClr val="0070C0"/>
                </a:solidFill>
                <a:latin typeface="Times New Roman"/>
                <a:ea typeface="Times New Roman"/>
                <a:cs typeface="Times New Roman"/>
                <a:sym typeface="Times New Roman"/>
              </a:defRPr>
            </a:lvl6pPr>
            <a:lvl7pPr marL="0" lvl="6" indent="0" algn="r">
              <a:spcBef>
                <a:spcPts val="0"/>
              </a:spcBef>
              <a:spcAft>
                <a:spcPts val="0"/>
              </a:spcAft>
              <a:buNone/>
              <a:defRPr sz="1200" b="1">
                <a:solidFill>
                  <a:srgbClr val="0070C0"/>
                </a:solidFill>
                <a:latin typeface="Times New Roman"/>
                <a:ea typeface="Times New Roman"/>
                <a:cs typeface="Times New Roman"/>
                <a:sym typeface="Times New Roman"/>
              </a:defRPr>
            </a:lvl7pPr>
            <a:lvl8pPr marL="0" lvl="7" indent="0" algn="r">
              <a:spcBef>
                <a:spcPts val="0"/>
              </a:spcBef>
              <a:spcAft>
                <a:spcPts val="0"/>
              </a:spcAft>
              <a:buNone/>
              <a:defRPr sz="1200" b="1">
                <a:solidFill>
                  <a:srgbClr val="0070C0"/>
                </a:solidFill>
                <a:latin typeface="Times New Roman"/>
                <a:ea typeface="Times New Roman"/>
                <a:cs typeface="Times New Roman"/>
                <a:sym typeface="Times New Roman"/>
              </a:defRPr>
            </a:lvl8pPr>
            <a:lvl9pPr marL="0" lvl="8" indent="0" algn="r">
              <a:spcBef>
                <a:spcPts val="0"/>
              </a:spcBef>
              <a:spcAft>
                <a:spcPts val="0"/>
              </a:spcAft>
              <a:buNone/>
              <a:defRPr sz="1200" b="1">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0"/>
        <p:cNvGrpSpPr/>
        <p:nvPr/>
      </p:nvGrpSpPr>
      <p:grpSpPr>
        <a:xfrm>
          <a:off x="0" y="0"/>
          <a:ext cx="0" cy="0"/>
          <a:chOff x="0" y="0"/>
          <a:chExt cx="0" cy="0"/>
        </a:xfrm>
      </p:grpSpPr>
      <p:sp>
        <p:nvSpPr>
          <p:cNvPr id="41" name="Google Shape;41;p50"/>
          <p:cNvSpPr txBox="1">
            <a:spLocks noGrp="1"/>
          </p:cNvSpPr>
          <p:nvPr>
            <p:ph type="ctrTitle"/>
          </p:nvPr>
        </p:nvSpPr>
        <p:spPr>
          <a:xfrm>
            <a:off x="0" y="1"/>
            <a:ext cx="54864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3200" b="1">
                <a:latin typeface="Times New Roman"/>
                <a:ea typeface="Times New Roman"/>
                <a:cs typeface="Times New Roman"/>
                <a:sym typeface="Times New Roman"/>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50"/>
          <p:cNvSpPr txBox="1">
            <a:spLocks noGrp="1"/>
          </p:cNvSpPr>
          <p:nvPr>
            <p:ph type="subTitle" idx="1"/>
          </p:nvPr>
        </p:nvSpPr>
        <p:spPr>
          <a:xfrm>
            <a:off x="533400" y="1371600"/>
            <a:ext cx="81534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3" name="Google Shape;43;p5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smtClean="0"/>
              <a:t>FEE</a:t>
            </a:r>
            <a:endParaRPr/>
          </a:p>
        </p:txBody>
      </p:sp>
      <p:sp>
        <p:nvSpPr>
          <p:cNvPr id="44" name="Google Shape;44;p5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sz="1200" b="1">
                <a:solidFill>
                  <a:srgbClr val="0070C0"/>
                </a:solidFill>
                <a:latin typeface="Times New Roman"/>
                <a:ea typeface="Times New Roman"/>
                <a:cs typeface="Times New Roman"/>
                <a:sym typeface="Times New Roman"/>
              </a:defRPr>
            </a:lvl1pPr>
            <a:lvl2pPr marL="0" lvl="1" indent="0" algn="r">
              <a:spcBef>
                <a:spcPts val="0"/>
              </a:spcBef>
              <a:spcAft>
                <a:spcPts val="0"/>
              </a:spcAft>
              <a:buNone/>
              <a:defRPr sz="1200" b="1">
                <a:solidFill>
                  <a:srgbClr val="0070C0"/>
                </a:solidFill>
                <a:latin typeface="Times New Roman"/>
                <a:ea typeface="Times New Roman"/>
                <a:cs typeface="Times New Roman"/>
                <a:sym typeface="Times New Roman"/>
              </a:defRPr>
            </a:lvl2pPr>
            <a:lvl3pPr marL="0" lvl="2" indent="0" algn="r">
              <a:spcBef>
                <a:spcPts val="0"/>
              </a:spcBef>
              <a:spcAft>
                <a:spcPts val="0"/>
              </a:spcAft>
              <a:buNone/>
              <a:defRPr sz="1200" b="1">
                <a:solidFill>
                  <a:srgbClr val="0070C0"/>
                </a:solidFill>
                <a:latin typeface="Times New Roman"/>
                <a:ea typeface="Times New Roman"/>
                <a:cs typeface="Times New Roman"/>
                <a:sym typeface="Times New Roman"/>
              </a:defRPr>
            </a:lvl3pPr>
            <a:lvl4pPr marL="0" lvl="3" indent="0" algn="r">
              <a:spcBef>
                <a:spcPts val="0"/>
              </a:spcBef>
              <a:spcAft>
                <a:spcPts val="0"/>
              </a:spcAft>
              <a:buNone/>
              <a:defRPr sz="1200" b="1">
                <a:solidFill>
                  <a:srgbClr val="0070C0"/>
                </a:solidFill>
                <a:latin typeface="Times New Roman"/>
                <a:ea typeface="Times New Roman"/>
                <a:cs typeface="Times New Roman"/>
                <a:sym typeface="Times New Roman"/>
              </a:defRPr>
            </a:lvl4pPr>
            <a:lvl5pPr marL="0" lvl="4" indent="0" algn="r">
              <a:spcBef>
                <a:spcPts val="0"/>
              </a:spcBef>
              <a:spcAft>
                <a:spcPts val="0"/>
              </a:spcAft>
              <a:buNone/>
              <a:defRPr sz="1200" b="1">
                <a:solidFill>
                  <a:srgbClr val="0070C0"/>
                </a:solidFill>
                <a:latin typeface="Times New Roman"/>
                <a:ea typeface="Times New Roman"/>
                <a:cs typeface="Times New Roman"/>
                <a:sym typeface="Times New Roman"/>
              </a:defRPr>
            </a:lvl5pPr>
            <a:lvl6pPr marL="0" lvl="5" indent="0" algn="r">
              <a:spcBef>
                <a:spcPts val="0"/>
              </a:spcBef>
              <a:spcAft>
                <a:spcPts val="0"/>
              </a:spcAft>
              <a:buNone/>
              <a:defRPr sz="1200" b="1">
                <a:solidFill>
                  <a:srgbClr val="0070C0"/>
                </a:solidFill>
                <a:latin typeface="Times New Roman"/>
                <a:ea typeface="Times New Roman"/>
                <a:cs typeface="Times New Roman"/>
                <a:sym typeface="Times New Roman"/>
              </a:defRPr>
            </a:lvl6pPr>
            <a:lvl7pPr marL="0" lvl="6" indent="0" algn="r">
              <a:spcBef>
                <a:spcPts val="0"/>
              </a:spcBef>
              <a:spcAft>
                <a:spcPts val="0"/>
              </a:spcAft>
              <a:buNone/>
              <a:defRPr sz="1200" b="1">
                <a:solidFill>
                  <a:srgbClr val="0070C0"/>
                </a:solidFill>
                <a:latin typeface="Times New Roman"/>
                <a:ea typeface="Times New Roman"/>
                <a:cs typeface="Times New Roman"/>
                <a:sym typeface="Times New Roman"/>
              </a:defRPr>
            </a:lvl7pPr>
            <a:lvl8pPr marL="0" lvl="7" indent="0" algn="r">
              <a:spcBef>
                <a:spcPts val="0"/>
              </a:spcBef>
              <a:spcAft>
                <a:spcPts val="0"/>
              </a:spcAft>
              <a:buNone/>
              <a:defRPr sz="1200" b="1">
                <a:solidFill>
                  <a:srgbClr val="0070C0"/>
                </a:solidFill>
                <a:latin typeface="Times New Roman"/>
                <a:ea typeface="Times New Roman"/>
                <a:cs typeface="Times New Roman"/>
                <a:sym typeface="Times New Roman"/>
              </a:defRPr>
            </a:lvl8pPr>
            <a:lvl9pPr marL="0" lvl="8" indent="0" algn="r">
              <a:spcBef>
                <a:spcPts val="0"/>
              </a:spcBef>
              <a:spcAft>
                <a:spcPts val="0"/>
              </a:spcAft>
              <a:buNone/>
              <a:defRPr sz="1200" b="1">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4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1" i="0" u="none" strike="noStrike" cap="none">
                <a:solidFill>
                  <a:srgbClr val="0070C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r>
              <a:rPr lang="en-US" smtClean="0"/>
              <a:t>FEE</a:t>
            </a:r>
            <a:endParaRPr/>
          </a:p>
        </p:txBody>
      </p:sp>
      <p:sp>
        <p:nvSpPr>
          <p:cNvPr id="13" name="Google Shape;13;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0070C0"/>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1pPr>
            <a:lvl2pPr marL="0" marR="0" lvl="1"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2pPr>
            <a:lvl3pPr marL="0" marR="0" lvl="2"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3pPr>
            <a:lvl4pPr marL="0" marR="0" lvl="3"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4pPr>
            <a:lvl5pPr marL="0" marR="0" lvl="4"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5pPr>
            <a:lvl6pPr marL="0" marR="0" lvl="5"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6pPr>
            <a:lvl7pPr marL="0" marR="0" lvl="6"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7pPr>
            <a:lvl8pPr marL="0" marR="0" lvl="7"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8pPr>
            <a:lvl9pPr marL="0" marR="0" lvl="8" indent="0" algn="r" rtl="0">
              <a:spcBef>
                <a:spcPts val="0"/>
              </a:spcBef>
              <a:spcAft>
                <a:spcPts val="0"/>
              </a:spcAft>
              <a:buNone/>
              <a:defRPr sz="1200" b="1" i="0" u="none" strike="noStrike" cap="none">
                <a:solidFill>
                  <a:srgbClr val="0070C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47"/>
          <p:cNvSpPr/>
          <p:nvPr/>
        </p:nvSpPr>
        <p:spPr>
          <a:xfrm>
            <a:off x="0" y="0"/>
            <a:ext cx="9144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 name="Google Shape;16;p47"/>
          <p:cNvSpPr/>
          <p:nvPr/>
        </p:nvSpPr>
        <p:spPr>
          <a:xfrm rot="10800000" flipH="1">
            <a:off x="0" y="6705600"/>
            <a:ext cx="9144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7" name="Google Shape;17;p47"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pic>
        <p:nvPicPr>
          <p:cNvPr id="18" name="Google Shape;18;p47" descr="LOGO.gif"/>
          <p:cNvPicPr preferRelativeResize="0"/>
          <p:nvPr/>
        </p:nvPicPr>
        <p:blipFill rotWithShape="1">
          <a:blip r:embed="rId5">
            <a:alphaModFix/>
          </a:blip>
          <a:srcRect b="10713"/>
          <a:stretch/>
        </p:blipFill>
        <p:spPr>
          <a:xfrm>
            <a:off x="6553200" y="228600"/>
            <a:ext cx="2057400" cy="635000"/>
          </a:xfrm>
          <a:prstGeom prst="rect">
            <a:avLst/>
          </a:prstGeom>
          <a:noFill/>
          <a:ln>
            <a:noFill/>
          </a:ln>
        </p:spPr>
      </p:pic>
      <p:grpSp>
        <p:nvGrpSpPr>
          <p:cNvPr id="19" name="Google Shape;19;p47"/>
          <p:cNvGrpSpPr/>
          <p:nvPr/>
        </p:nvGrpSpPr>
        <p:grpSpPr>
          <a:xfrm>
            <a:off x="6146800" y="0"/>
            <a:ext cx="2997200" cy="876300"/>
            <a:chOff x="6096000" y="3924300"/>
            <a:chExt cx="2997200" cy="876300"/>
          </a:xfrm>
        </p:grpSpPr>
        <p:sp>
          <p:nvSpPr>
            <p:cNvPr id="20" name="Google Shape;20;p47"/>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1" name="Google Shape;21;p47" descr="LOGO.gif"/>
            <p:cNvPicPr preferRelativeResize="0"/>
            <p:nvPr/>
          </p:nvPicPr>
          <p:blipFill rotWithShape="1">
            <a:blip r:embed="rId5">
              <a:alphaModFix/>
            </a:blip>
            <a:srcRect b="10713"/>
            <a:stretch/>
          </p:blipFill>
          <p:spPr>
            <a:xfrm>
              <a:off x="6502400" y="4152900"/>
              <a:ext cx="2057400" cy="635000"/>
            </a:xfrm>
            <a:prstGeom prst="rect">
              <a:avLst/>
            </a:prstGeom>
            <a:noFill/>
            <a:ln>
              <a:noFill/>
            </a:ln>
          </p:spPr>
        </p:pic>
        <p:sp>
          <p:nvSpPr>
            <p:cNvPr id="22" name="Google Shape;22;p47"/>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pic>
        <p:nvPicPr>
          <p:cNvPr id="23" name="Google Shape;23;p47" descr="logo.jpg"/>
          <p:cNvPicPr preferRelativeResize="0"/>
          <p:nvPr/>
        </p:nvPicPr>
        <p:blipFill rotWithShape="1">
          <a:blip r:embed="rId6">
            <a:alphaModFix/>
          </a:blip>
          <a:srcRect/>
          <a:stretch/>
        </p:blipFill>
        <p:spPr>
          <a:xfrm>
            <a:off x="6553200" y="228600"/>
            <a:ext cx="1920875" cy="6096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
          <p:cNvSpPr txBox="1"/>
          <p:nvPr/>
        </p:nvSpPr>
        <p:spPr>
          <a:xfrm>
            <a:off x="1793034" y="2132856"/>
            <a:ext cx="6059494"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3200"/>
              <a:buFont typeface="Times New Roman"/>
              <a:buNone/>
            </a:pPr>
            <a:r>
              <a:rPr lang="en-US" sz="3200" b="1" dirty="0">
                <a:solidFill>
                  <a:schemeClr val="dk1"/>
                </a:solidFill>
                <a:latin typeface="Times New Roman"/>
                <a:ea typeface="Times New Roman"/>
                <a:cs typeface="Times New Roman"/>
                <a:sym typeface="Times New Roman"/>
              </a:rPr>
              <a:t>FRONTEND </a:t>
            </a:r>
            <a:r>
              <a:rPr lang="en-US" sz="3200" b="1" dirty="0" smtClean="0">
                <a:solidFill>
                  <a:schemeClr val="dk1"/>
                </a:solidFill>
                <a:latin typeface="Times New Roman"/>
                <a:ea typeface="Times New Roman"/>
                <a:cs typeface="Times New Roman"/>
                <a:sym typeface="Times New Roman"/>
              </a:rPr>
              <a:t>ENGINEERING-I</a:t>
            </a:r>
            <a:endParaRPr sz="3200" b="1" dirty="0">
              <a:solidFill>
                <a:schemeClr val="dk1"/>
              </a:solidFill>
              <a:latin typeface="Times New Roman"/>
              <a:ea typeface="Times New Roman"/>
              <a:cs typeface="Times New Roman"/>
              <a:sym typeface="Times New Roman"/>
            </a:endParaRPr>
          </a:p>
        </p:txBody>
      </p:sp>
      <p:sp>
        <p:nvSpPr>
          <p:cNvPr id="51" name="Google Shape;51;p1"/>
          <p:cNvSpPr txBox="1"/>
          <p:nvPr/>
        </p:nvSpPr>
        <p:spPr>
          <a:xfrm>
            <a:off x="1793034" y="4140370"/>
            <a:ext cx="5557932" cy="1046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200"/>
              <a:buFont typeface="Arial"/>
              <a:buNone/>
            </a:pPr>
            <a:endParaRPr sz="2200" b="1" dirty="0">
              <a:solidFill>
                <a:srgbClr val="FF0000"/>
              </a:solidFill>
              <a:latin typeface="Times New Roman"/>
              <a:ea typeface="Times New Roman"/>
              <a:cs typeface="Times New Roman"/>
              <a:sym typeface="Times New Roman"/>
            </a:endParaRPr>
          </a:p>
          <a:p>
            <a:pPr marL="0" marR="0" lvl="0" indent="0" algn="ctr" rtl="0">
              <a:spcBef>
                <a:spcPts val="0"/>
              </a:spcBef>
              <a:spcAft>
                <a:spcPts val="0"/>
              </a:spcAft>
              <a:buClr>
                <a:srgbClr val="FF0000"/>
              </a:buClr>
              <a:buSzPts val="2000"/>
              <a:buFont typeface="Times New Roman"/>
              <a:buNone/>
            </a:pPr>
            <a:r>
              <a:rPr lang="en-US" sz="2000" dirty="0">
                <a:solidFill>
                  <a:srgbClr val="FF0000"/>
                </a:solidFill>
                <a:latin typeface="Times New Roman"/>
                <a:ea typeface="Times New Roman"/>
                <a:cs typeface="Times New Roman"/>
                <a:sym typeface="Times New Roman"/>
              </a:rPr>
              <a:t>Department of Computer Science and Engineering,</a:t>
            </a:r>
            <a:endParaRPr sz="2000" dirty="0">
              <a:solidFill>
                <a:srgbClr val="FF0000"/>
              </a:solidFill>
              <a:latin typeface="Times New Roman"/>
              <a:ea typeface="Times New Roman"/>
              <a:cs typeface="Times New Roman"/>
              <a:sym typeface="Times New Roman"/>
            </a:endParaRPr>
          </a:p>
          <a:p>
            <a:pPr marL="0" marR="0" lvl="0" indent="0" algn="ctr" rtl="0">
              <a:spcBef>
                <a:spcPts val="0"/>
              </a:spcBef>
              <a:spcAft>
                <a:spcPts val="0"/>
              </a:spcAft>
              <a:buClr>
                <a:srgbClr val="FF0000"/>
              </a:buClr>
              <a:buSzPts val="2000"/>
              <a:buFont typeface="Times New Roman"/>
              <a:buNone/>
            </a:pPr>
            <a:r>
              <a:rPr lang="en-US" sz="2000" dirty="0" err="1">
                <a:solidFill>
                  <a:srgbClr val="FF0000"/>
                </a:solidFill>
                <a:latin typeface="Times New Roman"/>
                <a:ea typeface="Times New Roman"/>
                <a:cs typeface="Times New Roman"/>
                <a:sym typeface="Times New Roman"/>
              </a:rPr>
              <a:t>Chitkara</a:t>
            </a:r>
            <a:r>
              <a:rPr lang="en-US" sz="2000" dirty="0">
                <a:solidFill>
                  <a:srgbClr val="FF0000"/>
                </a:solidFill>
                <a:latin typeface="Times New Roman"/>
                <a:ea typeface="Times New Roman"/>
                <a:cs typeface="Times New Roman"/>
                <a:sym typeface="Times New Roman"/>
              </a:rPr>
              <a:t> University, Punjab</a:t>
            </a:r>
            <a:endParaRPr sz="2000" dirty="0">
              <a:solidFill>
                <a:srgbClr val="FF0000"/>
              </a:solidFill>
              <a:latin typeface="Times New Roman"/>
              <a:ea typeface="Times New Roman"/>
              <a:cs typeface="Times New Roman"/>
              <a:sym typeface="Times New Roman"/>
            </a:endParaRP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Introduction to Javascript</a:t>
            </a:r>
            <a:endParaRPr b="1"/>
          </a:p>
        </p:txBody>
      </p:sp>
      <p:sp>
        <p:nvSpPr>
          <p:cNvPr id="60" name="Google Shape;60;p2"/>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1800"/>
              <a:buChar char="•"/>
            </a:pPr>
            <a:r>
              <a:rPr lang="en-US" sz="1800"/>
              <a:t>JavaScript is a </a:t>
            </a:r>
            <a:r>
              <a:rPr lang="en-US" sz="1800" b="1"/>
              <a:t>programming language used for creating dynamic content on websites</a:t>
            </a:r>
            <a:r>
              <a:rPr lang="en-US" sz="1800"/>
              <a:t>. </a:t>
            </a:r>
            <a:endParaRPr sz="1800"/>
          </a:p>
          <a:p>
            <a:pPr marL="342900" lvl="0" indent="-342900" algn="just" rtl="0">
              <a:spcBef>
                <a:spcPts val="360"/>
              </a:spcBef>
              <a:spcAft>
                <a:spcPts val="0"/>
              </a:spcAft>
              <a:buClr>
                <a:schemeClr val="dk1"/>
              </a:buClr>
              <a:buSzPts val="1800"/>
              <a:buChar char="•"/>
            </a:pPr>
            <a:r>
              <a:rPr lang="en-US" sz="1800"/>
              <a:t>It is a </a:t>
            </a:r>
            <a:r>
              <a:rPr lang="en-US" sz="1800" b="1"/>
              <a:t>lightweight</a:t>
            </a:r>
            <a:r>
              <a:rPr lang="en-US" sz="1800"/>
              <a:t>, </a:t>
            </a:r>
            <a:r>
              <a:rPr lang="en-US" sz="1800" b="1"/>
              <a:t>cross-platform</a:t>
            </a:r>
            <a:r>
              <a:rPr lang="en-US" sz="1800"/>
              <a:t> and </a:t>
            </a:r>
            <a:r>
              <a:rPr lang="en-US" sz="1800" b="1"/>
              <a:t>single-threaded</a:t>
            </a:r>
            <a:r>
              <a:rPr lang="en-US" sz="1800"/>
              <a:t> programming language. JavaScript is an </a:t>
            </a:r>
            <a:r>
              <a:rPr lang="en-US" sz="1800" b="1"/>
              <a:t>interpreted </a:t>
            </a:r>
            <a:r>
              <a:rPr lang="en-US" sz="1800"/>
              <a:t>language that executes code line by line providing more flexibility. It is also known as the scripting language for webpages. </a:t>
            </a:r>
            <a:endParaRPr/>
          </a:p>
          <a:p>
            <a:pPr marL="342900" lvl="0" indent="-342900" algn="just" rtl="0">
              <a:spcBef>
                <a:spcPts val="360"/>
              </a:spcBef>
              <a:spcAft>
                <a:spcPts val="0"/>
              </a:spcAft>
              <a:buClr>
                <a:schemeClr val="dk1"/>
              </a:buClr>
              <a:buSzPts val="1800"/>
              <a:buChar char="•"/>
            </a:pPr>
            <a:r>
              <a:rPr lang="en-US" sz="1800"/>
              <a:t> It is a commonly used programming language to</a:t>
            </a:r>
            <a:r>
              <a:rPr lang="en-US" sz="1800" b="1"/>
              <a:t> create dynamic and interactive elements in web applications</a:t>
            </a:r>
            <a:r>
              <a:rPr lang="en-US" sz="1800"/>
              <a:t>. It is easy to learn.</a:t>
            </a:r>
            <a:endParaRPr/>
          </a:p>
          <a:p>
            <a:pPr marL="342900" lvl="0" indent="-342900" algn="just" rtl="0">
              <a:spcBef>
                <a:spcPts val="360"/>
              </a:spcBef>
              <a:spcAft>
                <a:spcPts val="0"/>
              </a:spcAft>
              <a:buClr>
                <a:schemeClr val="dk1"/>
              </a:buClr>
              <a:buSzPts val="1800"/>
              <a:buChar char="•"/>
            </a:pPr>
            <a:r>
              <a:rPr lang="en-US" sz="1800"/>
              <a:t>JavaScript is a</a:t>
            </a:r>
            <a:r>
              <a:rPr lang="en-US" sz="1800" b="1"/>
              <a:t> weakly types language (dynamically typed)</a:t>
            </a:r>
            <a:r>
              <a:rPr lang="en-US" sz="1800"/>
              <a:t>. JavaScript can be used for </a:t>
            </a:r>
            <a:r>
              <a:rPr lang="en-US" sz="1800" b="1"/>
              <a:t>client-side</a:t>
            </a:r>
            <a:r>
              <a:rPr lang="en-US" sz="1800"/>
              <a:t> developments as well as </a:t>
            </a:r>
            <a:r>
              <a:rPr lang="en-US" sz="1800" b="1"/>
              <a:t>server-side </a:t>
            </a:r>
            <a:r>
              <a:rPr lang="en-US" sz="1800"/>
              <a:t>developments. </a:t>
            </a:r>
            <a:endParaRPr/>
          </a:p>
          <a:p>
            <a:pPr marL="342900" lvl="0" indent="-342900" algn="just" rtl="0">
              <a:spcBef>
                <a:spcPts val="360"/>
              </a:spcBef>
              <a:spcAft>
                <a:spcPts val="0"/>
              </a:spcAft>
              <a:buClr>
                <a:schemeClr val="dk1"/>
              </a:buClr>
              <a:buSzPts val="1800"/>
              <a:buChar char="•"/>
            </a:pPr>
            <a:r>
              <a:rPr lang="en-US" sz="1800"/>
              <a:t>JavaScript is both an imperative and declarative type of language.</a:t>
            </a:r>
            <a:endParaRPr/>
          </a:p>
          <a:p>
            <a:pPr marL="342900" lvl="0" indent="-342900" algn="just" rtl="0">
              <a:spcBef>
                <a:spcPts val="360"/>
              </a:spcBef>
              <a:spcAft>
                <a:spcPts val="0"/>
              </a:spcAft>
              <a:buClr>
                <a:schemeClr val="dk1"/>
              </a:buClr>
              <a:buSzPts val="1800"/>
              <a:buChar char="•"/>
            </a:pPr>
            <a:r>
              <a:rPr lang="en-US" sz="1800"/>
              <a:t>JavaScript contains a standard library of objects, like Array, Date and Math and a core set of language elements like operators, </a:t>
            </a:r>
            <a:r>
              <a:rPr lang="en-US" sz="1800" b="1"/>
              <a:t>control structures</a:t>
            </a:r>
            <a:r>
              <a:rPr lang="en-US" sz="1800"/>
              <a:t>, and </a:t>
            </a:r>
            <a:r>
              <a:rPr lang="en-US" sz="1800" b="1"/>
              <a:t>statements</a:t>
            </a:r>
            <a:r>
              <a:rPr lang="en-US" sz="1800"/>
              <a:t>. </a:t>
            </a:r>
            <a:endParaRPr/>
          </a:p>
          <a:p>
            <a:pPr marL="342900" lvl="0" indent="-228600" algn="just" rtl="0">
              <a:spcBef>
                <a:spcPts val="360"/>
              </a:spcBef>
              <a:spcAft>
                <a:spcPts val="0"/>
              </a:spcAft>
              <a:buClr>
                <a:schemeClr val="dk1"/>
              </a:buClr>
              <a:buSzPts val="1800"/>
              <a:buNone/>
            </a:pPr>
            <a:endParaRPr sz="1800"/>
          </a:p>
        </p:txBody>
      </p:sp>
      <p:sp>
        <p:nvSpPr>
          <p:cNvPr id="61" name="Google Shape;61;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63" name="Google Shape;63;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
        <p:nvSpPr>
          <p:cNvPr id="69" name="Google Shape;69;p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1800"/>
              <a:buChar char="•"/>
            </a:pPr>
            <a:r>
              <a:rPr lang="en-US" sz="1800"/>
              <a:t>Client-side: It supplies objects to control a browser and its Document Object Model (DOM). Like if client-side extensions allow an application to place elements on an HTML form and respond to user events such as mouse clicks, form input, and page navigation. Useful libraries for the client side are AngularJS, ReactJS, VueJS, and so many others.</a:t>
            </a:r>
            <a:endParaRPr/>
          </a:p>
          <a:p>
            <a:pPr marL="342900" lvl="0" indent="-228600" algn="just" rtl="0">
              <a:spcBef>
                <a:spcPts val="360"/>
              </a:spcBef>
              <a:spcAft>
                <a:spcPts val="0"/>
              </a:spcAft>
              <a:buClr>
                <a:schemeClr val="dk1"/>
              </a:buClr>
              <a:buSzPts val="1800"/>
              <a:buNone/>
            </a:pPr>
            <a:endParaRPr sz="1800"/>
          </a:p>
          <a:p>
            <a:pPr marL="342900" lvl="0" indent="-342900" algn="just" rtl="0">
              <a:spcBef>
                <a:spcPts val="360"/>
              </a:spcBef>
              <a:spcAft>
                <a:spcPts val="0"/>
              </a:spcAft>
              <a:buClr>
                <a:schemeClr val="dk1"/>
              </a:buClr>
              <a:buSzPts val="1800"/>
              <a:buChar char="•"/>
            </a:pPr>
            <a:r>
              <a:rPr lang="en-US" sz="1800"/>
              <a:t>Server-side: It supplies objects relevant to running JavaScript on a server. For if the server-side extensions allow an application to communicate with a database, and provide continuity of information from one invocation to another of the application, or perform file manipulations on a server. The useful framework which is the most famous these days is node.js.</a:t>
            </a:r>
            <a:endParaRPr sz="1800"/>
          </a:p>
        </p:txBody>
      </p:sp>
      <p:sp>
        <p:nvSpPr>
          <p:cNvPr id="70" name="Google Shape;70;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72" name="Google Shape;72;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a:p>
        </p:txBody>
      </p:sp>
      <p:sp>
        <p:nvSpPr>
          <p:cNvPr id="78" name="Google Shape;78;p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000"/>
              <a:buChar char="•"/>
            </a:pPr>
            <a:r>
              <a:rPr lang="en-US" sz="2000"/>
              <a:t>How to Link JavaScript File in HTML ?</a:t>
            </a:r>
            <a:endParaRPr/>
          </a:p>
          <a:p>
            <a:pPr marL="342900" lvl="0" indent="-342900" algn="l" rtl="0">
              <a:spcBef>
                <a:spcPts val="400"/>
              </a:spcBef>
              <a:spcAft>
                <a:spcPts val="0"/>
              </a:spcAft>
              <a:buClr>
                <a:schemeClr val="dk1"/>
              </a:buClr>
              <a:buSzPts val="2000"/>
              <a:buChar char="•"/>
            </a:pPr>
            <a:r>
              <a:rPr lang="en-US" sz="2000"/>
              <a:t>JavaScript can be added to HTML file in two ways:</a:t>
            </a:r>
            <a:endParaRPr/>
          </a:p>
          <a:p>
            <a:pPr marL="742950" lvl="1" indent="-285750" algn="l" rtl="0">
              <a:spcBef>
                <a:spcPts val="360"/>
              </a:spcBef>
              <a:spcAft>
                <a:spcPts val="0"/>
              </a:spcAft>
              <a:buClr>
                <a:schemeClr val="dk1"/>
              </a:buClr>
              <a:buSzPts val="1800"/>
              <a:buChar char="–"/>
            </a:pPr>
            <a:r>
              <a:rPr lang="en-US" sz="1800"/>
              <a:t>Internal JS: We can add JavaScript directly to our HTML file by writing the code inside the &lt;script&gt; tag. The &lt;script&gt; tag can either be placed inside the &lt;head&gt; or the &lt;body&gt; tag according to the requirement.</a:t>
            </a:r>
            <a:endParaRPr/>
          </a:p>
          <a:p>
            <a:pPr marL="742950" lvl="1" indent="-285750" algn="l" rtl="0">
              <a:spcBef>
                <a:spcPts val="360"/>
              </a:spcBef>
              <a:spcAft>
                <a:spcPts val="0"/>
              </a:spcAft>
              <a:buClr>
                <a:schemeClr val="dk1"/>
              </a:buClr>
              <a:buSzPts val="1800"/>
              <a:buChar char="–"/>
            </a:pPr>
            <a:r>
              <a:rPr lang="en-US" sz="1800"/>
              <a:t>External JS: We can write JavaScript code in another files having an extension.js and then link this file inside the &lt;head&gt; tag of the HTML file in which we want to add this code.</a:t>
            </a:r>
            <a:endParaRPr/>
          </a:p>
          <a:p>
            <a:pPr marL="342900" lvl="0" indent="-342900" algn="l" rtl="0">
              <a:spcBef>
                <a:spcPts val="360"/>
              </a:spcBef>
              <a:spcAft>
                <a:spcPts val="0"/>
              </a:spcAft>
              <a:buClr>
                <a:schemeClr val="dk1"/>
              </a:buClr>
              <a:buSzPts val="1800"/>
              <a:buChar char="•"/>
            </a:pPr>
            <a:r>
              <a:rPr lang="en-US" sz="1800" b="1"/>
              <a:t>Syntax:</a:t>
            </a:r>
            <a:endParaRPr/>
          </a:p>
          <a:p>
            <a:pPr marL="0" lvl="0" indent="0" algn="l" rtl="0">
              <a:spcBef>
                <a:spcPts val="360"/>
              </a:spcBef>
              <a:spcAft>
                <a:spcPts val="0"/>
              </a:spcAft>
              <a:buClr>
                <a:schemeClr val="dk1"/>
              </a:buClr>
              <a:buSzPts val="1800"/>
              <a:buNone/>
            </a:pPr>
            <a:r>
              <a:rPr lang="en-US" sz="1800"/>
              <a:t>&lt;script&gt;</a:t>
            </a:r>
            <a:endParaRPr/>
          </a:p>
          <a:p>
            <a:pPr marL="0" lvl="0" indent="0" algn="l" rtl="0">
              <a:spcBef>
                <a:spcPts val="360"/>
              </a:spcBef>
              <a:spcAft>
                <a:spcPts val="0"/>
              </a:spcAft>
              <a:buClr>
                <a:schemeClr val="dk1"/>
              </a:buClr>
              <a:buSzPts val="1800"/>
              <a:buNone/>
            </a:pPr>
            <a:r>
              <a:rPr lang="en-US" sz="1800"/>
              <a:t>    // JavaScript Code</a:t>
            </a:r>
            <a:endParaRPr/>
          </a:p>
          <a:p>
            <a:pPr marL="0" lvl="0" indent="0" algn="l" rtl="0">
              <a:spcBef>
                <a:spcPts val="360"/>
              </a:spcBef>
              <a:spcAft>
                <a:spcPts val="0"/>
              </a:spcAft>
              <a:buClr>
                <a:schemeClr val="dk1"/>
              </a:buClr>
              <a:buSzPts val="1800"/>
              <a:buNone/>
            </a:pPr>
            <a:r>
              <a:rPr lang="en-US" sz="1800"/>
              <a:t>&lt;/script&gt;</a:t>
            </a:r>
            <a:endParaRPr/>
          </a:p>
        </p:txBody>
      </p:sp>
      <p:sp>
        <p:nvSpPr>
          <p:cNvPr id="79" name="Google Shape;79;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81" name="Google Shape;81;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EXAMPLE</a:t>
            </a:r>
            <a:endParaRPr b="1"/>
          </a:p>
        </p:txBody>
      </p:sp>
      <p:sp>
        <p:nvSpPr>
          <p:cNvPr id="87" name="Google Shape;87;p5"/>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500"/>
              <a:buNone/>
            </a:pPr>
            <a:r>
              <a:rPr lang="en-US" sz="1500"/>
              <a:t>&lt;!DOCTYPE html&gt;</a:t>
            </a:r>
            <a:endParaRPr/>
          </a:p>
          <a:p>
            <a:pPr marL="0" lvl="0" indent="0" algn="l" rtl="0">
              <a:spcBef>
                <a:spcPts val="300"/>
              </a:spcBef>
              <a:spcAft>
                <a:spcPts val="0"/>
              </a:spcAft>
              <a:buClr>
                <a:schemeClr val="dk1"/>
              </a:buClr>
              <a:buSzPts val="1500"/>
              <a:buNone/>
            </a:pPr>
            <a:r>
              <a:rPr lang="en-US" sz="1500"/>
              <a:t>&lt;html lang="en"&gt;</a:t>
            </a:r>
            <a:endParaRPr/>
          </a:p>
          <a:p>
            <a:pPr marL="0" lvl="0" indent="0" algn="l" rtl="0">
              <a:spcBef>
                <a:spcPts val="300"/>
              </a:spcBef>
              <a:spcAft>
                <a:spcPts val="0"/>
              </a:spcAft>
              <a:buClr>
                <a:schemeClr val="dk1"/>
              </a:buClr>
              <a:buSzPts val="1500"/>
              <a:buNone/>
            </a:pPr>
            <a:r>
              <a:rPr lang="en-US" sz="1500"/>
              <a:t> &lt;head&gt;</a:t>
            </a:r>
            <a:endParaRPr/>
          </a:p>
          <a:p>
            <a:pPr marL="0" lvl="0" indent="0" algn="l" rtl="0">
              <a:spcBef>
                <a:spcPts val="300"/>
              </a:spcBef>
              <a:spcAft>
                <a:spcPts val="0"/>
              </a:spcAft>
              <a:buClr>
                <a:schemeClr val="dk1"/>
              </a:buClr>
              <a:buSzPts val="1500"/>
              <a:buNone/>
            </a:pPr>
            <a:r>
              <a:rPr lang="en-US" sz="1500"/>
              <a:t>    &lt;title&gt;</a:t>
            </a:r>
            <a:endParaRPr/>
          </a:p>
          <a:p>
            <a:pPr marL="0" lvl="0" indent="0" algn="l" rtl="0">
              <a:spcBef>
                <a:spcPts val="300"/>
              </a:spcBef>
              <a:spcAft>
                <a:spcPts val="0"/>
              </a:spcAft>
              <a:buClr>
                <a:schemeClr val="dk1"/>
              </a:buClr>
              <a:buSzPts val="1500"/>
              <a:buNone/>
            </a:pPr>
            <a:r>
              <a:rPr lang="en-US" sz="1500"/>
              <a:t>        Basic Example to Describe JavaScript</a:t>
            </a:r>
            <a:endParaRPr/>
          </a:p>
          <a:p>
            <a:pPr marL="0" lvl="0" indent="0" algn="l" rtl="0">
              <a:spcBef>
                <a:spcPts val="300"/>
              </a:spcBef>
              <a:spcAft>
                <a:spcPts val="0"/>
              </a:spcAft>
              <a:buClr>
                <a:schemeClr val="dk1"/>
              </a:buClr>
              <a:buSzPts val="1500"/>
              <a:buNone/>
            </a:pPr>
            <a:r>
              <a:rPr lang="en-US" sz="1500"/>
              <a:t>    &lt;/title&gt;</a:t>
            </a:r>
            <a:endParaRPr/>
          </a:p>
          <a:p>
            <a:pPr marL="0" lvl="0" indent="0" algn="l" rtl="0">
              <a:spcBef>
                <a:spcPts val="300"/>
              </a:spcBef>
              <a:spcAft>
                <a:spcPts val="0"/>
              </a:spcAft>
              <a:buClr>
                <a:schemeClr val="dk1"/>
              </a:buClr>
              <a:buSzPts val="1500"/>
              <a:buNone/>
            </a:pPr>
            <a:r>
              <a:rPr lang="en-US" sz="1500"/>
              <a:t>&lt;/head&gt;</a:t>
            </a:r>
            <a:endParaRPr/>
          </a:p>
          <a:p>
            <a:pPr marL="0" lvl="0" indent="0" algn="l" rtl="0">
              <a:spcBef>
                <a:spcPts val="300"/>
              </a:spcBef>
              <a:spcAft>
                <a:spcPts val="0"/>
              </a:spcAft>
              <a:buClr>
                <a:schemeClr val="dk1"/>
              </a:buClr>
              <a:buSzPts val="1500"/>
              <a:buNone/>
            </a:pPr>
            <a:r>
              <a:rPr lang="en-US" sz="1500"/>
              <a:t> &lt;body&gt;</a:t>
            </a:r>
            <a:endParaRPr/>
          </a:p>
          <a:p>
            <a:pPr marL="0" lvl="0" indent="0" algn="l" rtl="0">
              <a:spcBef>
                <a:spcPts val="300"/>
              </a:spcBef>
              <a:spcAft>
                <a:spcPts val="0"/>
              </a:spcAft>
              <a:buClr>
                <a:schemeClr val="dk1"/>
              </a:buClr>
              <a:buSzPts val="1500"/>
              <a:buNone/>
            </a:pPr>
            <a:r>
              <a:rPr lang="en-US" sz="1500"/>
              <a:t>     &lt;!-- JavaScript code can be embedded inside</a:t>
            </a:r>
            <a:endParaRPr/>
          </a:p>
          <a:p>
            <a:pPr marL="0" lvl="0" indent="0" algn="l" rtl="0">
              <a:spcBef>
                <a:spcPts val="300"/>
              </a:spcBef>
              <a:spcAft>
                <a:spcPts val="0"/>
              </a:spcAft>
              <a:buClr>
                <a:schemeClr val="dk1"/>
              </a:buClr>
              <a:buSzPts val="1500"/>
              <a:buNone/>
            </a:pPr>
            <a:r>
              <a:rPr lang="en-US" sz="1500"/>
              <a:t>        head section or body section --&gt;</a:t>
            </a:r>
            <a:endParaRPr/>
          </a:p>
          <a:p>
            <a:pPr marL="0" lvl="0" indent="0" algn="l" rtl="0">
              <a:spcBef>
                <a:spcPts val="300"/>
              </a:spcBef>
              <a:spcAft>
                <a:spcPts val="0"/>
              </a:spcAft>
              <a:buClr>
                <a:schemeClr val="dk1"/>
              </a:buClr>
              <a:buSzPts val="1500"/>
              <a:buNone/>
            </a:pPr>
            <a:r>
              <a:rPr lang="en-US" sz="1500"/>
              <a:t>    &lt;script&gt;</a:t>
            </a:r>
            <a:endParaRPr/>
          </a:p>
          <a:p>
            <a:pPr marL="0" lvl="0" indent="0" algn="l" rtl="0">
              <a:spcBef>
                <a:spcPts val="300"/>
              </a:spcBef>
              <a:spcAft>
                <a:spcPts val="0"/>
              </a:spcAft>
              <a:buClr>
                <a:schemeClr val="dk1"/>
              </a:buClr>
              <a:buSzPts val="1500"/>
              <a:buNone/>
            </a:pPr>
            <a:r>
              <a:rPr lang="en-US" sz="1500"/>
              <a:t>        console.log("Welcome to GeeksforGeeks");</a:t>
            </a:r>
            <a:endParaRPr/>
          </a:p>
          <a:p>
            <a:pPr marL="0" lvl="0" indent="0" algn="l" rtl="0">
              <a:spcBef>
                <a:spcPts val="300"/>
              </a:spcBef>
              <a:spcAft>
                <a:spcPts val="0"/>
              </a:spcAft>
              <a:buClr>
                <a:schemeClr val="dk1"/>
              </a:buClr>
              <a:buSzPts val="1500"/>
              <a:buNone/>
            </a:pPr>
            <a:r>
              <a:rPr lang="en-US" sz="1500"/>
              <a:t>    &lt;/script&gt;</a:t>
            </a:r>
            <a:endParaRPr/>
          </a:p>
          <a:p>
            <a:pPr marL="0" lvl="0" indent="0" algn="l" rtl="0">
              <a:spcBef>
                <a:spcPts val="300"/>
              </a:spcBef>
              <a:spcAft>
                <a:spcPts val="0"/>
              </a:spcAft>
              <a:buClr>
                <a:schemeClr val="dk1"/>
              </a:buClr>
              <a:buSzPts val="1500"/>
              <a:buNone/>
            </a:pPr>
            <a:r>
              <a:rPr lang="en-US" sz="1500"/>
              <a:t>&lt;/body&gt;</a:t>
            </a:r>
            <a:endParaRPr/>
          </a:p>
          <a:p>
            <a:pPr marL="0" lvl="0" indent="0" algn="l" rtl="0">
              <a:spcBef>
                <a:spcPts val="300"/>
              </a:spcBef>
              <a:spcAft>
                <a:spcPts val="0"/>
              </a:spcAft>
              <a:buClr>
                <a:schemeClr val="dk1"/>
              </a:buClr>
              <a:buSzPts val="1500"/>
              <a:buNone/>
            </a:pPr>
            <a:r>
              <a:rPr lang="en-US" sz="1500"/>
              <a:t> &lt;/html&gt;</a:t>
            </a:r>
            <a:endParaRPr/>
          </a:p>
          <a:p>
            <a:pPr marL="0" lvl="0" indent="0" algn="l" rtl="0">
              <a:spcBef>
                <a:spcPts val="300"/>
              </a:spcBef>
              <a:spcAft>
                <a:spcPts val="0"/>
              </a:spcAft>
              <a:buClr>
                <a:schemeClr val="dk1"/>
              </a:buClr>
              <a:buSzPts val="1500"/>
              <a:buNone/>
            </a:pPr>
            <a:r>
              <a:rPr lang="en-US" sz="1500" b="1"/>
              <a:t>Output: The output will display on the console.</a:t>
            </a:r>
            <a:endParaRPr/>
          </a:p>
          <a:p>
            <a:pPr marL="0" lvl="0" indent="0" algn="l" rtl="0">
              <a:spcBef>
                <a:spcPts val="300"/>
              </a:spcBef>
              <a:spcAft>
                <a:spcPts val="0"/>
              </a:spcAft>
              <a:buClr>
                <a:schemeClr val="dk1"/>
              </a:buClr>
              <a:buSzPts val="1500"/>
              <a:buNone/>
            </a:pPr>
            <a:r>
              <a:rPr lang="en-US" sz="1500"/>
              <a:t>Welcome to GeeksforGeeks</a:t>
            </a:r>
            <a:endParaRPr sz="1500"/>
          </a:p>
        </p:txBody>
      </p:sp>
      <p:sp>
        <p:nvSpPr>
          <p:cNvPr id="88" name="Google Shape;8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90" name="Google Shape;9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Features of JavaScript</a:t>
            </a:r>
            <a:endParaRPr b="1"/>
          </a:p>
        </p:txBody>
      </p:sp>
      <p:sp>
        <p:nvSpPr>
          <p:cNvPr id="96" name="Google Shape;96;p6"/>
          <p:cNvSpPr txBox="1">
            <a:spLocks noGrp="1"/>
          </p:cNvSpPr>
          <p:nvPr>
            <p:ph type="body" idx="1"/>
          </p:nvPr>
        </p:nvSpPr>
        <p:spPr>
          <a:xfrm>
            <a:off x="457200" y="1371600"/>
            <a:ext cx="8229600" cy="47244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1800"/>
              <a:buNone/>
            </a:pPr>
            <a:r>
              <a:rPr lang="en-US" sz="1800"/>
              <a:t>According to a recent survey conducted by Stack Overflow, JavaScript is the most popular language on earth. With advances in browser technology and JavaScript having moved into the server with Node.js and other frameworks, JavaScript is capable of so much more. Here are a few things that we can do with JavaScript: </a:t>
            </a:r>
            <a:endParaRPr sz="1800"/>
          </a:p>
          <a:p>
            <a:pPr marL="0" lvl="0" indent="0" algn="l" rtl="0">
              <a:spcBef>
                <a:spcPts val="360"/>
              </a:spcBef>
              <a:spcAft>
                <a:spcPts val="0"/>
              </a:spcAft>
              <a:buClr>
                <a:schemeClr val="dk1"/>
              </a:buClr>
              <a:buSzPts val="1800"/>
              <a:buNone/>
            </a:pPr>
            <a:endParaRPr sz="1800"/>
          </a:p>
          <a:p>
            <a:pPr marL="342900" lvl="0" indent="-342900" algn="l" rtl="0">
              <a:spcBef>
                <a:spcPts val="360"/>
              </a:spcBef>
              <a:spcAft>
                <a:spcPts val="0"/>
              </a:spcAft>
              <a:buClr>
                <a:schemeClr val="dk1"/>
              </a:buClr>
              <a:buSzPts val="1800"/>
              <a:buChar char="•"/>
            </a:pPr>
            <a:r>
              <a:rPr lang="en-US" sz="1800"/>
              <a:t>JavaScript was created in the first place for DOM manipulation. Earlier websites were mostly static, after JS was created dynamic Web sites were made.</a:t>
            </a:r>
            <a:endParaRPr/>
          </a:p>
          <a:p>
            <a:pPr marL="342900" lvl="0" indent="-342900" algn="l" rtl="0">
              <a:spcBef>
                <a:spcPts val="360"/>
              </a:spcBef>
              <a:spcAft>
                <a:spcPts val="0"/>
              </a:spcAft>
              <a:buClr>
                <a:schemeClr val="dk1"/>
              </a:buClr>
              <a:buSzPts val="1800"/>
              <a:buChar char="•"/>
            </a:pPr>
            <a:r>
              <a:rPr lang="en-US" sz="1800"/>
              <a:t>Functions in JS are objects. They may have properties and methods just like other objects. They can be passed as arguments in other functions.</a:t>
            </a:r>
            <a:endParaRPr/>
          </a:p>
          <a:p>
            <a:pPr marL="342900" lvl="0" indent="-342900" algn="l" rtl="0">
              <a:spcBef>
                <a:spcPts val="360"/>
              </a:spcBef>
              <a:spcAft>
                <a:spcPts val="0"/>
              </a:spcAft>
              <a:buClr>
                <a:schemeClr val="dk1"/>
              </a:buClr>
              <a:buSzPts val="1800"/>
              <a:buChar char="•"/>
            </a:pPr>
            <a:r>
              <a:rPr lang="en-US" sz="1800"/>
              <a:t>Can handle date and time.</a:t>
            </a:r>
            <a:endParaRPr/>
          </a:p>
          <a:p>
            <a:pPr marL="342900" lvl="0" indent="-342900" algn="l" rtl="0">
              <a:spcBef>
                <a:spcPts val="360"/>
              </a:spcBef>
              <a:spcAft>
                <a:spcPts val="0"/>
              </a:spcAft>
              <a:buClr>
                <a:schemeClr val="dk1"/>
              </a:buClr>
              <a:buSzPts val="1800"/>
              <a:buChar char="•"/>
            </a:pPr>
            <a:r>
              <a:rPr lang="en-US" sz="1800"/>
              <a:t>Performs Form Validation although the forms are created using HTML.</a:t>
            </a:r>
            <a:endParaRPr/>
          </a:p>
          <a:p>
            <a:pPr marL="342900" lvl="0" indent="-342900" algn="l" rtl="0">
              <a:spcBef>
                <a:spcPts val="360"/>
              </a:spcBef>
              <a:spcAft>
                <a:spcPts val="0"/>
              </a:spcAft>
              <a:buClr>
                <a:schemeClr val="dk1"/>
              </a:buClr>
              <a:buSzPts val="1800"/>
              <a:buChar char="•"/>
            </a:pPr>
            <a:r>
              <a:rPr lang="en-US" sz="1800"/>
              <a:t>No compiler is needed.</a:t>
            </a:r>
            <a:endParaRPr/>
          </a:p>
        </p:txBody>
      </p:sp>
      <p:sp>
        <p:nvSpPr>
          <p:cNvPr id="97" name="Google Shape;9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99" name="Google Shape;9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Applications of JavaScript</a:t>
            </a:r>
            <a:endParaRPr/>
          </a:p>
        </p:txBody>
      </p:sp>
      <p:sp>
        <p:nvSpPr>
          <p:cNvPr id="105" name="Google Shape;105;p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1800"/>
              <a:buChar char="•"/>
            </a:pPr>
            <a:r>
              <a:rPr lang="en-US" sz="1800" b="1"/>
              <a:t>Web Development: </a:t>
            </a:r>
            <a:r>
              <a:rPr lang="en-US" sz="1800"/>
              <a:t>Adding interactivity and behavior to static sites JavaScript was invented to do this in 1995. By using AngularJS that can be achieved so easily.</a:t>
            </a:r>
            <a:endParaRPr/>
          </a:p>
          <a:p>
            <a:pPr marL="342900" lvl="0" indent="-228600" algn="just" rtl="0">
              <a:spcBef>
                <a:spcPts val="360"/>
              </a:spcBef>
              <a:spcAft>
                <a:spcPts val="0"/>
              </a:spcAft>
              <a:buClr>
                <a:schemeClr val="dk1"/>
              </a:buClr>
              <a:buSzPts val="1800"/>
              <a:buNone/>
            </a:pPr>
            <a:endParaRPr sz="1800"/>
          </a:p>
          <a:p>
            <a:pPr marL="342900" lvl="0" indent="-342900" algn="just" rtl="0">
              <a:spcBef>
                <a:spcPts val="360"/>
              </a:spcBef>
              <a:spcAft>
                <a:spcPts val="0"/>
              </a:spcAft>
              <a:buClr>
                <a:schemeClr val="dk1"/>
              </a:buClr>
              <a:buSzPts val="1800"/>
              <a:buChar char="•"/>
            </a:pPr>
            <a:r>
              <a:rPr lang="en-US" sz="1800" b="1"/>
              <a:t>Web Applications:</a:t>
            </a:r>
            <a:r>
              <a:rPr lang="en-US" sz="1800"/>
              <a:t> With technology, browsers have improved to the extent that a language was required to create robust web  applications. When we explore a map in Google Maps then we only need to click and drag the mouse. All detailed view is just a click away, and this is possible only because of JavaScript. It uses Application Programming Interfaces(APIs) that provide extra power to the code. The Electron and React are helpful in this department.</a:t>
            </a:r>
            <a:endParaRPr/>
          </a:p>
          <a:p>
            <a:pPr marL="342900" lvl="0" indent="-228600" algn="just" rtl="0">
              <a:spcBef>
                <a:spcPts val="360"/>
              </a:spcBef>
              <a:spcAft>
                <a:spcPts val="0"/>
              </a:spcAft>
              <a:buClr>
                <a:schemeClr val="dk1"/>
              </a:buClr>
              <a:buSzPts val="1800"/>
              <a:buNone/>
            </a:pPr>
            <a:endParaRPr sz="1800" b="1"/>
          </a:p>
          <a:p>
            <a:pPr marL="342900" lvl="0" indent="-342900" algn="just" rtl="0">
              <a:spcBef>
                <a:spcPts val="360"/>
              </a:spcBef>
              <a:spcAft>
                <a:spcPts val="0"/>
              </a:spcAft>
              <a:buClr>
                <a:schemeClr val="dk1"/>
              </a:buClr>
              <a:buSzPts val="1800"/>
              <a:buChar char="•"/>
            </a:pPr>
            <a:r>
              <a:rPr lang="en-US" sz="1800" b="1"/>
              <a:t>Server Applications: </a:t>
            </a:r>
            <a:r>
              <a:rPr lang="en-US" sz="1800"/>
              <a:t>With the help of Node.js, JavaScript made its way from client to server and Node.js is the most powerful on the server side.</a:t>
            </a:r>
            <a:endParaRPr/>
          </a:p>
          <a:p>
            <a:pPr marL="342900" lvl="0" indent="-228600" algn="just" rtl="0">
              <a:spcBef>
                <a:spcPts val="360"/>
              </a:spcBef>
              <a:spcAft>
                <a:spcPts val="0"/>
              </a:spcAft>
              <a:buClr>
                <a:schemeClr val="dk1"/>
              </a:buClr>
              <a:buSzPts val="1800"/>
              <a:buNone/>
            </a:pPr>
            <a:endParaRPr sz="1800"/>
          </a:p>
          <a:p>
            <a:pPr marL="342900" lvl="0" indent="-342900" algn="just" rtl="0">
              <a:spcBef>
                <a:spcPts val="360"/>
              </a:spcBef>
              <a:spcAft>
                <a:spcPts val="0"/>
              </a:spcAft>
              <a:buClr>
                <a:schemeClr val="dk1"/>
              </a:buClr>
              <a:buSzPts val="1800"/>
              <a:buChar char="•"/>
            </a:pPr>
            <a:r>
              <a:rPr lang="en-US" sz="1800" b="1"/>
              <a:t>Games: </a:t>
            </a:r>
            <a:r>
              <a:rPr lang="en-US" sz="1800"/>
              <a:t>Not only in websites, but JavaScript also helps in creating games for leisure. The combination of JavaScript and HTML 5 makes JavaScript popular in game development as well. It provides the EaseJS library which provides solutions for working with rich graphics.</a:t>
            </a:r>
            <a:endParaRPr sz="1800"/>
          </a:p>
        </p:txBody>
      </p:sp>
      <p:sp>
        <p:nvSpPr>
          <p:cNvPr id="106" name="Google Shape;10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08" name="Google Shape;10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a:p>
        </p:txBody>
      </p:sp>
      <p:sp>
        <p:nvSpPr>
          <p:cNvPr id="114" name="Google Shape;114;p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1800"/>
              <a:buChar char="•"/>
            </a:pPr>
            <a:r>
              <a:rPr lang="en-US" sz="1800" b="1"/>
              <a:t>Smartwatches:</a:t>
            </a:r>
            <a:r>
              <a:rPr lang="en-US" sz="1800"/>
              <a:t> JavaScript is being used in all possible devices and applications. It provides a library PebbleJS which is used in smartwatch applications. This framework works for applications that require the Internet for their functioning.</a:t>
            </a:r>
            <a:endParaRPr/>
          </a:p>
          <a:p>
            <a:pPr marL="342900" lvl="0" indent="-228600" algn="just" rtl="0">
              <a:spcBef>
                <a:spcPts val="360"/>
              </a:spcBef>
              <a:spcAft>
                <a:spcPts val="0"/>
              </a:spcAft>
              <a:buClr>
                <a:schemeClr val="dk1"/>
              </a:buClr>
              <a:buSzPts val="1800"/>
              <a:buNone/>
            </a:pPr>
            <a:endParaRPr sz="1800" b="1"/>
          </a:p>
          <a:p>
            <a:pPr marL="342900" lvl="0" indent="-342900" algn="just" rtl="0">
              <a:spcBef>
                <a:spcPts val="360"/>
              </a:spcBef>
              <a:spcAft>
                <a:spcPts val="0"/>
              </a:spcAft>
              <a:buClr>
                <a:schemeClr val="dk1"/>
              </a:buClr>
              <a:buSzPts val="1800"/>
              <a:buChar char="•"/>
            </a:pPr>
            <a:r>
              <a:rPr lang="en-US" sz="1800" b="1"/>
              <a:t>Art: </a:t>
            </a:r>
            <a:r>
              <a:rPr lang="en-US" sz="1800"/>
              <a:t>Artists and designers can create whatever they want using JavaScript to draw on HTML 5 canvas, and make the sound more effective also can be used p5.js library.</a:t>
            </a:r>
            <a:endParaRPr/>
          </a:p>
          <a:p>
            <a:pPr marL="342900" lvl="0" indent="-228600" algn="just" rtl="0">
              <a:spcBef>
                <a:spcPts val="360"/>
              </a:spcBef>
              <a:spcAft>
                <a:spcPts val="0"/>
              </a:spcAft>
              <a:buClr>
                <a:schemeClr val="dk1"/>
              </a:buClr>
              <a:buSzPts val="1800"/>
              <a:buNone/>
            </a:pPr>
            <a:endParaRPr sz="1800"/>
          </a:p>
          <a:p>
            <a:pPr marL="342900" lvl="0" indent="-342900" algn="just" rtl="0">
              <a:spcBef>
                <a:spcPts val="360"/>
              </a:spcBef>
              <a:spcAft>
                <a:spcPts val="0"/>
              </a:spcAft>
              <a:buClr>
                <a:schemeClr val="dk1"/>
              </a:buClr>
              <a:buSzPts val="1800"/>
              <a:buChar char="•"/>
            </a:pPr>
            <a:r>
              <a:rPr lang="en-US" sz="1800" b="1"/>
              <a:t>Machine Learning:</a:t>
            </a:r>
            <a:r>
              <a:rPr lang="en-US" sz="1800"/>
              <a:t> This JavaScript ml5.js library can be used in web development by using machine learning.</a:t>
            </a:r>
            <a:endParaRPr/>
          </a:p>
          <a:p>
            <a:pPr marL="342900" lvl="0" indent="-228600" algn="just" rtl="0">
              <a:spcBef>
                <a:spcPts val="360"/>
              </a:spcBef>
              <a:spcAft>
                <a:spcPts val="0"/>
              </a:spcAft>
              <a:buClr>
                <a:schemeClr val="dk1"/>
              </a:buClr>
              <a:buSzPts val="1800"/>
              <a:buNone/>
            </a:pPr>
            <a:endParaRPr sz="1800"/>
          </a:p>
          <a:p>
            <a:pPr marL="342900" lvl="0" indent="-342900" algn="just" rtl="0">
              <a:spcBef>
                <a:spcPts val="360"/>
              </a:spcBef>
              <a:spcAft>
                <a:spcPts val="0"/>
              </a:spcAft>
              <a:buClr>
                <a:schemeClr val="dk1"/>
              </a:buClr>
              <a:buSzPts val="1800"/>
              <a:buChar char="•"/>
            </a:pPr>
            <a:r>
              <a:rPr lang="en-US" sz="1800" b="1"/>
              <a:t>Mobile Applications: </a:t>
            </a:r>
            <a:r>
              <a:rPr lang="en-US" sz="1800"/>
              <a:t>JavaScript can also be used to build an application for non-web contexts. The features and uses of JavaScript make it a powerful tool for creating mobile applications. This is a Framework for building web and mobile apps using JavaScript. Using React Native, we can build mobile applications for different operating systems. We do not require to write code for different systems. Write once use it anywhere!</a:t>
            </a:r>
            <a:endParaRPr/>
          </a:p>
          <a:p>
            <a:pPr marL="342900" lvl="0" indent="-203200" algn="just" rtl="0">
              <a:spcBef>
                <a:spcPts val="440"/>
              </a:spcBef>
              <a:spcAft>
                <a:spcPts val="0"/>
              </a:spcAft>
              <a:buClr>
                <a:schemeClr val="dk1"/>
              </a:buClr>
              <a:buSzPts val="2200"/>
              <a:buNone/>
            </a:pPr>
            <a:endParaRPr b="1"/>
          </a:p>
        </p:txBody>
      </p:sp>
      <p:sp>
        <p:nvSpPr>
          <p:cNvPr id="115" name="Google Shape;11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17" name="Google Shape;11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Limitations of JavaScript</a:t>
            </a:r>
            <a:endParaRPr b="1"/>
          </a:p>
        </p:txBody>
      </p:sp>
      <p:sp>
        <p:nvSpPr>
          <p:cNvPr id="123" name="Google Shape;123;p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Char char="•"/>
            </a:pPr>
            <a:r>
              <a:rPr lang="en-US" sz="2000" b="1"/>
              <a:t>Security risks:</a:t>
            </a:r>
            <a:r>
              <a:rPr lang="en-US" sz="2000"/>
              <a:t> JavaScript can be used to fetch data using AJAX or by manipulating tags that load data such as &lt;img&gt;, &lt;object&gt;, &lt;script&gt;. These attacks are called cross-site script attacks. They inject JS that is not part of the site into the visitor’s browser thus fetching the details. </a:t>
            </a:r>
            <a:endParaRPr sz="2000"/>
          </a:p>
          <a:p>
            <a:pPr marL="342900" lvl="0" indent="-215900" algn="just" rtl="0">
              <a:spcBef>
                <a:spcPts val="400"/>
              </a:spcBef>
              <a:spcAft>
                <a:spcPts val="0"/>
              </a:spcAft>
              <a:buClr>
                <a:schemeClr val="dk1"/>
              </a:buClr>
              <a:buSzPts val="2000"/>
              <a:buNone/>
            </a:pPr>
            <a:endParaRPr sz="2000"/>
          </a:p>
          <a:p>
            <a:pPr marL="342900" lvl="0" indent="-342900" algn="just" rtl="0">
              <a:spcBef>
                <a:spcPts val="400"/>
              </a:spcBef>
              <a:spcAft>
                <a:spcPts val="0"/>
              </a:spcAft>
              <a:buClr>
                <a:schemeClr val="dk1"/>
              </a:buClr>
              <a:buSzPts val="2000"/>
              <a:buChar char="•"/>
            </a:pPr>
            <a:r>
              <a:rPr lang="en-US" sz="2000" b="1"/>
              <a:t>Performance: </a:t>
            </a:r>
            <a:r>
              <a:rPr lang="en-US" sz="2000"/>
              <a:t>JavaScript does not provide the same level of performance as offered by many traditional languages as a complex program written in JavaScript would be comparatively slow. But as JavaScript is used to perform simple tasks in a browser, so performance is not considered a big restriction in its use.</a:t>
            </a:r>
            <a:endParaRPr sz="2000"/>
          </a:p>
        </p:txBody>
      </p:sp>
      <p:sp>
        <p:nvSpPr>
          <p:cNvPr id="124" name="Google Shape;12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26" name="Google Shape;12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
        <p:nvSpPr>
          <p:cNvPr id="132" name="Google Shape;132;p1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200"/>
              <a:buChar char="•"/>
            </a:pPr>
            <a:r>
              <a:rPr lang="en-US" b="1"/>
              <a:t>Complexity: </a:t>
            </a:r>
            <a:r>
              <a:rPr lang="en-US"/>
              <a:t>To master a scripting language, programmers must have a thorough knowledge of all the programming concepts, core language objects, and client and server-side objects otherwise it would be difficult for them to write advanced scripts using JavaScript.</a:t>
            </a:r>
            <a:endParaRPr/>
          </a:p>
          <a:p>
            <a:pPr marL="342900" lvl="0" indent="-203200" algn="just" rtl="0">
              <a:spcBef>
                <a:spcPts val="440"/>
              </a:spcBef>
              <a:spcAft>
                <a:spcPts val="0"/>
              </a:spcAft>
              <a:buClr>
                <a:schemeClr val="dk1"/>
              </a:buClr>
              <a:buSzPts val="2200"/>
              <a:buNone/>
            </a:pPr>
            <a:endParaRPr/>
          </a:p>
          <a:p>
            <a:pPr marL="342900" lvl="0" indent="-342900" algn="just" rtl="0">
              <a:spcBef>
                <a:spcPts val="440"/>
              </a:spcBef>
              <a:spcAft>
                <a:spcPts val="0"/>
              </a:spcAft>
              <a:buClr>
                <a:schemeClr val="dk1"/>
              </a:buClr>
              <a:buSzPts val="2200"/>
              <a:buChar char="•"/>
            </a:pPr>
            <a:r>
              <a:rPr lang="en-US" b="1"/>
              <a:t>Weak error handling and type checking facilities: </a:t>
            </a:r>
            <a:r>
              <a:rPr lang="en-US"/>
              <a:t>It is a weakly typed language as there is no need to specify the data type of the variable. So wrong type checking is not performed by compile.</a:t>
            </a:r>
            <a:endParaRPr/>
          </a:p>
          <a:p>
            <a:pPr marL="342900" lvl="0" indent="-203200" algn="just" rtl="0">
              <a:spcBef>
                <a:spcPts val="440"/>
              </a:spcBef>
              <a:spcAft>
                <a:spcPts val="0"/>
              </a:spcAft>
              <a:buClr>
                <a:schemeClr val="dk1"/>
              </a:buClr>
              <a:buSzPts val="2200"/>
              <a:buNone/>
            </a:pPr>
            <a:endParaRPr/>
          </a:p>
          <a:p>
            <a:pPr marL="342900" lvl="0" indent="-203200" algn="just" rtl="0">
              <a:spcBef>
                <a:spcPts val="440"/>
              </a:spcBef>
              <a:spcAft>
                <a:spcPts val="0"/>
              </a:spcAft>
              <a:buClr>
                <a:schemeClr val="dk1"/>
              </a:buClr>
              <a:buSzPts val="2200"/>
              <a:buNone/>
            </a:pPr>
            <a:endParaRPr/>
          </a:p>
        </p:txBody>
      </p:sp>
      <p:sp>
        <p:nvSpPr>
          <p:cNvPr id="133" name="Google Shape;133;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35" name="Google Shape;135;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1800"/>
              <a:buChar char="•"/>
            </a:pPr>
            <a:r>
              <a:rPr lang="en-US" sz="1800" b="1"/>
              <a:t>Why JavaScript is known as a lightweight programming language ?</a:t>
            </a:r>
            <a:endParaRPr/>
          </a:p>
          <a:p>
            <a:pPr marL="400050" lvl="1" indent="0" algn="just" rtl="0">
              <a:spcBef>
                <a:spcPts val="360"/>
              </a:spcBef>
              <a:spcAft>
                <a:spcPts val="0"/>
              </a:spcAft>
              <a:buClr>
                <a:schemeClr val="dk1"/>
              </a:buClr>
              <a:buSzPts val="1800"/>
              <a:buNone/>
            </a:pPr>
            <a:r>
              <a:rPr lang="en-US" sz="1800"/>
              <a:t>JavaScript is considered lightweight due to the fact that it has low CPU usage, is easy to implement, and has a minimalist syntax. Minimalist syntax as in, has no data types. Everything is treated here as an object. It is very easy to learn because of its syntax similar to C++ and Java.</a:t>
            </a:r>
            <a:endParaRPr/>
          </a:p>
          <a:p>
            <a:pPr marL="400050" lvl="1" indent="0" algn="just" rtl="0">
              <a:spcBef>
                <a:spcPts val="360"/>
              </a:spcBef>
              <a:spcAft>
                <a:spcPts val="0"/>
              </a:spcAft>
              <a:buClr>
                <a:schemeClr val="dk1"/>
              </a:buClr>
              <a:buSzPts val="1800"/>
              <a:buNone/>
            </a:pPr>
            <a:endParaRPr sz="1800"/>
          </a:p>
          <a:p>
            <a:pPr marL="342900" lvl="0" indent="-342900" algn="just" rtl="0">
              <a:spcBef>
                <a:spcPts val="360"/>
              </a:spcBef>
              <a:spcAft>
                <a:spcPts val="0"/>
              </a:spcAft>
              <a:buClr>
                <a:schemeClr val="dk1"/>
              </a:buClr>
              <a:buSzPts val="1800"/>
              <a:buChar char="•"/>
            </a:pPr>
            <a:r>
              <a:rPr lang="en-US" sz="1800" b="1"/>
              <a:t>Is JavaScript Compiled or Interpreted or both ?</a:t>
            </a:r>
            <a:endParaRPr/>
          </a:p>
          <a:p>
            <a:pPr marL="400050" lvl="1" indent="0" algn="just" rtl="0">
              <a:spcBef>
                <a:spcPts val="360"/>
              </a:spcBef>
              <a:spcAft>
                <a:spcPts val="0"/>
              </a:spcAft>
              <a:buClr>
                <a:schemeClr val="dk1"/>
              </a:buClr>
              <a:buSzPts val="1800"/>
              <a:buNone/>
            </a:pPr>
            <a:r>
              <a:rPr lang="en-US" sz="1800"/>
              <a:t>JavaScript is both compiled and interpreted. In the earlier versions of JavaScript, it used only the interpreter that executed code line by line and shows the result immediately. But with time the performance became an issue as interpretation is quite slow. Therefore, in the newer versions of JS, probably after the V8, the JIT compiler was also incorporated to optimize the execution and display the result more quickly. This JIT compiler generates a bytecode that is relatively easier to code. This bytecode is a set of highly optimized instructions. </a:t>
            </a:r>
            <a:endParaRPr/>
          </a:p>
          <a:p>
            <a:pPr marL="342900" lvl="0" indent="-203200" algn="just" rtl="0">
              <a:spcBef>
                <a:spcPts val="440"/>
              </a:spcBef>
              <a:spcAft>
                <a:spcPts val="0"/>
              </a:spcAft>
              <a:buClr>
                <a:schemeClr val="dk1"/>
              </a:buClr>
              <a:buSzPts val="2200"/>
              <a:buNone/>
            </a:pPr>
            <a:endParaRPr/>
          </a:p>
        </p:txBody>
      </p:sp>
      <p:sp>
        <p:nvSpPr>
          <p:cNvPr id="141" name="Google Shape;14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43" name="Google Shape;14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44" name="Google Shape;144;p1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JavaScript Versions</a:t>
            </a:r>
            <a:endParaRPr b="1"/>
          </a:p>
        </p:txBody>
      </p:sp>
      <p:sp>
        <p:nvSpPr>
          <p:cNvPr id="150" name="Google Shape;150;p12"/>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just" rtl="0">
              <a:spcBef>
                <a:spcPts val="0"/>
              </a:spcBef>
              <a:spcAft>
                <a:spcPts val="0"/>
              </a:spcAft>
              <a:buClr>
                <a:schemeClr val="dk1"/>
              </a:buClr>
              <a:buSzPts val="2000"/>
              <a:buChar char="•"/>
            </a:pPr>
            <a:r>
              <a:rPr lang="en-US" sz="2000"/>
              <a:t>JavaScript is a popular programming language used by developers all over the world.</a:t>
            </a:r>
            <a:endParaRPr/>
          </a:p>
          <a:p>
            <a:pPr marL="342900" lvl="0" indent="-342900" algn="just" rtl="0">
              <a:spcBef>
                <a:spcPts val="400"/>
              </a:spcBef>
              <a:spcAft>
                <a:spcPts val="0"/>
              </a:spcAft>
              <a:buClr>
                <a:schemeClr val="dk1"/>
              </a:buClr>
              <a:buSzPts val="2000"/>
              <a:buChar char="•"/>
            </a:pPr>
            <a:r>
              <a:rPr lang="en-US" sz="2000"/>
              <a:t> It’s a lightweight and easy-to-learn language that can run on both the client-side (in your browser) and the server-side (on the server). JavaScript was created in 1995 by Brendan Eich.</a:t>
            </a:r>
            <a:endParaRPr/>
          </a:p>
          <a:p>
            <a:pPr marL="342900" lvl="0" indent="-342900" algn="just" rtl="0">
              <a:spcBef>
                <a:spcPts val="400"/>
              </a:spcBef>
              <a:spcAft>
                <a:spcPts val="0"/>
              </a:spcAft>
              <a:buClr>
                <a:schemeClr val="dk1"/>
              </a:buClr>
              <a:buSzPts val="2000"/>
              <a:buChar char="•"/>
            </a:pPr>
            <a:r>
              <a:rPr lang="en-US" sz="2000"/>
              <a:t>In 1997, JavaScript became a standard, known as ECMAScript. Since then, there have been many versions of ECMAScript, with new features added over the years. </a:t>
            </a:r>
            <a:endParaRPr sz="2000"/>
          </a:p>
          <a:p>
            <a:pPr marL="342900" lvl="0" indent="-342900" algn="just" rtl="0">
              <a:spcBef>
                <a:spcPts val="400"/>
              </a:spcBef>
              <a:spcAft>
                <a:spcPts val="0"/>
              </a:spcAft>
              <a:buClr>
                <a:schemeClr val="dk1"/>
              </a:buClr>
              <a:buSzPts val="2000"/>
              <a:buChar char="•"/>
            </a:pPr>
            <a:r>
              <a:rPr lang="en-US" sz="2000"/>
              <a:t>Each version after 2016 is named after the year it was released, like ECMAScript 2016, ECMAScript 2017, and so on.</a:t>
            </a:r>
            <a:endParaRPr/>
          </a:p>
          <a:p>
            <a:pPr marL="342900" lvl="0" indent="-215900" algn="just" rtl="0">
              <a:spcBef>
                <a:spcPts val="400"/>
              </a:spcBef>
              <a:spcAft>
                <a:spcPts val="0"/>
              </a:spcAft>
              <a:buClr>
                <a:schemeClr val="dk1"/>
              </a:buClr>
              <a:buSzPts val="2000"/>
              <a:buNone/>
            </a:pPr>
            <a:endParaRPr sz="2000"/>
          </a:p>
          <a:p>
            <a:pPr marL="0" lvl="0" indent="0" algn="just" rtl="0">
              <a:spcBef>
                <a:spcPts val="400"/>
              </a:spcBef>
              <a:spcAft>
                <a:spcPts val="0"/>
              </a:spcAft>
              <a:buClr>
                <a:schemeClr val="dk1"/>
              </a:buClr>
              <a:buSzPts val="2000"/>
              <a:buNone/>
            </a:pPr>
            <a:r>
              <a:rPr lang="en-US" sz="2000" i="1"/>
              <a:t>ECMAScript (ES) is the standardized scripting language specification upon which JavaScript is based. It standardizes the core features and functionalities of JavaScript.</a:t>
            </a:r>
            <a:endParaRPr sz="2000"/>
          </a:p>
        </p:txBody>
      </p:sp>
      <p:sp>
        <p:nvSpPr>
          <p:cNvPr id="151" name="Google Shape;1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53" name="Google Shape;1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How to Add JavaScript in HTML Document?</a:t>
            </a:r>
            <a:endParaRPr/>
          </a:p>
        </p:txBody>
      </p:sp>
      <p:sp>
        <p:nvSpPr>
          <p:cNvPr id="159" name="Google Shape;159;p1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200"/>
              <a:buChar char="•"/>
            </a:pPr>
            <a:r>
              <a:rPr lang="en-US"/>
              <a:t>JavaScript can be easily embedded into HTML documents to add dynamic functionality to your web pages. Whether you’re placing JavaScript directly within your HTML or linking to an external file, understanding the different methods to do so is essential for effective web development.</a:t>
            </a:r>
            <a:endParaRPr/>
          </a:p>
          <a:p>
            <a:pPr marL="342900" lvl="0" indent="-203200" algn="l" rtl="0">
              <a:spcBef>
                <a:spcPts val="440"/>
              </a:spcBef>
              <a:spcAft>
                <a:spcPts val="0"/>
              </a:spcAft>
              <a:buClr>
                <a:schemeClr val="dk1"/>
              </a:buClr>
              <a:buSzPts val="2200"/>
              <a:buNone/>
            </a:pPr>
            <a:endParaRPr/>
          </a:p>
          <a:p>
            <a:pPr marL="342900" lvl="0" indent="-342900" algn="l" rtl="0">
              <a:spcBef>
                <a:spcPts val="440"/>
              </a:spcBef>
              <a:spcAft>
                <a:spcPts val="0"/>
              </a:spcAft>
              <a:buClr>
                <a:schemeClr val="dk1"/>
              </a:buClr>
              <a:buSzPts val="2200"/>
              <a:buChar char="•"/>
            </a:pPr>
            <a:r>
              <a:rPr lang="en-US"/>
              <a:t>This basic HTML code includes JavaScript implementations using various approaches.</a:t>
            </a:r>
            <a:endParaRPr/>
          </a:p>
        </p:txBody>
      </p:sp>
      <p:sp>
        <p:nvSpPr>
          <p:cNvPr id="160" name="Google Shape;160;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61" name="Google Shape;161;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EXAMPLE</a:t>
            </a:r>
            <a:endParaRPr b="1"/>
          </a:p>
        </p:txBody>
      </p:sp>
      <p:sp>
        <p:nvSpPr>
          <p:cNvPr id="168" name="Google Shape;168;p14"/>
          <p:cNvSpPr txBox="1">
            <a:spLocks noGrp="1"/>
          </p:cNvSpPr>
          <p:nvPr>
            <p:ph type="body" idx="1"/>
          </p:nvPr>
        </p:nvSpPr>
        <p:spPr>
          <a:xfrm>
            <a:off x="457200" y="1143000"/>
            <a:ext cx="8229600" cy="5410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None/>
            </a:pPr>
            <a:r>
              <a:rPr lang="en-US" sz="1400" dirty="0"/>
              <a:t>&lt;!DOCTYPE html&gt;</a:t>
            </a:r>
            <a:endParaRPr dirty="0"/>
          </a:p>
          <a:p>
            <a:pPr marL="0" lvl="0" indent="0" algn="l" rtl="0">
              <a:spcBef>
                <a:spcPts val="280"/>
              </a:spcBef>
              <a:spcAft>
                <a:spcPts val="0"/>
              </a:spcAft>
              <a:buClr>
                <a:schemeClr val="dk1"/>
              </a:buClr>
              <a:buSzPts val="1400"/>
              <a:buNone/>
            </a:pPr>
            <a:r>
              <a:rPr lang="en-US" sz="1400" dirty="0"/>
              <a:t>&lt;html&gt;</a:t>
            </a:r>
            <a:endParaRPr dirty="0"/>
          </a:p>
          <a:p>
            <a:pPr marL="0" lvl="0" indent="0" algn="l" rtl="0">
              <a:spcBef>
                <a:spcPts val="280"/>
              </a:spcBef>
              <a:spcAft>
                <a:spcPts val="0"/>
              </a:spcAft>
              <a:buClr>
                <a:schemeClr val="dk1"/>
              </a:buClr>
              <a:buSzPts val="1400"/>
              <a:buNone/>
            </a:pPr>
            <a:r>
              <a:rPr lang="en-US" sz="1400" dirty="0"/>
              <a:t>&lt;head&gt;</a:t>
            </a:r>
            <a:endParaRPr dirty="0"/>
          </a:p>
          <a:p>
            <a:pPr marL="0" lvl="0" indent="0" algn="l" rtl="0">
              <a:spcBef>
                <a:spcPts val="280"/>
              </a:spcBef>
              <a:spcAft>
                <a:spcPts val="0"/>
              </a:spcAft>
              <a:buClr>
                <a:schemeClr val="dk1"/>
              </a:buClr>
              <a:buSzPts val="1400"/>
              <a:buNone/>
            </a:pPr>
            <a:r>
              <a:rPr lang="en-US" sz="1400" dirty="0"/>
              <a:t>    &lt;title&gt;</a:t>
            </a:r>
            <a:endParaRPr dirty="0"/>
          </a:p>
          <a:p>
            <a:pPr marL="0" lvl="0" indent="0" algn="l" rtl="0">
              <a:spcBef>
                <a:spcPts val="280"/>
              </a:spcBef>
              <a:spcAft>
                <a:spcPts val="0"/>
              </a:spcAft>
              <a:buClr>
                <a:schemeClr val="dk1"/>
              </a:buClr>
              <a:buSzPts val="1400"/>
              <a:buNone/>
            </a:pPr>
            <a:r>
              <a:rPr lang="en-US" sz="1400" dirty="0"/>
              <a:t>        Add JavaScript Code inside Head</a:t>
            </a:r>
            <a:endParaRPr dirty="0"/>
          </a:p>
          <a:p>
            <a:pPr marL="0" lvl="0" indent="0" algn="l" rtl="0">
              <a:spcBef>
                <a:spcPts val="280"/>
              </a:spcBef>
              <a:spcAft>
                <a:spcPts val="0"/>
              </a:spcAft>
              <a:buClr>
                <a:schemeClr val="dk1"/>
              </a:buClr>
              <a:buSzPts val="1400"/>
              <a:buNone/>
            </a:pPr>
            <a:r>
              <a:rPr lang="en-US" sz="1400" dirty="0"/>
              <a:t>        Section</a:t>
            </a:r>
            <a:endParaRPr dirty="0"/>
          </a:p>
          <a:p>
            <a:pPr marL="0" lvl="0" indent="0" algn="l" rtl="0">
              <a:spcBef>
                <a:spcPts val="280"/>
              </a:spcBef>
              <a:spcAft>
                <a:spcPts val="0"/>
              </a:spcAft>
              <a:buClr>
                <a:schemeClr val="dk1"/>
              </a:buClr>
              <a:buSzPts val="1400"/>
              <a:buNone/>
            </a:pPr>
            <a:r>
              <a:rPr lang="en-US" sz="1400" dirty="0"/>
              <a:t>    &lt;/title&gt;</a:t>
            </a:r>
            <a:endParaRPr dirty="0"/>
          </a:p>
          <a:p>
            <a:pPr marL="0" lvl="0" indent="0" algn="l" rtl="0">
              <a:spcBef>
                <a:spcPts val="280"/>
              </a:spcBef>
              <a:spcAft>
                <a:spcPts val="0"/>
              </a:spcAft>
              <a:buClr>
                <a:schemeClr val="dk1"/>
              </a:buClr>
              <a:buSzPts val="1400"/>
              <a:buNone/>
            </a:pPr>
            <a:r>
              <a:rPr lang="en-US" sz="1400" dirty="0"/>
              <a:t>&lt;/head&gt;</a:t>
            </a:r>
            <a:endParaRPr dirty="0"/>
          </a:p>
          <a:p>
            <a:pPr marL="0" lvl="0" indent="0" algn="l" rtl="0">
              <a:spcBef>
                <a:spcPts val="280"/>
              </a:spcBef>
              <a:spcAft>
                <a:spcPts val="0"/>
              </a:spcAft>
              <a:buClr>
                <a:schemeClr val="dk1"/>
              </a:buClr>
              <a:buSzPts val="1400"/>
              <a:buNone/>
            </a:pPr>
            <a:r>
              <a:rPr lang="en-US" sz="1400" dirty="0"/>
              <a:t>&lt;body&gt;</a:t>
            </a:r>
            <a:endParaRPr dirty="0"/>
          </a:p>
          <a:p>
            <a:pPr marL="0" lvl="0" indent="0" algn="l" rtl="0">
              <a:spcBef>
                <a:spcPts val="280"/>
              </a:spcBef>
              <a:spcAft>
                <a:spcPts val="0"/>
              </a:spcAft>
              <a:buClr>
                <a:schemeClr val="dk1"/>
              </a:buClr>
              <a:buSzPts val="1400"/>
              <a:buNone/>
            </a:pPr>
            <a:r>
              <a:rPr lang="en-US" sz="1400" dirty="0"/>
              <a:t>    &lt;h2&gt;</a:t>
            </a:r>
            <a:endParaRPr dirty="0"/>
          </a:p>
          <a:p>
            <a:pPr marL="0" lvl="0" indent="0" algn="l" rtl="0">
              <a:spcBef>
                <a:spcPts val="280"/>
              </a:spcBef>
              <a:spcAft>
                <a:spcPts val="0"/>
              </a:spcAft>
              <a:buClr>
                <a:schemeClr val="dk1"/>
              </a:buClr>
              <a:buSzPts val="1400"/>
              <a:buNone/>
            </a:pPr>
            <a:r>
              <a:rPr lang="en-US" sz="1400" dirty="0"/>
              <a:t>        Adding JavaScript in HTML Document</a:t>
            </a:r>
            <a:endParaRPr dirty="0"/>
          </a:p>
          <a:p>
            <a:pPr marL="0" lvl="0" indent="0" algn="l" rtl="0">
              <a:spcBef>
                <a:spcPts val="280"/>
              </a:spcBef>
              <a:spcAft>
                <a:spcPts val="0"/>
              </a:spcAft>
              <a:buClr>
                <a:schemeClr val="dk1"/>
              </a:buClr>
              <a:buSzPts val="1400"/>
              <a:buNone/>
            </a:pPr>
            <a:r>
              <a:rPr lang="en-US" sz="1400" dirty="0"/>
              <a:t>    &lt;/h2&gt;</a:t>
            </a:r>
            <a:endParaRPr dirty="0"/>
          </a:p>
          <a:p>
            <a:pPr marL="0" lvl="0" indent="0" algn="l" rtl="0">
              <a:spcBef>
                <a:spcPts val="280"/>
              </a:spcBef>
              <a:spcAft>
                <a:spcPts val="0"/>
              </a:spcAft>
              <a:buClr>
                <a:schemeClr val="dk1"/>
              </a:buClr>
              <a:buSzPts val="1400"/>
              <a:buNone/>
            </a:pPr>
            <a:r>
              <a:rPr lang="en-US" sz="1400" dirty="0"/>
              <a:t>    &lt;h3 id="demo" style="color: green"&gt;</a:t>
            </a:r>
            <a:endParaRPr dirty="0"/>
          </a:p>
          <a:p>
            <a:pPr marL="0" lvl="0" indent="0" algn="l" rtl="0">
              <a:spcBef>
                <a:spcPts val="280"/>
              </a:spcBef>
              <a:spcAft>
                <a:spcPts val="0"/>
              </a:spcAft>
              <a:buClr>
                <a:schemeClr val="dk1"/>
              </a:buClr>
              <a:buSzPts val="1400"/>
              <a:buNone/>
            </a:pPr>
            <a:r>
              <a:rPr lang="en-US" sz="1400" dirty="0"/>
              <a:t>        </a:t>
            </a:r>
            <a:r>
              <a:rPr lang="en-US" sz="1400" dirty="0" err="1"/>
              <a:t>GeeksforGeeks</a:t>
            </a:r>
            <a:endParaRPr sz="1400" dirty="0"/>
          </a:p>
          <a:p>
            <a:pPr marL="0" lvl="0" indent="0" algn="l" rtl="0">
              <a:spcBef>
                <a:spcPts val="280"/>
              </a:spcBef>
              <a:spcAft>
                <a:spcPts val="0"/>
              </a:spcAft>
              <a:buClr>
                <a:schemeClr val="dk1"/>
              </a:buClr>
              <a:buSzPts val="1400"/>
              <a:buNone/>
            </a:pPr>
            <a:r>
              <a:rPr lang="en-US" sz="1400" dirty="0"/>
              <a:t>    &lt;/h3&gt;</a:t>
            </a:r>
            <a:endParaRPr dirty="0"/>
          </a:p>
          <a:p>
            <a:pPr marL="0" lvl="0" indent="0" algn="l" rtl="0">
              <a:spcBef>
                <a:spcPts val="280"/>
              </a:spcBef>
              <a:spcAft>
                <a:spcPts val="0"/>
              </a:spcAft>
              <a:buClr>
                <a:schemeClr val="dk1"/>
              </a:buClr>
              <a:buSzPts val="1400"/>
              <a:buNone/>
            </a:pPr>
            <a:r>
              <a:rPr lang="en-US" sz="1400" dirty="0"/>
              <a:t>    &lt;button type="button" </a:t>
            </a:r>
            <a:r>
              <a:rPr lang="en-US" sz="1400" dirty="0" err="1"/>
              <a:t>onclick</a:t>
            </a:r>
            <a:r>
              <a:rPr lang="en-US" sz="1400" dirty="0"/>
              <a:t>="</a:t>
            </a:r>
            <a:r>
              <a:rPr lang="en-US" sz="1400" dirty="0" err="1"/>
              <a:t>myFun</a:t>
            </a:r>
            <a:r>
              <a:rPr lang="en-US" sz="1400" dirty="0"/>
              <a:t>()"&gt;</a:t>
            </a:r>
            <a:endParaRPr dirty="0"/>
          </a:p>
          <a:p>
            <a:pPr marL="0" lvl="0" indent="0" algn="l" rtl="0">
              <a:spcBef>
                <a:spcPts val="280"/>
              </a:spcBef>
              <a:spcAft>
                <a:spcPts val="0"/>
              </a:spcAft>
              <a:buClr>
                <a:schemeClr val="dk1"/>
              </a:buClr>
              <a:buSzPts val="1400"/>
              <a:buNone/>
            </a:pPr>
            <a:r>
              <a:rPr lang="en-US" sz="1400" dirty="0"/>
              <a:t>        Click Here</a:t>
            </a:r>
            <a:endParaRPr dirty="0"/>
          </a:p>
          <a:p>
            <a:pPr marL="0" lvl="0" indent="0" algn="l" rtl="0">
              <a:spcBef>
                <a:spcPts val="280"/>
              </a:spcBef>
              <a:spcAft>
                <a:spcPts val="0"/>
              </a:spcAft>
              <a:buClr>
                <a:schemeClr val="dk1"/>
              </a:buClr>
              <a:buSzPts val="1400"/>
              <a:buNone/>
            </a:pPr>
            <a:r>
              <a:rPr lang="en-US" sz="1400" dirty="0"/>
              <a:t>    &lt;/button&gt;</a:t>
            </a:r>
            <a:endParaRPr dirty="0"/>
          </a:p>
          <a:p>
            <a:pPr marL="0" lvl="0" indent="0" algn="l" rtl="0">
              <a:spcBef>
                <a:spcPts val="280"/>
              </a:spcBef>
              <a:spcAft>
                <a:spcPts val="0"/>
              </a:spcAft>
              <a:buClr>
                <a:schemeClr val="dk1"/>
              </a:buClr>
              <a:buSzPts val="1400"/>
              <a:buNone/>
            </a:pPr>
            <a:r>
              <a:rPr lang="en-US" sz="1400" dirty="0"/>
              <a:t>&lt;/body&gt;</a:t>
            </a:r>
            <a:endParaRPr sz="1400" dirty="0"/>
          </a:p>
          <a:p>
            <a:pPr marL="0" lvl="0" indent="0" algn="l" rtl="0">
              <a:spcBef>
                <a:spcPts val="280"/>
              </a:spcBef>
              <a:spcAft>
                <a:spcPts val="0"/>
              </a:spcAft>
              <a:buClr>
                <a:schemeClr val="dk1"/>
              </a:buClr>
              <a:buSzPts val="1400"/>
              <a:buNone/>
            </a:pPr>
            <a:r>
              <a:rPr lang="en-US" sz="1400" dirty="0"/>
              <a:t>&lt;/html&gt;</a:t>
            </a:r>
            <a:endParaRPr dirty="0"/>
          </a:p>
        </p:txBody>
      </p:sp>
      <p:sp>
        <p:nvSpPr>
          <p:cNvPr id="169" name="Google Shape;169;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71" name="Google Shape;171;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000" b="1"/>
              <a:t>Ways to Add JavaScript to an HTML Document</a:t>
            </a:r>
            <a:endParaRPr/>
          </a:p>
        </p:txBody>
      </p:sp>
      <p:sp>
        <p:nvSpPr>
          <p:cNvPr id="177" name="Google Shape;177;p1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600"/>
              <a:buNone/>
            </a:pPr>
            <a:r>
              <a:rPr lang="en-US" sz="2600" b="1"/>
              <a:t>1. JavaScript inside &lt;head&gt; Tag</a:t>
            </a:r>
            <a:endParaRPr/>
          </a:p>
          <a:p>
            <a:pPr marL="342900" lvl="0" indent="-342900" algn="l" rtl="0">
              <a:spcBef>
                <a:spcPts val="440"/>
              </a:spcBef>
              <a:spcAft>
                <a:spcPts val="0"/>
              </a:spcAft>
              <a:buClr>
                <a:schemeClr val="dk1"/>
              </a:buClr>
              <a:buSzPts val="2200"/>
              <a:buChar char="•"/>
            </a:pPr>
            <a:r>
              <a:rPr lang="en-US"/>
              <a:t>Placing JavaScript within the &lt;head&gt; section of an HTML document ensures that the script is loaded and executed as the page loads. This is useful for scripts that need to be initialized before the page content is rendered.</a:t>
            </a:r>
            <a:endParaRPr/>
          </a:p>
          <a:p>
            <a:pPr marL="342900" lvl="0" indent="-203200" algn="l" rtl="0">
              <a:spcBef>
                <a:spcPts val="440"/>
              </a:spcBef>
              <a:spcAft>
                <a:spcPts val="0"/>
              </a:spcAft>
              <a:buClr>
                <a:schemeClr val="dk1"/>
              </a:buClr>
              <a:buSzPts val="2200"/>
              <a:buNone/>
            </a:pPr>
            <a:endParaRPr/>
          </a:p>
        </p:txBody>
      </p:sp>
      <p:sp>
        <p:nvSpPr>
          <p:cNvPr id="178" name="Google Shape;17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80" name="Google Shape;18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EXAMPLE</a:t>
            </a:r>
            <a:endParaRPr b="1"/>
          </a:p>
        </p:txBody>
      </p:sp>
      <p:sp>
        <p:nvSpPr>
          <p:cNvPr id="187" name="Google Shape;187;p16"/>
          <p:cNvSpPr txBox="1">
            <a:spLocks noGrp="1"/>
          </p:cNvSpPr>
          <p:nvPr>
            <p:ph type="body" idx="1"/>
          </p:nvPr>
        </p:nvSpPr>
        <p:spPr>
          <a:xfrm>
            <a:off x="457200" y="1178404"/>
            <a:ext cx="8229600" cy="5349875"/>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000"/>
              <a:buNone/>
            </a:pPr>
            <a:r>
              <a:rPr lang="en-US" sz="1000" b="1"/>
              <a:t>Example: This example shows the addition of a script file inside the head section.</a:t>
            </a:r>
            <a:endParaRPr/>
          </a:p>
          <a:p>
            <a:pPr marL="0" lvl="0" indent="0" algn="l" rtl="0">
              <a:spcBef>
                <a:spcPts val="200"/>
              </a:spcBef>
              <a:spcAft>
                <a:spcPts val="0"/>
              </a:spcAft>
              <a:buClr>
                <a:schemeClr val="dk1"/>
              </a:buClr>
              <a:buSzPts val="1000"/>
              <a:buNone/>
            </a:pPr>
            <a:endParaRPr sz="1000" b="1"/>
          </a:p>
          <a:p>
            <a:pPr marL="0" lvl="0" indent="0" algn="l" rtl="0">
              <a:spcBef>
                <a:spcPts val="200"/>
              </a:spcBef>
              <a:spcAft>
                <a:spcPts val="0"/>
              </a:spcAft>
              <a:buClr>
                <a:schemeClr val="dk1"/>
              </a:buClr>
              <a:buSzPts val="1000"/>
              <a:buNone/>
            </a:pPr>
            <a:r>
              <a:rPr lang="en-US" sz="1000" b="1"/>
              <a:t>&lt;!DOCTYPE html&gt;</a:t>
            </a:r>
            <a:endParaRPr/>
          </a:p>
          <a:p>
            <a:pPr marL="0" lvl="0" indent="0" algn="l" rtl="0">
              <a:spcBef>
                <a:spcPts val="200"/>
              </a:spcBef>
              <a:spcAft>
                <a:spcPts val="0"/>
              </a:spcAft>
              <a:buClr>
                <a:schemeClr val="dk1"/>
              </a:buClr>
              <a:buSzPts val="1000"/>
              <a:buNone/>
            </a:pPr>
            <a:r>
              <a:rPr lang="en-US" sz="1000" b="1"/>
              <a:t>&lt;html&gt;</a:t>
            </a:r>
            <a:endParaRPr/>
          </a:p>
          <a:p>
            <a:pPr marL="0" lvl="0" indent="0" algn="l" rtl="0">
              <a:spcBef>
                <a:spcPts val="200"/>
              </a:spcBef>
              <a:spcAft>
                <a:spcPts val="0"/>
              </a:spcAft>
              <a:buClr>
                <a:schemeClr val="dk1"/>
              </a:buClr>
              <a:buSzPts val="1000"/>
              <a:buNone/>
            </a:pPr>
            <a:r>
              <a:rPr lang="en-US" sz="1000" b="1"/>
              <a:t>&lt;head&gt;</a:t>
            </a:r>
            <a:endParaRPr/>
          </a:p>
          <a:p>
            <a:pPr marL="0" lvl="0" indent="0" algn="l" rtl="0">
              <a:spcBef>
                <a:spcPts val="200"/>
              </a:spcBef>
              <a:spcAft>
                <a:spcPts val="0"/>
              </a:spcAft>
              <a:buClr>
                <a:schemeClr val="dk1"/>
              </a:buClr>
              <a:buSzPts val="1000"/>
              <a:buNone/>
            </a:pPr>
            <a:r>
              <a:rPr lang="en-US" sz="1000" b="1"/>
              <a:t>    &lt;title&gt;</a:t>
            </a:r>
            <a:endParaRPr/>
          </a:p>
          <a:p>
            <a:pPr marL="0" lvl="0" indent="0" algn="l" rtl="0">
              <a:spcBef>
                <a:spcPts val="200"/>
              </a:spcBef>
              <a:spcAft>
                <a:spcPts val="0"/>
              </a:spcAft>
              <a:buClr>
                <a:schemeClr val="dk1"/>
              </a:buClr>
              <a:buSzPts val="1000"/>
              <a:buNone/>
            </a:pPr>
            <a:r>
              <a:rPr lang="en-US" sz="1000" b="1"/>
              <a:t>        Add JavaScript Code inside Head Section</a:t>
            </a:r>
            <a:endParaRPr/>
          </a:p>
          <a:p>
            <a:pPr marL="0" lvl="0" indent="0" algn="l" rtl="0">
              <a:spcBef>
                <a:spcPts val="200"/>
              </a:spcBef>
              <a:spcAft>
                <a:spcPts val="0"/>
              </a:spcAft>
              <a:buClr>
                <a:schemeClr val="dk1"/>
              </a:buClr>
              <a:buSzPts val="1000"/>
              <a:buNone/>
            </a:pPr>
            <a:r>
              <a:rPr lang="en-US" sz="1000" b="1"/>
              <a:t>    &lt;/title&gt;</a:t>
            </a:r>
            <a:endParaRPr/>
          </a:p>
          <a:p>
            <a:pPr marL="0" lvl="0" indent="0" algn="l" rtl="0">
              <a:spcBef>
                <a:spcPts val="200"/>
              </a:spcBef>
              <a:spcAft>
                <a:spcPts val="0"/>
              </a:spcAft>
              <a:buClr>
                <a:schemeClr val="dk1"/>
              </a:buClr>
              <a:buSzPts val="1000"/>
              <a:buNone/>
            </a:pPr>
            <a:r>
              <a:rPr lang="en-US" sz="1000" b="1"/>
              <a:t>    &lt;script&gt;</a:t>
            </a:r>
            <a:endParaRPr/>
          </a:p>
          <a:p>
            <a:pPr marL="0" lvl="0" indent="0" algn="l" rtl="0">
              <a:spcBef>
                <a:spcPts val="200"/>
              </a:spcBef>
              <a:spcAft>
                <a:spcPts val="0"/>
              </a:spcAft>
              <a:buClr>
                <a:schemeClr val="dk1"/>
              </a:buClr>
              <a:buSzPts val="1000"/>
              <a:buNone/>
            </a:pPr>
            <a:r>
              <a:rPr lang="en-US" sz="1000" b="1"/>
              <a:t>        function myFun() {</a:t>
            </a:r>
            <a:endParaRPr/>
          </a:p>
          <a:p>
            <a:pPr marL="0" lvl="0" indent="0" algn="l" rtl="0">
              <a:spcBef>
                <a:spcPts val="200"/>
              </a:spcBef>
              <a:spcAft>
                <a:spcPts val="0"/>
              </a:spcAft>
              <a:buClr>
                <a:schemeClr val="dk1"/>
              </a:buClr>
              <a:buSzPts val="1000"/>
              <a:buNone/>
            </a:pPr>
            <a:r>
              <a:rPr lang="en-US" sz="1000" b="1"/>
              <a:t>            document.getElementById("demo")</a:t>
            </a:r>
            <a:endParaRPr/>
          </a:p>
          <a:p>
            <a:pPr marL="0" lvl="0" indent="0" algn="l" rtl="0">
              <a:spcBef>
                <a:spcPts val="200"/>
              </a:spcBef>
              <a:spcAft>
                <a:spcPts val="0"/>
              </a:spcAft>
              <a:buClr>
                <a:schemeClr val="dk1"/>
              </a:buClr>
              <a:buSzPts val="1000"/>
              <a:buNone/>
            </a:pPr>
            <a:r>
              <a:rPr lang="en-US" sz="1000" b="1"/>
              <a:t>                .innerHTML = "Content changed!";</a:t>
            </a:r>
            <a:endParaRPr/>
          </a:p>
          <a:p>
            <a:pPr marL="0" lvl="0" indent="0" algn="l" rtl="0">
              <a:spcBef>
                <a:spcPts val="200"/>
              </a:spcBef>
              <a:spcAft>
                <a:spcPts val="0"/>
              </a:spcAft>
              <a:buClr>
                <a:schemeClr val="dk1"/>
              </a:buClr>
              <a:buSzPts val="1000"/>
              <a:buNone/>
            </a:pPr>
            <a:r>
              <a:rPr lang="en-US" sz="1000" b="1"/>
              <a:t>        }</a:t>
            </a:r>
            <a:endParaRPr/>
          </a:p>
          <a:p>
            <a:pPr marL="0" lvl="0" indent="0" algn="l" rtl="0">
              <a:spcBef>
                <a:spcPts val="200"/>
              </a:spcBef>
              <a:spcAft>
                <a:spcPts val="0"/>
              </a:spcAft>
              <a:buClr>
                <a:schemeClr val="dk1"/>
              </a:buClr>
              <a:buSzPts val="1000"/>
              <a:buNone/>
            </a:pPr>
            <a:r>
              <a:rPr lang="en-US" sz="1000" b="1"/>
              <a:t>    &lt;/script&gt;</a:t>
            </a:r>
            <a:endParaRPr/>
          </a:p>
          <a:p>
            <a:pPr marL="0" lvl="0" indent="0" algn="l" rtl="0">
              <a:spcBef>
                <a:spcPts val="200"/>
              </a:spcBef>
              <a:spcAft>
                <a:spcPts val="0"/>
              </a:spcAft>
              <a:buClr>
                <a:schemeClr val="dk1"/>
              </a:buClr>
              <a:buSzPts val="1000"/>
              <a:buNone/>
            </a:pPr>
            <a:r>
              <a:rPr lang="en-US" sz="1000" b="1"/>
              <a:t>&lt;/head&gt;</a:t>
            </a:r>
            <a:endParaRPr/>
          </a:p>
          <a:p>
            <a:pPr marL="0" lvl="0" indent="0" algn="l" rtl="0">
              <a:spcBef>
                <a:spcPts val="200"/>
              </a:spcBef>
              <a:spcAft>
                <a:spcPts val="0"/>
              </a:spcAft>
              <a:buClr>
                <a:schemeClr val="dk1"/>
              </a:buClr>
              <a:buSzPts val="1000"/>
              <a:buNone/>
            </a:pPr>
            <a:r>
              <a:rPr lang="en-US" sz="1000" b="1"/>
              <a:t>&lt;body&gt;</a:t>
            </a:r>
            <a:endParaRPr/>
          </a:p>
          <a:p>
            <a:pPr marL="0" lvl="0" indent="0" algn="l" rtl="0">
              <a:spcBef>
                <a:spcPts val="200"/>
              </a:spcBef>
              <a:spcAft>
                <a:spcPts val="0"/>
              </a:spcAft>
              <a:buClr>
                <a:schemeClr val="dk1"/>
              </a:buClr>
              <a:buSzPts val="1000"/>
              <a:buNone/>
            </a:pPr>
            <a:r>
              <a:rPr lang="en-US" sz="1000" b="1"/>
              <a:t>    &lt;h2&gt;</a:t>
            </a:r>
            <a:endParaRPr/>
          </a:p>
          <a:p>
            <a:pPr marL="0" lvl="0" indent="0" algn="l" rtl="0">
              <a:spcBef>
                <a:spcPts val="200"/>
              </a:spcBef>
              <a:spcAft>
                <a:spcPts val="0"/>
              </a:spcAft>
              <a:buClr>
                <a:schemeClr val="dk1"/>
              </a:buClr>
              <a:buSzPts val="1000"/>
              <a:buNone/>
            </a:pPr>
            <a:r>
              <a:rPr lang="en-US" sz="1000" b="1"/>
              <a:t>        Add JavaScript Code</a:t>
            </a:r>
            <a:endParaRPr/>
          </a:p>
          <a:p>
            <a:pPr marL="0" lvl="0" indent="0" algn="l" rtl="0">
              <a:spcBef>
                <a:spcPts val="200"/>
              </a:spcBef>
              <a:spcAft>
                <a:spcPts val="0"/>
              </a:spcAft>
              <a:buClr>
                <a:schemeClr val="dk1"/>
              </a:buClr>
              <a:buSzPts val="1000"/>
              <a:buNone/>
            </a:pPr>
            <a:r>
              <a:rPr lang="en-US" sz="1000" b="1"/>
              <a:t>        inside Head Section</a:t>
            </a:r>
            <a:endParaRPr/>
          </a:p>
          <a:p>
            <a:pPr marL="0" lvl="0" indent="0" algn="l" rtl="0">
              <a:spcBef>
                <a:spcPts val="200"/>
              </a:spcBef>
              <a:spcAft>
                <a:spcPts val="0"/>
              </a:spcAft>
              <a:buClr>
                <a:schemeClr val="dk1"/>
              </a:buClr>
              <a:buSzPts val="1000"/>
              <a:buNone/>
            </a:pPr>
            <a:r>
              <a:rPr lang="en-US" sz="1000" b="1"/>
              <a:t>    &lt;/h2&gt;</a:t>
            </a:r>
            <a:endParaRPr/>
          </a:p>
          <a:p>
            <a:pPr marL="0" lvl="0" indent="0" algn="l" rtl="0">
              <a:spcBef>
                <a:spcPts val="200"/>
              </a:spcBef>
              <a:spcAft>
                <a:spcPts val="0"/>
              </a:spcAft>
              <a:buClr>
                <a:schemeClr val="dk1"/>
              </a:buClr>
              <a:buSzPts val="1000"/>
              <a:buNone/>
            </a:pPr>
            <a:r>
              <a:rPr lang="en-US" sz="1000" b="1"/>
              <a:t>    &lt;h3 id="demo" style="color:green;"&gt;</a:t>
            </a:r>
            <a:endParaRPr/>
          </a:p>
          <a:p>
            <a:pPr marL="0" lvl="0" indent="0" algn="l" rtl="0">
              <a:spcBef>
                <a:spcPts val="200"/>
              </a:spcBef>
              <a:spcAft>
                <a:spcPts val="0"/>
              </a:spcAft>
              <a:buClr>
                <a:schemeClr val="dk1"/>
              </a:buClr>
              <a:buSzPts val="1000"/>
              <a:buNone/>
            </a:pPr>
            <a:r>
              <a:rPr lang="en-US" sz="1000" b="1"/>
              <a:t>        GeeksforGeeks</a:t>
            </a:r>
            <a:endParaRPr sz="1000" b="1"/>
          </a:p>
          <a:p>
            <a:pPr marL="0" lvl="0" indent="0" algn="l" rtl="0">
              <a:spcBef>
                <a:spcPts val="200"/>
              </a:spcBef>
              <a:spcAft>
                <a:spcPts val="0"/>
              </a:spcAft>
              <a:buClr>
                <a:schemeClr val="dk1"/>
              </a:buClr>
              <a:buSzPts val="1000"/>
              <a:buNone/>
            </a:pPr>
            <a:r>
              <a:rPr lang="en-US" sz="1000" b="1"/>
              <a:t>    &lt;/h3&gt;</a:t>
            </a:r>
            <a:endParaRPr/>
          </a:p>
          <a:p>
            <a:pPr marL="0" lvl="0" indent="0" algn="l" rtl="0">
              <a:spcBef>
                <a:spcPts val="200"/>
              </a:spcBef>
              <a:spcAft>
                <a:spcPts val="0"/>
              </a:spcAft>
              <a:buClr>
                <a:schemeClr val="dk1"/>
              </a:buClr>
              <a:buSzPts val="1000"/>
              <a:buNone/>
            </a:pPr>
            <a:r>
              <a:rPr lang="en-US" sz="1000" b="1"/>
              <a:t>    &lt;button type="button" onclick="myFun()"&gt;</a:t>
            </a:r>
            <a:endParaRPr/>
          </a:p>
          <a:p>
            <a:pPr marL="0" lvl="0" indent="0" algn="l" rtl="0">
              <a:spcBef>
                <a:spcPts val="200"/>
              </a:spcBef>
              <a:spcAft>
                <a:spcPts val="0"/>
              </a:spcAft>
              <a:buClr>
                <a:schemeClr val="dk1"/>
              </a:buClr>
              <a:buSzPts val="1000"/>
              <a:buNone/>
            </a:pPr>
            <a:r>
              <a:rPr lang="en-US" sz="1000" b="1"/>
              <a:t>        Click Here</a:t>
            </a:r>
            <a:endParaRPr/>
          </a:p>
          <a:p>
            <a:pPr marL="0" lvl="0" indent="0" algn="l" rtl="0">
              <a:spcBef>
                <a:spcPts val="200"/>
              </a:spcBef>
              <a:spcAft>
                <a:spcPts val="0"/>
              </a:spcAft>
              <a:buClr>
                <a:schemeClr val="dk1"/>
              </a:buClr>
              <a:buSzPts val="1000"/>
              <a:buNone/>
            </a:pPr>
            <a:r>
              <a:rPr lang="en-US" sz="1000" b="1"/>
              <a:t>    &lt;/button&gt;</a:t>
            </a:r>
            <a:endParaRPr/>
          </a:p>
          <a:p>
            <a:pPr marL="0" lvl="0" indent="0" algn="l" rtl="0">
              <a:spcBef>
                <a:spcPts val="200"/>
              </a:spcBef>
              <a:spcAft>
                <a:spcPts val="0"/>
              </a:spcAft>
              <a:buClr>
                <a:schemeClr val="dk1"/>
              </a:buClr>
              <a:buSzPts val="1000"/>
              <a:buNone/>
            </a:pPr>
            <a:r>
              <a:rPr lang="en-US" sz="1000" b="1"/>
              <a:t>&lt;/body&gt;</a:t>
            </a:r>
            <a:endParaRPr/>
          </a:p>
          <a:p>
            <a:pPr marL="0" lvl="0" indent="0" algn="l" rtl="0">
              <a:spcBef>
                <a:spcPts val="200"/>
              </a:spcBef>
              <a:spcAft>
                <a:spcPts val="0"/>
              </a:spcAft>
              <a:buClr>
                <a:schemeClr val="dk1"/>
              </a:buClr>
              <a:buSzPts val="1000"/>
              <a:buNone/>
            </a:pPr>
            <a:r>
              <a:rPr lang="en-US" sz="1000" b="1"/>
              <a:t>&lt;/html&gt;</a:t>
            </a:r>
            <a:endParaRPr/>
          </a:p>
        </p:txBody>
      </p:sp>
      <p:sp>
        <p:nvSpPr>
          <p:cNvPr id="188" name="Google Shape;18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90" name="Google Shape;19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
        <p:nvSpPr>
          <p:cNvPr id="196" name="Google Shape;196;p1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600"/>
              <a:buNone/>
            </a:pPr>
            <a:r>
              <a:rPr lang="en-US" sz="2600" b="1"/>
              <a:t>2. JavaScript inside &lt;body&gt; Tag</a:t>
            </a:r>
            <a:endParaRPr/>
          </a:p>
          <a:p>
            <a:pPr marL="342900" lvl="0" indent="-342900" algn="l" rtl="0">
              <a:spcBef>
                <a:spcPts val="440"/>
              </a:spcBef>
              <a:spcAft>
                <a:spcPts val="0"/>
              </a:spcAft>
              <a:buClr>
                <a:schemeClr val="dk1"/>
              </a:buClr>
              <a:buSzPts val="2200"/>
              <a:buChar char="•"/>
            </a:pPr>
            <a:r>
              <a:rPr lang="en-US"/>
              <a:t>JavaScript can also be placed inside the &lt;body&gt; section of an HTML page. Typically, scripts placed at the end of the &lt;body&gt; load after the content, which can be useful if your script depends on the DOM being fully loaded.</a:t>
            </a:r>
            <a:endParaRPr/>
          </a:p>
          <a:p>
            <a:pPr marL="342900" lvl="0" indent="-203200" algn="l" rtl="0">
              <a:spcBef>
                <a:spcPts val="440"/>
              </a:spcBef>
              <a:spcAft>
                <a:spcPts val="0"/>
              </a:spcAft>
              <a:buClr>
                <a:schemeClr val="dk1"/>
              </a:buClr>
              <a:buSzPts val="2200"/>
              <a:buNone/>
            </a:pPr>
            <a:endParaRPr/>
          </a:p>
          <a:p>
            <a:pPr marL="342900" lvl="0" indent="-203200" algn="l" rtl="0">
              <a:spcBef>
                <a:spcPts val="440"/>
              </a:spcBef>
              <a:spcAft>
                <a:spcPts val="0"/>
              </a:spcAft>
              <a:buClr>
                <a:schemeClr val="dk1"/>
              </a:buClr>
              <a:buSzPts val="2200"/>
              <a:buNone/>
            </a:pPr>
            <a:endParaRPr/>
          </a:p>
          <a:p>
            <a:pPr marL="0" lvl="0" indent="0" algn="l" rtl="0">
              <a:spcBef>
                <a:spcPts val="440"/>
              </a:spcBef>
              <a:spcAft>
                <a:spcPts val="0"/>
              </a:spcAft>
              <a:buClr>
                <a:schemeClr val="dk1"/>
              </a:buClr>
              <a:buSzPts val="2200"/>
              <a:buNone/>
            </a:pPr>
            <a:endParaRPr/>
          </a:p>
        </p:txBody>
      </p:sp>
      <p:sp>
        <p:nvSpPr>
          <p:cNvPr id="197" name="Google Shape;19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199" name="Google Shape;19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EXAMPLE</a:t>
            </a:r>
            <a:endParaRPr/>
          </a:p>
        </p:txBody>
      </p:sp>
      <p:sp>
        <p:nvSpPr>
          <p:cNvPr id="205" name="Google Shape;205;p18"/>
          <p:cNvSpPr txBox="1">
            <a:spLocks noGrp="1"/>
          </p:cNvSpPr>
          <p:nvPr>
            <p:ph type="body" idx="1"/>
          </p:nvPr>
        </p:nvSpPr>
        <p:spPr>
          <a:xfrm>
            <a:off x="457200" y="1371600"/>
            <a:ext cx="8229600" cy="5181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000"/>
              <a:buNone/>
            </a:pPr>
            <a:r>
              <a:rPr lang="en-US" sz="1000"/>
              <a:t>Example: This example shows showing the addition of a script file inside the body section.</a:t>
            </a:r>
            <a:endParaRPr/>
          </a:p>
          <a:p>
            <a:pPr marL="0" lvl="0" indent="0" algn="l" rtl="0">
              <a:spcBef>
                <a:spcPts val="200"/>
              </a:spcBef>
              <a:spcAft>
                <a:spcPts val="0"/>
              </a:spcAft>
              <a:buClr>
                <a:schemeClr val="dk1"/>
              </a:buClr>
              <a:buSzPts val="1000"/>
              <a:buNone/>
            </a:pPr>
            <a:r>
              <a:rPr lang="en-US" sz="1000" b="1"/>
              <a:t>&lt;!DOCTYPE html&gt;</a:t>
            </a:r>
            <a:endParaRPr/>
          </a:p>
          <a:p>
            <a:pPr marL="0" lvl="0" indent="0" algn="l" rtl="0">
              <a:spcBef>
                <a:spcPts val="200"/>
              </a:spcBef>
              <a:spcAft>
                <a:spcPts val="0"/>
              </a:spcAft>
              <a:buClr>
                <a:schemeClr val="dk1"/>
              </a:buClr>
              <a:buSzPts val="1000"/>
              <a:buNone/>
            </a:pPr>
            <a:r>
              <a:rPr lang="en-US" sz="1000" b="1"/>
              <a:t>&lt;html&gt;</a:t>
            </a:r>
            <a:endParaRPr/>
          </a:p>
          <a:p>
            <a:pPr marL="0" lvl="0" indent="0" algn="l" rtl="0">
              <a:spcBef>
                <a:spcPts val="200"/>
              </a:spcBef>
              <a:spcAft>
                <a:spcPts val="0"/>
              </a:spcAft>
              <a:buClr>
                <a:schemeClr val="dk1"/>
              </a:buClr>
              <a:buSzPts val="1000"/>
              <a:buNone/>
            </a:pPr>
            <a:r>
              <a:rPr lang="en-US" sz="1000" b="1"/>
              <a:t>&lt;head&gt;</a:t>
            </a:r>
            <a:endParaRPr/>
          </a:p>
          <a:p>
            <a:pPr marL="0" lvl="0" indent="0" algn="l" rtl="0">
              <a:spcBef>
                <a:spcPts val="200"/>
              </a:spcBef>
              <a:spcAft>
                <a:spcPts val="0"/>
              </a:spcAft>
              <a:buClr>
                <a:schemeClr val="dk1"/>
              </a:buClr>
              <a:buSzPts val="1000"/>
              <a:buNone/>
            </a:pPr>
            <a:r>
              <a:rPr lang="en-US" sz="1000" b="1"/>
              <a:t>    &lt;title&gt;</a:t>
            </a:r>
            <a:endParaRPr/>
          </a:p>
          <a:p>
            <a:pPr marL="0" lvl="0" indent="0" algn="l" rtl="0">
              <a:spcBef>
                <a:spcPts val="200"/>
              </a:spcBef>
              <a:spcAft>
                <a:spcPts val="0"/>
              </a:spcAft>
              <a:buClr>
                <a:schemeClr val="dk1"/>
              </a:buClr>
              <a:buSzPts val="1000"/>
              <a:buNone/>
            </a:pPr>
            <a:r>
              <a:rPr lang="en-US" sz="1000" b="1"/>
              <a:t>        Add JavaScript Code inside Body Section</a:t>
            </a:r>
            <a:endParaRPr/>
          </a:p>
          <a:p>
            <a:pPr marL="0" lvl="0" indent="0" algn="l" rtl="0">
              <a:spcBef>
                <a:spcPts val="200"/>
              </a:spcBef>
              <a:spcAft>
                <a:spcPts val="0"/>
              </a:spcAft>
              <a:buClr>
                <a:schemeClr val="dk1"/>
              </a:buClr>
              <a:buSzPts val="1000"/>
              <a:buNone/>
            </a:pPr>
            <a:r>
              <a:rPr lang="en-US" sz="1000" b="1"/>
              <a:t>    &lt;/title&gt;</a:t>
            </a:r>
            <a:endParaRPr/>
          </a:p>
          <a:p>
            <a:pPr marL="0" lvl="0" indent="0" algn="l" rtl="0">
              <a:spcBef>
                <a:spcPts val="200"/>
              </a:spcBef>
              <a:spcAft>
                <a:spcPts val="0"/>
              </a:spcAft>
              <a:buClr>
                <a:schemeClr val="dk1"/>
              </a:buClr>
              <a:buSzPts val="1000"/>
              <a:buNone/>
            </a:pPr>
            <a:r>
              <a:rPr lang="en-US" sz="1000" b="1"/>
              <a:t>&lt;/head&gt;</a:t>
            </a:r>
            <a:endParaRPr/>
          </a:p>
          <a:p>
            <a:pPr marL="0" lvl="0" indent="0" algn="l" rtl="0">
              <a:spcBef>
                <a:spcPts val="200"/>
              </a:spcBef>
              <a:spcAft>
                <a:spcPts val="0"/>
              </a:spcAft>
              <a:buClr>
                <a:schemeClr val="dk1"/>
              </a:buClr>
              <a:buSzPts val="1000"/>
              <a:buNone/>
            </a:pPr>
            <a:r>
              <a:rPr lang="en-US" sz="1000" b="1"/>
              <a:t>&lt;body&gt;</a:t>
            </a:r>
            <a:endParaRPr/>
          </a:p>
          <a:p>
            <a:pPr marL="0" lvl="0" indent="0" algn="l" rtl="0">
              <a:spcBef>
                <a:spcPts val="200"/>
              </a:spcBef>
              <a:spcAft>
                <a:spcPts val="0"/>
              </a:spcAft>
              <a:buClr>
                <a:schemeClr val="dk1"/>
              </a:buClr>
              <a:buSzPts val="1000"/>
              <a:buNone/>
            </a:pPr>
            <a:r>
              <a:rPr lang="en-US" sz="1000" b="1"/>
              <a:t>    &lt;h2&gt;</a:t>
            </a:r>
            <a:endParaRPr/>
          </a:p>
          <a:p>
            <a:pPr marL="0" lvl="0" indent="0" algn="l" rtl="0">
              <a:spcBef>
                <a:spcPts val="200"/>
              </a:spcBef>
              <a:spcAft>
                <a:spcPts val="0"/>
              </a:spcAft>
              <a:buClr>
                <a:schemeClr val="dk1"/>
              </a:buClr>
              <a:buSzPts val="1000"/>
              <a:buNone/>
            </a:pPr>
            <a:r>
              <a:rPr lang="en-US" sz="1000" b="1"/>
              <a:t>        Add JavaScript Code</a:t>
            </a:r>
            <a:endParaRPr/>
          </a:p>
          <a:p>
            <a:pPr marL="0" lvl="0" indent="0" algn="l" rtl="0">
              <a:spcBef>
                <a:spcPts val="200"/>
              </a:spcBef>
              <a:spcAft>
                <a:spcPts val="0"/>
              </a:spcAft>
              <a:buClr>
                <a:schemeClr val="dk1"/>
              </a:buClr>
              <a:buSzPts val="1000"/>
              <a:buNone/>
            </a:pPr>
            <a:r>
              <a:rPr lang="en-US" sz="1000" b="1"/>
              <a:t>        inside Body Section</a:t>
            </a:r>
            <a:endParaRPr/>
          </a:p>
          <a:p>
            <a:pPr marL="0" lvl="0" indent="0" algn="l" rtl="0">
              <a:spcBef>
                <a:spcPts val="200"/>
              </a:spcBef>
              <a:spcAft>
                <a:spcPts val="0"/>
              </a:spcAft>
              <a:buClr>
                <a:schemeClr val="dk1"/>
              </a:buClr>
              <a:buSzPts val="1000"/>
              <a:buNone/>
            </a:pPr>
            <a:r>
              <a:rPr lang="en-US" sz="1000" b="1"/>
              <a:t>    &lt;/h2&gt;</a:t>
            </a:r>
            <a:endParaRPr/>
          </a:p>
          <a:p>
            <a:pPr marL="0" lvl="0" indent="0" algn="l" rtl="0">
              <a:spcBef>
                <a:spcPts val="200"/>
              </a:spcBef>
              <a:spcAft>
                <a:spcPts val="0"/>
              </a:spcAft>
              <a:buClr>
                <a:schemeClr val="dk1"/>
              </a:buClr>
              <a:buSzPts val="1000"/>
              <a:buNone/>
            </a:pPr>
            <a:r>
              <a:rPr lang="en-US" sz="1000" b="1"/>
              <a:t>    &lt;h3 id="demo" style="color:green;"&gt;</a:t>
            </a:r>
            <a:endParaRPr/>
          </a:p>
          <a:p>
            <a:pPr marL="0" lvl="0" indent="0" algn="l" rtl="0">
              <a:spcBef>
                <a:spcPts val="200"/>
              </a:spcBef>
              <a:spcAft>
                <a:spcPts val="0"/>
              </a:spcAft>
              <a:buClr>
                <a:schemeClr val="dk1"/>
              </a:buClr>
              <a:buSzPts val="1000"/>
              <a:buNone/>
            </a:pPr>
            <a:r>
              <a:rPr lang="en-US" sz="1000" b="1"/>
              <a:t>        GeeksforGeeks</a:t>
            </a:r>
            <a:endParaRPr sz="1000" b="1"/>
          </a:p>
          <a:p>
            <a:pPr marL="0" lvl="0" indent="0" algn="l" rtl="0">
              <a:spcBef>
                <a:spcPts val="200"/>
              </a:spcBef>
              <a:spcAft>
                <a:spcPts val="0"/>
              </a:spcAft>
              <a:buClr>
                <a:schemeClr val="dk1"/>
              </a:buClr>
              <a:buSzPts val="1000"/>
              <a:buNone/>
            </a:pPr>
            <a:r>
              <a:rPr lang="en-US" sz="1000" b="1"/>
              <a:t>    &lt;/h3&gt;</a:t>
            </a:r>
            <a:endParaRPr/>
          </a:p>
          <a:p>
            <a:pPr marL="0" lvl="0" indent="0" algn="l" rtl="0">
              <a:spcBef>
                <a:spcPts val="200"/>
              </a:spcBef>
              <a:spcAft>
                <a:spcPts val="0"/>
              </a:spcAft>
              <a:buClr>
                <a:schemeClr val="dk1"/>
              </a:buClr>
              <a:buSzPts val="1000"/>
              <a:buNone/>
            </a:pPr>
            <a:r>
              <a:rPr lang="en-US" sz="1000" b="1"/>
              <a:t>    &lt;button type="button" onclick="myFun()"&gt;</a:t>
            </a:r>
            <a:endParaRPr/>
          </a:p>
          <a:p>
            <a:pPr marL="0" lvl="0" indent="0" algn="l" rtl="0">
              <a:spcBef>
                <a:spcPts val="200"/>
              </a:spcBef>
              <a:spcAft>
                <a:spcPts val="0"/>
              </a:spcAft>
              <a:buClr>
                <a:schemeClr val="dk1"/>
              </a:buClr>
              <a:buSzPts val="1000"/>
              <a:buNone/>
            </a:pPr>
            <a:r>
              <a:rPr lang="en-US" sz="1000" b="1"/>
              <a:t>        Click Here</a:t>
            </a:r>
            <a:endParaRPr/>
          </a:p>
          <a:p>
            <a:pPr marL="0" lvl="0" indent="0" algn="l" rtl="0">
              <a:spcBef>
                <a:spcPts val="200"/>
              </a:spcBef>
              <a:spcAft>
                <a:spcPts val="0"/>
              </a:spcAft>
              <a:buClr>
                <a:schemeClr val="dk1"/>
              </a:buClr>
              <a:buSzPts val="1000"/>
              <a:buNone/>
            </a:pPr>
            <a:r>
              <a:rPr lang="en-US" sz="1000" b="1"/>
              <a:t>    &lt;/button&gt;</a:t>
            </a:r>
            <a:endParaRPr/>
          </a:p>
          <a:p>
            <a:pPr marL="0" lvl="0" indent="0" algn="l" rtl="0">
              <a:spcBef>
                <a:spcPts val="200"/>
              </a:spcBef>
              <a:spcAft>
                <a:spcPts val="0"/>
              </a:spcAft>
              <a:buClr>
                <a:schemeClr val="dk1"/>
              </a:buClr>
              <a:buSzPts val="1000"/>
              <a:buNone/>
            </a:pPr>
            <a:r>
              <a:rPr lang="en-US" sz="1000" b="1"/>
              <a:t>    &lt;script&gt;</a:t>
            </a:r>
            <a:endParaRPr/>
          </a:p>
          <a:p>
            <a:pPr marL="0" lvl="0" indent="0" algn="l" rtl="0">
              <a:spcBef>
                <a:spcPts val="200"/>
              </a:spcBef>
              <a:spcAft>
                <a:spcPts val="0"/>
              </a:spcAft>
              <a:buClr>
                <a:schemeClr val="dk1"/>
              </a:buClr>
              <a:buSzPts val="1000"/>
              <a:buNone/>
            </a:pPr>
            <a:r>
              <a:rPr lang="en-US" sz="1000" b="1"/>
              <a:t>        function myFun() {</a:t>
            </a:r>
            <a:endParaRPr/>
          </a:p>
          <a:p>
            <a:pPr marL="0" lvl="0" indent="0" algn="l" rtl="0">
              <a:spcBef>
                <a:spcPts val="200"/>
              </a:spcBef>
              <a:spcAft>
                <a:spcPts val="0"/>
              </a:spcAft>
              <a:buClr>
                <a:schemeClr val="dk1"/>
              </a:buClr>
              <a:buSzPts val="1000"/>
              <a:buNone/>
            </a:pPr>
            <a:r>
              <a:rPr lang="en-US" sz="1000" b="1"/>
              <a:t>            document.getElementById("demo")</a:t>
            </a:r>
            <a:endParaRPr/>
          </a:p>
          <a:p>
            <a:pPr marL="0" lvl="0" indent="0" algn="l" rtl="0">
              <a:spcBef>
                <a:spcPts val="200"/>
              </a:spcBef>
              <a:spcAft>
                <a:spcPts val="0"/>
              </a:spcAft>
              <a:buClr>
                <a:schemeClr val="dk1"/>
              </a:buClr>
              <a:buSzPts val="1000"/>
              <a:buNone/>
            </a:pPr>
            <a:r>
              <a:rPr lang="en-US" sz="1000" b="1"/>
              <a:t>                .innerHTML = "Content changed!";</a:t>
            </a:r>
            <a:endParaRPr/>
          </a:p>
          <a:p>
            <a:pPr marL="0" lvl="0" indent="0" algn="l" rtl="0">
              <a:spcBef>
                <a:spcPts val="200"/>
              </a:spcBef>
              <a:spcAft>
                <a:spcPts val="0"/>
              </a:spcAft>
              <a:buClr>
                <a:schemeClr val="dk1"/>
              </a:buClr>
              <a:buSzPts val="1000"/>
              <a:buNone/>
            </a:pPr>
            <a:r>
              <a:rPr lang="en-US" sz="1000" b="1"/>
              <a:t>        }</a:t>
            </a:r>
            <a:endParaRPr/>
          </a:p>
          <a:p>
            <a:pPr marL="0" lvl="0" indent="0" algn="l" rtl="0">
              <a:spcBef>
                <a:spcPts val="200"/>
              </a:spcBef>
              <a:spcAft>
                <a:spcPts val="0"/>
              </a:spcAft>
              <a:buClr>
                <a:schemeClr val="dk1"/>
              </a:buClr>
              <a:buSzPts val="1000"/>
              <a:buNone/>
            </a:pPr>
            <a:r>
              <a:rPr lang="en-US" sz="1000" b="1"/>
              <a:t>    &lt;/script&gt;</a:t>
            </a:r>
            <a:endParaRPr/>
          </a:p>
          <a:p>
            <a:pPr marL="0" lvl="0" indent="0" algn="l" rtl="0">
              <a:spcBef>
                <a:spcPts val="200"/>
              </a:spcBef>
              <a:spcAft>
                <a:spcPts val="0"/>
              </a:spcAft>
              <a:buClr>
                <a:schemeClr val="dk1"/>
              </a:buClr>
              <a:buSzPts val="1000"/>
              <a:buNone/>
            </a:pPr>
            <a:r>
              <a:rPr lang="en-US" sz="1000" b="1"/>
              <a:t>&lt;/body&gt;</a:t>
            </a:r>
            <a:endParaRPr/>
          </a:p>
          <a:p>
            <a:pPr marL="0" lvl="0" indent="0" algn="l" rtl="0">
              <a:spcBef>
                <a:spcPts val="200"/>
              </a:spcBef>
              <a:spcAft>
                <a:spcPts val="0"/>
              </a:spcAft>
              <a:buClr>
                <a:schemeClr val="dk1"/>
              </a:buClr>
              <a:buSzPts val="1000"/>
              <a:buNone/>
            </a:pPr>
            <a:r>
              <a:rPr lang="en-US" sz="1000" b="1"/>
              <a:t>&lt;/html&gt;</a:t>
            </a:r>
            <a:endParaRPr/>
          </a:p>
        </p:txBody>
      </p:sp>
      <p:sp>
        <p:nvSpPr>
          <p:cNvPr id="206" name="Google Shape;20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08" name="Google Shape;20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
        <p:nvSpPr>
          <p:cNvPr id="214" name="Google Shape;214;p1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600"/>
              <a:buNone/>
            </a:pPr>
            <a:r>
              <a:rPr lang="en-US" sz="2600" b="1"/>
              <a:t>3. External JavaScript</a:t>
            </a:r>
            <a:endParaRPr/>
          </a:p>
          <a:p>
            <a:pPr marL="342900" lvl="0" indent="-342900" algn="just" rtl="0">
              <a:spcBef>
                <a:spcPts val="340"/>
              </a:spcBef>
              <a:spcAft>
                <a:spcPts val="0"/>
              </a:spcAft>
              <a:buClr>
                <a:schemeClr val="dk1"/>
              </a:buClr>
              <a:buSzPts val="1700"/>
              <a:buChar char="•"/>
            </a:pPr>
            <a:r>
              <a:rPr lang="en-US" sz="1700"/>
              <a:t>For larger projects or when reusing scripts across multiple HTML files, you can place your JavaScript code in an external .js file. This file is then linked to your HTML document using the src attribute within a &lt;script&gt; tag.</a:t>
            </a:r>
            <a:endParaRPr/>
          </a:p>
          <a:p>
            <a:pPr marL="342900" lvl="0" indent="-234950" algn="just" rtl="0">
              <a:spcBef>
                <a:spcPts val="340"/>
              </a:spcBef>
              <a:spcAft>
                <a:spcPts val="0"/>
              </a:spcAft>
              <a:buClr>
                <a:schemeClr val="dk1"/>
              </a:buClr>
              <a:buSzPts val="1700"/>
              <a:buNone/>
            </a:pPr>
            <a:endParaRPr sz="1700"/>
          </a:p>
          <a:p>
            <a:pPr marL="0" lvl="0" indent="0" algn="just" rtl="0">
              <a:spcBef>
                <a:spcPts val="340"/>
              </a:spcBef>
              <a:spcAft>
                <a:spcPts val="0"/>
              </a:spcAft>
              <a:buClr>
                <a:schemeClr val="dk1"/>
              </a:buClr>
              <a:buSzPts val="1700"/>
              <a:buNone/>
            </a:pPr>
            <a:r>
              <a:rPr lang="en-US" sz="1700" b="1"/>
              <a:t>How to Reference External JavaScript Files:</a:t>
            </a:r>
            <a:r>
              <a:rPr lang="en-US" sz="1700"/>
              <a:t>We can reference an external script in three ways in javascript:</a:t>
            </a:r>
            <a:endParaRPr/>
          </a:p>
          <a:p>
            <a:pPr marL="342900" lvl="0" indent="-342900" algn="just" rtl="0">
              <a:spcBef>
                <a:spcPts val="340"/>
              </a:spcBef>
              <a:spcAft>
                <a:spcPts val="0"/>
              </a:spcAft>
              <a:buClr>
                <a:schemeClr val="dk1"/>
              </a:buClr>
              <a:buSzPts val="1700"/>
              <a:buChar char="•"/>
            </a:pPr>
            <a:r>
              <a:rPr lang="en-US" sz="1700"/>
              <a:t>By using a full URL:</a:t>
            </a:r>
            <a:endParaRPr/>
          </a:p>
          <a:p>
            <a:pPr marL="400050" lvl="1" indent="0" algn="just" rtl="0">
              <a:spcBef>
                <a:spcPts val="340"/>
              </a:spcBef>
              <a:spcAft>
                <a:spcPts val="0"/>
              </a:spcAft>
              <a:buClr>
                <a:schemeClr val="dk1"/>
              </a:buClr>
              <a:buSzPts val="1700"/>
              <a:buNone/>
            </a:pPr>
            <a:r>
              <a:rPr lang="en-US" sz="1700"/>
              <a:t>src = "https://www.geeksforgeek.org/js/script.js"</a:t>
            </a:r>
            <a:endParaRPr/>
          </a:p>
          <a:p>
            <a:pPr marL="342900" lvl="0" indent="-342900" algn="just" rtl="0">
              <a:spcBef>
                <a:spcPts val="340"/>
              </a:spcBef>
              <a:spcAft>
                <a:spcPts val="0"/>
              </a:spcAft>
              <a:buClr>
                <a:schemeClr val="dk1"/>
              </a:buClr>
              <a:buSzPts val="1700"/>
              <a:buChar char="•"/>
            </a:pPr>
            <a:r>
              <a:rPr lang="en-US" sz="1700"/>
              <a:t>By using a file path:</a:t>
            </a:r>
            <a:endParaRPr/>
          </a:p>
          <a:p>
            <a:pPr marL="400050" lvl="1" indent="0" algn="just" rtl="0">
              <a:spcBef>
                <a:spcPts val="340"/>
              </a:spcBef>
              <a:spcAft>
                <a:spcPts val="0"/>
              </a:spcAft>
              <a:buClr>
                <a:schemeClr val="dk1"/>
              </a:buClr>
              <a:buSzPts val="1700"/>
              <a:buNone/>
            </a:pPr>
            <a:r>
              <a:rPr lang="en-US" sz="1700"/>
              <a:t>src = "/js/script.js"</a:t>
            </a:r>
            <a:endParaRPr/>
          </a:p>
          <a:p>
            <a:pPr marL="342900" lvl="0" indent="-342900" algn="just" rtl="0">
              <a:spcBef>
                <a:spcPts val="340"/>
              </a:spcBef>
              <a:spcAft>
                <a:spcPts val="0"/>
              </a:spcAft>
              <a:buClr>
                <a:schemeClr val="dk1"/>
              </a:buClr>
              <a:buSzPts val="1700"/>
              <a:buChar char="•"/>
            </a:pPr>
            <a:r>
              <a:rPr lang="en-US" sz="1700"/>
              <a:t>Without using any path:</a:t>
            </a:r>
            <a:endParaRPr/>
          </a:p>
          <a:p>
            <a:pPr marL="457200" lvl="1" indent="0" algn="just" rtl="0">
              <a:spcBef>
                <a:spcPts val="340"/>
              </a:spcBef>
              <a:spcAft>
                <a:spcPts val="0"/>
              </a:spcAft>
              <a:buClr>
                <a:schemeClr val="dk1"/>
              </a:buClr>
              <a:buSzPts val="1700"/>
              <a:buNone/>
            </a:pPr>
            <a:r>
              <a:rPr lang="en-US" sz="1700"/>
              <a:t>src = "script.js"</a:t>
            </a:r>
            <a:endParaRPr/>
          </a:p>
          <a:p>
            <a:pPr marL="342900" lvl="0" indent="-234950" algn="just" rtl="0">
              <a:spcBef>
                <a:spcPts val="340"/>
              </a:spcBef>
              <a:spcAft>
                <a:spcPts val="0"/>
              </a:spcAft>
              <a:buClr>
                <a:schemeClr val="dk1"/>
              </a:buClr>
              <a:buSzPts val="1700"/>
              <a:buNone/>
            </a:pPr>
            <a:endParaRPr sz="1700"/>
          </a:p>
          <a:p>
            <a:pPr marL="342900" lvl="0" indent="-234950" algn="just" rtl="0">
              <a:spcBef>
                <a:spcPts val="340"/>
              </a:spcBef>
              <a:spcAft>
                <a:spcPts val="0"/>
              </a:spcAft>
              <a:buClr>
                <a:schemeClr val="dk1"/>
              </a:buClr>
              <a:buSzPts val="1700"/>
              <a:buNone/>
            </a:pPr>
            <a:endParaRPr sz="1700"/>
          </a:p>
          <a:p>
            <a:pPr marL="342900" lvl="0" indent="-234950" algn="just" rtl="0">
              <a:spcBef>
                <a:spcPts val="340"/>
              </a:spcBef>
              <a:spcAft>
                <a:spcPts val="0"/>
              </a:spcAft>
              <a:buClr>
                <a:schemeClr val="dk1"/>
              </a:buClr>
              <a:buSzPts val="1700"/>
              <a:buNone/>
            </a:pPr>
            <a:endParaRPr sz="1700"/>
          </a:p>
        </p:txBody>
      </p:sp>
      <p:sp>
        <p:nvSpPr>
          <p:cNvPr id="215" name="Google Shape;21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17" name="Google Shape;21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EXAMPLE</a:t>
            </a:r>
            <a:endParaRPr b="1"/>
          </a:p>
        </p:txBody>
      </p:sp>
      <p:sp>
        <p:nvSpPr>
          <p:cNvPr id="223" name="Google Shape;223;p20"/>
          <p:cNvSpPr txBox="1">
            <a:spLocks noGrp="1"/>
          </p:cNvSpPr>
          <p:nvPr>
            <p:ph type="body" idx="1"/>
          </p:nvPr>
        </p:nvSpPr>
        <p:spPr>
          <a:xfrm>
            <a:off x="457200" y="1371600"/>
            <a:ext cx="8229600" cy="4876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None/>
            </a:pPr>
            <a:r>
              <a:rPr lang="en-US" sz="1200" b="1"/>
              <a:t>Example: </a:t>
            </a:r>
            <a:r>
              <a:rPr lang="en-US" sz="1200"/>
              <a:t>This example shows showing the linking of an external script file inside the head section.</a:t>
            </a:r>
            <a:endParaRPr/>
          </a:p>
          <a:p>
            <a:pPr marL="0" lvl="0" indent="0" algn="l" rtl="0">
              <a:spcBef>
                <a:spcPts val="240"/>
              </a:spcBef>
              <a:spcAft>
                <a:spcPts val="0"/>
              </a:spcAft>
              <a:buClr>
                <a:schemeClr val="dk1"/>
              </a:buClr>
              <a:buSzPts val="1200"/>
              <a:buNone/>
            </a:pPr>
            <a:endParaRPr sz="1200" b="1"/>
          </a:p>
          <a:p>
            <a:pPr marL="0" lvl="0" indent="0" algn="l" rtl="0">
              <a:spcBef>
                <a:spcPts val="240"/>
              </a:spcBef>
              <a:spcAft>
                <a:spcPts val="0"/>
              </a:spcAft>
              <a:buClr>
                <a:schemeClr val="dk1"/>
              </a:buClr>
              <a:buSzPts val="1200"/>
              <a:buNone/>
            </a:pPr>
            <a:r>
              <a:rPr lang="en-US" sz="1200" b="1"/>
              <a:t>&lt;!DOCTYPE html&gt;</a:t>
            </a:r>
            <a:endParaRPr/>
          </a:p>
          <a:p>
            <a:pPr marL="0" lvl="0" indent="0" algn="l" rtl="0">
              <a:spcBef>
                <a:spcPts val="240"/>
              </a:spcBef>
              <a:spcAft>
                <a:spcPts val="0"/>
              </a:spcAft>
              <a:buClr>
                <a:schemeClr val="dk1"/>
              </a:buClr>
              <a:buSzPts val="1200"/>
              <a:buNone/>
            </a:pPr>
            <a:r>
              <a:rPr lang="en-US" sz="1200" b="1"/>
              <a:t>&lt;html&gt;</a:t>
            </a:r>
            <a:endParaRPr/>
          </a:p>
          <a:p>
            <a:pPr marL="0" lvl="0" indent="0" algn="l" rtl="0">
              <a:spcBef>
                <a:spcPts val="240"/>
              </a:spcBef>
              <a:spcAft>
                <a:spcPts val="0"/>
              </a:spcAft>
              <a:buClr>
                <a:schemeClr val="dk1"/>
              </a:buClr>
              <a:buSzPts val="1200"/>
              <a:buNone/>
            </a:pPr>
            <a:r>
              <a:rPr lang="en-US" sz="1200" b="1"/>
              <a:t>&lt;head&gt;</a:t>
            </a:r>
            <a:endParaRPr/>
          </a:p>
          <a:p>
            <a:pPr marL="0" lvl="0" indent="0" algn="l" rtl="0">
              <a:spcBef>
                <a:spcPts val="240"/>
              </a:spcBef>
              <a:spcAft>
                <a:spcPts val="0"/>
              </a:spcAft>
              <a:buClr>
                <a:schemeClr val="dk1"/>
              </a:buClr>
              <a:buSzPts val="1200"/>
              <a:buNone/>
            </a:pPr>
            <a:r>
              <a:rPr lang="en-US" sz="1200" b="1"/>
              <a:t>    &lt;title&gt;</a:t>
            </a:r>
            <a:endParaRPr/>
          </a:p>
          <a:p>
            <a:pPr marL="0" lvl="0" indent="0" algn="l" rtl="0">
              <a:spcBef>
                <a:spcPts val="240"/>
              </a:spcBef>
              <a:spcAft>
                <a:spcPts val="0"/>
              </a:spcAft>
              <a:buClr>
                <a:schemeClr val="dk1"/>
              </a:buClr>
              <a:buSzPts val="1200"/>
              <a:buNone/>
            </a:pPr>
            <a:r>
              <a:rPr lang="en-US" sz="1200" b="1"/>
              <a:t>        External JavaScript</a:t>
            </a:r>
            <a:endParaRPr/>
          </a:p>
          <a:p>
            <a:pPr marL="0" lvl="0" indent="0" algn="l" rtl="0">
              <a:spcBef>
                <a:spcPts val="240"/>
              </a:spcBef>
              <a:spcAft>
                <a:spcPts val="0"/>
              </a:spcAft>
              <a:buClr>
                <a:schemeClr val="dk1"/>
              </a:buClr>
              <a:buSzPts val="1200"/>
              <a:buNone/>
            </a:pPr>
            <a:r>
              <a:rPr lang="en-US" sz="1200" b="1"/>
              <a:t>    &lt;/title&gt;</a:t>
            </a:r>
            <a:endParaRPr/>
          </a:p>
          <a:p>
            <a:pPr marL="0" lvl="0" indent="0" algn="l" rtl="0">
              <a:spcBef>
                <a:spcPts val="240"/>
              </a:spcBef>
              <a:spcAft>
                <a:spcPts val="0"/>
              </a:spcAft>
              <a:buClr>
                <a:schemeClr val="dk1"/>
              </a:buClr>
              <a:buSzPts val="1200"/>
              <a:buNone/>
            </a:pPr>
            <a:r>
              <a:rPr lang="en-US" sz="1200" b="1"/>
              <a:t>    &lt;script src="script.js"&gt;&lt;/script&gt;</a:t>
            </a:r>
            <a:endParaRPr/>
          </a:p>
          <a:p>
            <a:pPr marL="0" lvl="0" indent="0" algn="l" rtl="0">
              <a:spcBef>
                <a:spcPts val="240"/>
              </a:spcBef>
              <a:spcAft>
                <a:spcPts val="0"/>
              </a:spcAft>
              <a:buClr>
                <a:schemeClr val="dk1"/>
              </a:buClr>
              <a:buSzPts val="1200"/>
              <a:buNone/>
            </a:pPr>
            <a:r>
              <a:rPr lang="en-US" sz="1200" b="1"/>
              <a:t>&lt;/head&gt;</a:t>
            </a:r>
            <a:endParaRPr/>
          </a:p>
          <a:p>
            <a:pPr marL="0" lvl="0" indent="0" algn="l" rtl="0">
              <a:spcBef>
                <a:spcPts val="240"/>
              </a:spcBef>
              <a:spcAft>
                <a:spcPts val="0"/>
              </a:spcAft>
              <a:buClr>
                <a:schemeClr val="dk1"/>
              </a:buClr>
              <a:buSzPts val="1200"/>
              <a:buNone/>
            </a:pPr>
            <a:r>
              <a:rPr lang="en-US" sz="1200" b="1"/>
              <a:t>&lt;body&gt;</a:t>
            </a:r>
            <a:endParaRPr/>
          </a:p>
          <a:p>
            <a:pPr marL="0" lvl="0" indent="0" algn="l" rtl="0">
              <a:spcBef>
                <a:spcPts val="240"/>
              </a:spcBef>
              <a:spcAft>
                <a:spcPts val="0"/>
              </a:spcAft>
              <a:buClr>
                <a:schemeClr val="dk1"/>
              </a:buClr>
              <a:buSzPts val="1200"/>
              <a:buNone/>
            </a:pPr>
            <a:r>
              <a:rPr lang="en-US" sz="1200" b="1"/>
              <a:t>    &lt;h2&gt;</a:t>
            </a:r>
            <a:endParaRPr/>
          </a:p>
          <a:p>
            <a:pPr marL="0" lvl="0" indent="0" algn="l" rtl="0">
              <a:spcBef>
                <a:spcPts val="240"/>
              </a:spcBef>
              <a:spcAft>
                <a:spcPts val="0"/>
              </a:spcAft>
              <a:buClr>
                <a:schemeClr val="dk1"/>
              </a:buClr>
              <a:buSzPts val="1200"/>
              <a:buNone/>
            </a:pPr>
            <a:r>
              <a:rPr lang="en-US" sz="1200" b="1"/>
              <a:t>        External JavaScript</a:t>
            </a:r>
            <a:endParaRPr/>
          </a:p>
          <a:p>
            <a:pPr marL="0" lvl="0" indent="0" algn="l" rtl="0">
              <a:spcBef>
                <a:spcPts val="240"/>
              </a:spcBef>
              <a:spcAft>
                <a:spcPts val="0"/>
              </a:spcAft>
              <a:buClr>
                <a:schemeClr val="dk1"/>
              </a:buClr>
              <a:buSzPts val="1200"/>
              <a:buNone/>
            </a:pPr>
            <a:r>
              <a:rPr lang="en-US" sz="1200" b="1"/>
              <a:t>    &lt;/h2&gt;</a:t>
            </a:r>
            <a:endParaRPr/>
          </a:p>
          <a:p>
            <a:pPr marL="0" lvl="0" indent="0" algn="l" rtl="0">
              <a:spcBef>
                <a:spcPts val="240"/>
              </a:spcBef>
              <a:spcAft>
                <a:spcPts val="0"/>
              </a:spcAft>
              <a:buClr>
                <a:schemeClr val="dk1"/>
              </a:buClr>
              <a:buSzPts val="1200"/>
              <a:buNone/>
            </a:pPr>
            <a:r>
              <a:rPr lang="en-US" sz="1200" b="1"/>
              <a:t>    &lt;h3 id="demo" style="color:green;"&gt;</a:t>
            </a:r>
            <a:endParaRPr/>
          </a:p>
          <a:p>
            <a:pPr marL="0" lvl="0" indent="0" algn="l" rtl="0">
              <a:spcBef>
                <a:spcPts val="240"/>
              </a:spcBef>
              <a:spcAft>
                <a:spcPts val="0"/>
              </a:spcAft>
              <a:buClr>
                <a:schemeClr val="dk1"/>
              </a:buClr>
              <a:buSzPts val="1200"/>
              <a:buNone/>
            </a:pPr>
            <a:r>
              <a:rPr lang="en-US" sz="1200" b="1"/>
              <a:t>        GeeksforGeeks</a:t>
            </a:r>
            <a:endParaRPr sz="1200" b="1"/>
          </a:p>
          <a:p>
            <a:pPr marL="0" lvl="0" indent="0" algn="l" rtl="0">
              <a:spcBef>
                <a:spcPts val="240"/>
              </a:spcBef>
              <a:spcAft>
                <a:spcPts val="0"/>
              </a:spcAft>
              <a:buClr>
                <a:schemeClr val="dk1"/>
              </a:buClr>
              <a:buSzPts val="1200"/>
              <a:buNone/>
            </a:pPr>
            <a:r>
              <a:rPr lang="en-US" sz="1200" b="1"/>
              <a:t>    &lt;/h3&gt;</a:t>
            </a:r>
            <a:endParaRPr/>
          </a:p>
          <a:p>
            <a:pPr marL="0" lvl="0" indent="0" algn="l" rtl="0">
              <a:spcBef>
                <a:spcPts val="240"/>
              </a:spcBef>
              <a:spcAft>
                <a:spcPts val="0"/>
              </a:spcAft>
              <a:buClr>
                <a:schemeClr val="dk1"/>
              </a:buClr>
              <a:buSzPts val="1200"/>
              <a:buNone/>
            </a:pPr>
            <a:r>
              <a:rPr lang="en-US" sz="1200" b="1"/>
              <a:t>    &lt;button type="button" onclick="myFun()"&gt;</a:t>
            </a:r>
            <a:endParaRPr/>
          </a:p>
          <a:p>
            <a:pPr marL="0" lvl="0" indent="0" algn="l" rtl="0">
              <a:spcBef>
                <a:spcPts val="240"/>
              </a:spcBef>
              <a:spcAft>
                <a:spcPts val="0"/>
              </a:spcAft>
              <a:buClr>
                <a:schemeClr val="dk1"/>
              </a:buClr>
              <a:buSzPts val="1200"/>
              <a:buNone/>
            </a:pPr>
            <a:r>
              <a:rPr lang="en-US" sz="1200" b="1"/>
              <a:t>        Click Here</a:t>
            </a:r>
            <a:endParaRPr/>
          </a:p>
          <a:p>
            <a:pPr marL="0" lvl="0" indent="0" algn="l" rtl="0">
              <a:spcBef>
                <a:spcPts val="240"/>
              </a:spcBef>
              <a:spcAft>
                <a:spcPts val="0"/>
              </a:spcAft>
              <a:buClr>
                <a:schemeClr val="dk1"/>
              </a:buClr>
              <a:buSzPts val="1200"/>
              <a:buNone/>
            </a:pPr>
            <a:r>
              <a:rPr lang="en-US" sz="1200" b="1"/>
              <a:t>    &lt;/button&gt;</a:t>
            </a:r>
            <a:endParaRPr/>
          </a:p>
          <a:p>
            <a:pPr marL="0" lvl="0" indent="0" algn="l" rtl="0">
              <a:spcBef>
                <a:spcPts val="240"/>
              </a:spcBef>
              <a:spcAft>
                <a:spcPts val="0"/>
              </a:spcAft>
              <a:buClr>
                <a:schemeClr val="dk1"/>
              </a:buClr>
              <a:buSzPts val="1200"/>
              <a:buNone/>
            </a:pPr>
            <a:r>
              <a:rPr lang="en-US" sz="1200" b="1"/>
              <a:t>&lt;/body&gt;</a:t>
            </a:r>
            <a:endParaRPr/>
          </a:p>
          <a:p>
            <a:pPr marL="0" lvl="0" indent="0" algn="l" rtl="0">
              <a:spcBef>
                <a:spcPts val="240"/>
              </a:spcBef>
              <a:spcAft>
                <a:spcPts val="0"/>
              </a:spcAft>
              <a:buClr>
                <a:schemeClr val="dk1"/>
              </a:buClr>
              <a:buSzPts val="1200"/>
              <a:buNone/>
            </a:pPr>
            <a:r>
              <a:rPr lang="en-US" sz="1200" b="1"/>
              <a:t>&lt;/html&gt;</a:t>
            </a:r>
            <a:endParaRPr/>
          </a:p>
        </p:txBody>
      </p:sp>
      <p:sp>
        <p:nvSpPr>
          <p:cNvPr id="224" name="Google Shape;224;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26" name="Google Shape;226;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2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Chrome DevTools: An Overview</a:t>
            </a:r>
            <a:endParaRPr/>
          </a:p>
        </p:txBody>
      </p:sp>
      <p:sp>
        <p:nvSpPr>
          <p:cNvPr id="232" name="Google Shape;232;p21"/>
          <p:cNvSpPr txBox="1">
            <a:spLocks noGrp="1"/>
          </p:cNvSpPr>
          <p:nvPr>
            <p:ph type="body" idx="1"/>
          </p:nvPr>
        </p:nvSpPr>
        <p:spPr>
          <a:xfrm>
            <a:off x="457200" y="1371600"/>
            <a:ext cx="8229600" cy="51054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000"/>
              <a:buNone/>
            </a:pPr>
            <a:r>
              <a:rPr lang="en-US" sz="2000" b="1"/>
              <a:t>Chrome DevTools</a:t>
            </a:r>
            <a:r>
              <a:rPr lang="en-US" sz="2000"/>
              <a:t> is a set of web developer tools built directly into the Google Chrome browser. These tools help developers edit pages on the fly and diagnose problems quickly, making it an essential resource for anyone involved in web development.</a:t>
            </a:r>
            <a:endParaRPr/>
          </a:p>
          <a:p>
            <a:pPr marL="0" lvl="0" indent="0" algn="just" rtl="0">
              <a:spcBef>
                <a:spcPts val="400"/>
              </a:spcBef>
              <a:spcAft>
                <a:spcPts val="0"/>
              </a:spcAft>
              <a:buClr>
                <a:schemeClr val="dk1"/>
              </a:buClr>
              <a:buSzPts val="2000"/>
              <a:buNone/>
            </a:pPr>
            <a:endParaRPr sz="2000" b="1"/>
          </a:p>
          <a:p>
            <a:pPr marL="0" lvl="0" indent="0" algn="just" rtl="0">
              <a:spcBef>
                <a:spcPts val="400"/>
              </a:spcBef>
              <a:spcAft>
                <a:spcPts val="0"/>
              </a:spcAft>
              <a:buClr>
                <a:schemeClr val="dk1"/>
              </a:buClr>
              <a:buSzPts val="2000"/>
              <a:buNone/>
            </a:pPr>
            <a:r>
              <a:rPr lang="en-US" sz="2000" b="1"/>
              <a:t>1. Accessing Chrome DevTools</a:t>
            </a:r>
            <a:endParaRPr sz="2000" b="1"/>
          </a:p>
          <a:p>
            <a:pPr marL="742950" lvl="1" indent="-285750" algn="just" rtl="0">
              <a:spcBef>
                <a:spcPts val="400"/>
              </a:spcBef>
              <a:spcAft>
                <a:spcPts val="0"/>
              </a:spcAft>
              <a:buClr>
                <a:schemeClr val="dk1"/>
              </a:buClr>
              <a:buSzPts val="2000"/>
              <a:buChar char="–"/>
            </a:pPr>
            <a:r>
              <a:rPr lang="en-US" sz="2000" b="1"/>
              <a:t>Right-click</a:t>
            </a:r>
            <a:r>
              <a:rPr lang="en-US" sz="2000"/>
              <a:t> on any webpage element and select </a:t>
            </a:r>
            <a:r>
              <a:rPr lang="en-US" sz="2000" b="1"/>
              <a:t>"Inspect"</a:t>
            </a:r>
            <a:r>
              <a:rPr lang="en-US" sz="2000"/>
              <a:t>.</a:t>
            </a:r>
            <a:endParaRPr/>
          </a:p>
          <a:p>
            <a:pPr marL="742950" lvl="1" indent="-285750" algn="just" rtl="0">
              <a:spcBef>
                <a:spcPts val="400"/>
              </a:spcBef>
              <a:spcAft>
                <a:spcPts val="0"/>
              </a:spcAft>
              <a:buClr>
                <a:schemeClr val="dk1"/>
              </a:buClr>
              <a:buSzPts val="2000"/>
              <a:buChar char="–"/>
            </a:pPr>
            <a:r>
              <a:rPr lang="en-US" sz="2000"/>
              <a:t>Use the </a:t>
            </a:r>
            <a:r>
              <a:rPr lang="en-US" sz="2000" b="1"/>
              <a:t>F12</a:t>
            </a:r>
            <a:r>
              <a:rPr lang="en-US" sz="2000"/>
              <a:t> key or </a:t>
            </a:r>
            <a:r>
              <a:rPr lang="en-US" sz="2000" b="1"/>
              <a:t>Ctrl + Shift + I</a:t>
            </a:r>
            <a:r>
              <a:rPr lang="en-US" sz="2000"/>
              <a:t> (Cmd + Option + I on Mac) to open DevTools. </a:t>
            </a:r>
            <a:endParaRPr sz="2000"/>
          </a:p>
          <a:p>
            <a:pPr marL="342900" lvl="0" indent="-215900" algn="just" rtl="0">
              <a:spcBef>
                <a:spcPts val="400"/>
              </a:spcBef>
              <a:spcAft>
                <a:spcPts val="0"/>
              </a:spcAft>
              <a:buClr>
                <a:schemeClr val="dk1"/>
              </a:buClr>
              <a:buSzPts val="2000"/>
              <a:buNone/>
            </a:pPr>
            <a:endParaRPr sz="2000"/>
          </a:p>
          <a:p>
            <a:pPr marL="342900" lvl="0" indent="-215900" algn="just" rtl="0">
              <a:spcBef>
                <a:spcPts val="400"/>
              </a:spcBef>
              <a:spcAft>
                <a:spcPts val="0"/>
              </a:spcAft>
              <a:buClr>
                <a:schemeClr val="dk1"/>
              </a:buClr>
              <a:buSzPts val="2000"/>
              <a:buNone/>
            </a:pPr>
            <a:endParaRPr sz="2000"/>
          </a:p>
        </p:txBody>
      </p:sp>
      <p:sp>
        <p:nvSpPr>
          <p:cNvPr id="233" name="Google Shape;233;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35" name="Google Shape;235;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a:p>
        </p:txBody>
      </p:sp>
      <p:sp>
        <p:nvSpPr>
          <p:cNvPr id="241" name="Google Shape;241;p22"/>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1800"/>
              <a:buNone/>
            </a:pPr>
            <a:r>
              <a:rPr lang="en-US" sz="1800" b="1"/>
              <a:t>2.  Main Panels in Chrome DevTools</a:t>
            </a:r>
            <a:endParaRPr sz="1800"/>
          </a:p>
          <a:p>
            <a:pPr marL="857250" lvl="1" indent="-400050" algn="just" rtl="0">
              <a:spcBef>
                <a:spcPts val="360"/>
              </a:spcBef>
              <a:spcAft>
                <a:spcPts val="0"/>
              </a:spcAft>
              <a:buClr>
                <a:schemeClr val="dk1"/>
              </a:buClr>
              <a:buSzPts val="1800"/>
              <a:buFont typeface="Calibri"/>
              <a:buAutoNum type="romanUcPeriod"/>
            </a:pPr>
            <a:r>
              <a:rPr lang="en-US" sz="1800" b="1"/>
              <a:t>Elements Panel:</a:t>
            </a:r>
            <a:endParaRPr/>
          </a:p>
          <a:p>
            <a:pPr marL="1143000" lvl="2" indent="-228600" algn="just" rtl="0">
              <a:spcBef>
                <a:spcPts val="360"/>
              </a:spcBef>
              <a:spcAft>
                <a:spcPts val="0"/>
              </a:spcAft>
              <a:buClr>
                <a:schemeClr val="dk1"/>
              </a:buClr>
              <a:buSzPts val="1800"/>
              <a:buChar char="•"/>
            </a:pPr>
            <a:r>
              <a:rPr lang="en-US" sz="1800"/>
              <a:t>Purpose: Inspect and modify HTML and CSS in real-time.</a:t>
            </a:r>
            <a:endParaRPr/>
          </a:p>
          <a:p>
            <a:pPr marL="1143000" lvl="2" indent="-228600" algn="just" rtl="0">
              <a:spcBef>
                <a:spcPts val="360"/>
              </a:spcBef>
              <a:spcAft>
                <a:spcPts val="0"/>
              </a:spcAft>
              <a:buClr>
                <a:schemeClr val="dk1"/>
              </a:buClr>
              <a:buSzPts val="1800"/>
              <a:buChar char="•"/>
            </a:pPr>
            <a:r>
              <a:rPr lang="en-US" sz="1800"/>
              <a:t>Features:</a:t>
            </a:r>
            <a:endParaRPr/>
          </a:p>
          <a:p>
            <a:pPr marL="1600200" lvl="3" indent="-228600" algn="just" rtl="0">
              <a:spcBef>
                <a:spcPts val="360"/>
              </a:spcBef>
              <a:spcAft>
                <a:spcPts val="0"/>
              </a:spcAft>
              <a:buClr>
                <a:schemeClr val="dk1"/>
              </a:buClr>
              <a:buSzPts val="1800"/>
              <a:buChar char="–"/>
            </a:pPr>
            <a:r>
              <a:rPr lang="en-US" sz="1800"/>
              <a:t>View the structure of a web page's DOM.</a:t>
            </a:r>
            <a:endParaRPr/>
          </a:p>
          <a:p>
            <a:pPr marL="1600200" lvl="3" indent="-228600" algn="just" rtl="0">
              <a:spcBef>
                <a:spcPts val="360"/>
              </a:spcBef>
              <a:spcAft>
                <a:spcPts val="0"/>
              </a:spcAft>
              <a:buClr>
                <a:schemeClr val="dk1"/>
              </a:buClr>
              <a:buSzPts val="1800"/>
              <a:buChar char="–"/>
            </a:pPr>
            <a:r>
              <a:rPr lang="en-US" sz="1800"/>
              <a:t>Edit HTML directly.Modify and add CSS rules.</a:t>
            </a:r>
            <a:endParaRPr/>
          </a:p>
          <a:p>
            <a:pPr marL="1600200" lvl="3" indent="-228600" algn="just" rtl="0">
              <a:spcBef>
                <a:spcPts val="360"/>
              </a:spcBef>
              <a:spcAft>
                <a:spcPts val="0"/>
              </a:spcAft>
              <a:buClr>
                <a:schemeClr val="dk1"/>
              </a:buClr>
              <a:buSzPts val="1800"/>
              <a:buChar char="–"/>
            </a:pPr>
            <a:r>
              <a:rPr lang="en-US" sz="1800"/>
              <a:t>Toggle element states (e.g., :hover, :active)</a:t>
            </a:r>
            <a:endParaRPr/>
          </a:p>
          <a:p>
            <a:pPr marL="1600200" lvl="3" indent="-228600" algn="just" rtl="0">
              <a:spcBef>
                <a:spcPts val="360"/>
              </a:spcBef>
              <a:spcAft>
                <a:spcPts val="0"/>
              </a:spcAft>
              <a:buClr>
                <a:schemeClr val="dk1"/>
              </a:buClr>
              <a:buSzPts val="1800"/>
              <a:buChar char="–"/>
            </a:pPr>
            <a:r>
              <a:rPr lang="en-US" sz="1800"/>
              <a:t>Use commands like console.log(), console.error(), and more.</a:t>
            </a:r>
            <a:endParaRPr/>
          </a:p>
          <a:p>
            <a:pPr marL="457200" lvl="1" indent="0" algn="just" rtl="0">
              <a:spcBef>
                <a:spcPts val="360"/>
              </a:spcBef>
              <a:spcAft>
                <a:spcPts val="0"/>
              </a:spcAft>
              <a:buClr>
                <a:schemeClr val="dk1"/>
              </a:buClr>
              <a:buSzPts val="1800"/>
              <a:buNone/>
            </a:pPr>
            <a:r>
              <a:rPr lang="en-US" sz="1800"/>
              <a:t>II. </a:t>
            </a:r>
            <a:r>
              <a:rPr lang="en-US" sz="1800" b="1"/>
              <a:t>Console Panel:</a:t>
            </a:r>
            <a:endParaRPr/>
          </a:p>
          <a:p>
            <a:pPr marL="742950" lvl="1" indent="-285750" algn="just" rtl="0">
              <a:spcBef>
                <a:spcPts val="360"/>
              </a:spcBef>
              <a:spcAft>
                <a:spcPts val="0"/>
              </a:spcAft>
              <a:buClr>
                <a:schemeClr val="dk1"/>
              </a:buClr>
              <a:buSzPts val="1800"/>
              <a:buFont typeface="Arial"/>
              <a:buChar char="•"/>
            </a:pPr>
            <a:r>
              <a:rPr lang="en-US" sz="1800"/>
              <a:t>Purpose: Execute JavaScript, view messages, and debug code.</a:t>
            </a:r>
            <a:endParaRPr/>
          </a:p>
          <a:p>
            <a:pPr marL="742950" lvl="1" indent="-285750" algn="just" rtl="0">
              <a:spcBef>
                <a:spcPts val="360"/>
              </a:spcBef>
              <a:spcAft>
                <a:spcPts val="0"/>
              </a:spcAft>
              <a:buClr>
                <a:schemeClr val="dk1"/>
              </a:buClr>
              <a:buSzPts val="1800"/>
              <a:buFont typeface="Arial"/>
              <a:buChar char="•"/>
            </a:pPr>
            <a:r>
              <a:rPr lang="en-US" sz="1800"/>
              <a:t>Features:</a:t>
            </a:r>
            <a:endParaRPr/>
          </a:p>
          <a:p>
            <a:pPr marL="1600200" lvl="3" indent="-228600" algn="just" rtl="0">
              <a:spcBef>
                <a:spcPts val="360"/>
              </a:spcBef>
              <a:spcAft>
                <a:spcPts val="0"/>
              </a:spcAft>
              <a:buClr>
                <a:schemeClr val="dk1"/>
              </a:buClr>
              <a:buSzPts val="1800"/>
              <a:buChar char="–"/>
            </a:pPr>
            <a:r>
              <a:rPr lang="en-US" sz="1800"/>
              <a:t>Log messages, warnings, and errors from your scripts.</a:t>
            </a:r>
            <a:endParaRPr/>
          </a:p>
          <a:p>
            <a:pPr marL="1600200" lvl="3" indent="-228600" algn="just" rtl="0">
              <a:spcBef>
                <a:spcPts val="360"/>
              </a:spcBef>
              <a:spcAft>
                <a:spcPts val="0"/>
              </a:spcAft>
              <a:buClr>
                <a:schemeClr val="dk1"/>
              </a:buClr>
              <a:buSzPts val="1800"/>
              <a:buChar char="–"/>
            </a:pPr>
            <a:r>
              <a:rPr lang="en-US" sz="1800"/>
              <a:t>Execute JavaScript code snippets. </a:t>
            </a:r>
            <a:endParaRPr/>
          </a:p>
          <a:p>
            <a:pPr marL="1600200" lvl="3" indent="-228600" algn="just" rtl="0">
              <a:spcBef>
                <a:spcPts val="360"/>
              </a:spcBef>
              <a:spcAft>
                <a:spcPts val="0"/>
              </a:spcAft>
              <a:buClr>
                <a:schemeClr val="dk1"/>
              </a:buClr>
              <a:buSzPts val="1800"/>
              <a:buChar char="–"/>
            </a:pPr>
            <a:r>
              <a:rPr lang="en-US" sz="1800"/>
              <a:t>Interact with the DOM and inspect objects. </a:t>
            </a:r>
            <a:endParaRPr/>
          </a:p>
          <a:p>
            <a:pPr marL="1600200" lvl="3" indent="-228600" algn="just" rtl="0">
              <a:spcBef>
                <a:spcPts val="360"/>
              </a:spcBef>
              <a:spcAft>
                <a:spcPts val="0"/>
              </a:spcAft>
              <a:buClr>
                <a:schemeClr val="dk1"/>
              </a:buClr>
              <a:buSzPts val="1800"/>
              <a:buChar char="–"/>
            </a:pPr>
            <a:r>
              <a:rPr lang="en-US" sz="1800"/>
              <a:t>Use commands like console.log(), console.error(), and more.</a:t>
            </a:r>
            <a:endParaRPr/>
          </a:p>
          <a:p>
            <a:pPr marL="342900" lvl="0" indent="-203200" algn="just" rtl="0">
              <a:spcBef>
                <a:spcPts val="440"/>
              </a:spcBef>
              <a:spcAft>
                <a:spcPts val="0"/>
              </a:spcAft>
              <a:buClr>
                <a:schemeClr val="dk1"/>
              </a:buClr>
              <a:buSzPts val="2200"/>
              <a:buNone/>
            </a:pPr>
            <a:endParaRPr/>
          </a:p>
        </p:txBody>
      </p:sp>
      <p:sp>
        <p:nvSpPr>
          <p:cNvPr id="242" name="Google Shape;242;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44" name="Google Shape;24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a:p>
        </p:txBody>
      </p:sp>
      <p:sp>
        <p:nvSpPr>
          <p:cNvPr id="250" name="Google Shape;250;p23"/>
          <p:cNvSpPr txBox="1">
            <a:spLocks noGrp="1"/>
          </p:cNvSpPr>
          <p:nvPr>
            <p:ph type="body" idx="1"/>
          </p:nvPr>
        </p:nvSpPr>
        <p:spPr>
          <a:xfrm>
            <a:off x="457200" y="1371600"/>
            <a:ext cx="8229600" cy="4648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a:t>II. </a:t>
            </a:r>
            <a:r>
              <a:rPr lang="en-US" sz="1800" b="1"/>
              <a:t>Sources Panel</a:t>
            </a:r>
            <a:endParaRPr/>
          </a:p>
          <a:p>
            <a:pPr marL="342900" lvl="0" indent="-342900" algn="l" rtl="0">
              <a:spcBef>
                <a:spcPts val="360"/>
              </a:spcBef>
              <a:spcAft>
                <a:spcPts val="0"/>
              </a:spcAft>
              <a:buClr>
                <a:schemeClr val="dk1"/>
              </a:buClr>
              <a:buSzPts val="1800"/>
              <a:buChar char="•"/>
            </a:pPr>
            <a:r>
              <a:rPr lang="en-US" sz="1800" b="1"/>
              <a:t>Purpose:</a:t>
            </a:r>
            <a:r>
              <a:rPr lang="en-US" sz="1800"/>
              <a:t> Debug JavaScript, view files, and set breakpoints.</a:t>
            </a:r>
            <a:endParaRPr/>
          </a:p>
          <a:p>
            <a:pPr marL="342900" lvl="0" indent="-342900" algn="l" rtl="0">
              <a:spcBef>
                <a:spcPts val="360"/>
              </a:spcBef>
              <a:spcAft>
                <a:spcPts val="0"/>
              </a:spcAft>
              <a:buClr>
                <a:schemeClr val="dk1"/>
              </a:buClr>
              <a:buSzPts val="1800"/>
              <a:buChar char="•"/>
            </a:pPr>
            <a:r>
              <a:rPr lang="en-US" sz="1800" b="1"/>
              <a:t>Features:</a:t>
            </a:r>
            <a:endParaRPr/>
          </a:p>
          <a:p>
            <a:pPr marL="742950" lvl="1" indent="-285750" algn="l" rtl="0">
              <a:spcBef>
                <a:spcPts val="360"/>
              </a:spcBef>
              <a:spcAft>
                <a:spcPts val="0"/>
              </a:spcAft>
              <a:buClr>
                <a:schemeClr val="dk1"/>
              </a:buClr>
              <a:buSzPts val="1800"/>
              <a:buChar char="–"/>
            </a:pPr>
            <a:r>
              <a:rPr lang="en-US" sz="1800"/>
              <a:t>View, edit, and debug JavaScript files.</a:t>
            </a:r>
            <a:endParaRPr/>
          </a:p>
          <a:p>
            <a:pPr marL="742950" lvl="1" indent="-285750" algn="l" rtl="0">
              <a:spcBef>
                <a:spcPts val="360"/>
              </a:spcBef>
              <a:spcAft>
                <a:spcPts val="0"/>
              </a:spcAft>
              <a:buClr>
                <a:schemeClr val="dk1"/>
              </a:buClr>
              <a:buSzPts val="1800"/>
              <a:buChar char="–"/>
            </a:pPr>
            <a:r>
              <a:rPr lang="en-US" sz="1800"/>
              <a:t>Set breakpoints to pause code execution at specific lines.</a:t>
            </a:r>
            <a:endParaRPr/>
          </a:p>
          <a:p>
            <a:pPr marL="742950" lvl="1" indent="-285750" algn="l" rtl="0">
              <a:spcBef>
                <a:spcPts val="360"/>
              </a:spcBef>
              <a:spcAft>
                <a:spcPts val="0"/>
              </a:spcAft>
              <a:buClr>
                <a:schemeClr val="dk1"/>
              </a:buClr>
              <a:buSzPts val="1800"/>
              <a:buChar char="–"/>
            </a:pPr>
            <a:r>
              <a:rPr lang="en-US" sz="1800"/>
              <a:t>Step through code line by line.</a:t>
            </a:r>
            <a:endParaRPr/>
          </a:p>
          <a:p>
            <a:pPr marL="742950" lvl="1" indent="-285750" algn="l" rtl="0">
              <a:spcBef>
                <a:spcPts val="360"/>
              </a:spcBef>
              <a:spcAft>
                <a:spcPts val="0"/>
              </a:spcAft>
              <a:buClr>
                <a:schemeClr val="dk1"/>
              </a:buClr>
              <a:buSzPts val="1800"/>
              <a:buChar char="–"/>
            </a:pPr>
            <a:r>
              <a:rPr lang="en-US" sz="1800"/>
              <a:t>Watch expressions and inspect variables in real-time.</a:t>
            </a:r>
            <a:endParaRPr/>
          </a:p>
          <a:p>
            <a:pPr marL="0" lvl="0" indent="0" algn="l" rtl="0">
              <a:spcBef>
                <a:spcPts val="360"/>
              </a:spcBef>
              <a:spcAft>
                <a:spcPts val="0"/>
              </a:spcAft>
              <a:buClr>
                <a:schemeClr val="dk1"/>
              </a:buClr>
              <a:buSzPts val="1800"/>
              <a:buNone/>
            </a:pPr>
            <a:r>
              <a:rPr lang="en-US" sz="1800" b="1"/>
              <a:t>III. Network Panel</a:t>
            </a:r>
            <a:endParaRPr sz="1800"/>
          </a:p>
          <a:p>
            <a:pPr marL="342900" lvl="0" indent="-342900" algn="l" rtl="0">
              <a:spcBef>
                <a:spcPts val="360"/>
              </a:spcBef>
              <a:spcAft>
                <a:spcPts val="0"/>
              </a:spcAft>
              <a:buClr>
                <a:schemeClr val="dk1"/>
              </a:buClr>
              <a:buSzPts val="1800"/>
              <a:buChar char="•"/>
            </a:pPr>
            <a:r>
              <a:rPr lang="en-US" sz="1800" b="1"/>
              <a:t>Purpose</a:t>
            </a:r>
            <a:r>
              <a:rPr lang="en-US" sz="1800"/>
              <a:t>: Monitor network requests and analyze loading performance.</a:t>
            </a:r>
            <a:endParaRPr/>
          </a:p>
          <a:p>
            <a:pPr marL="342900" lvl="0" indent="-342900" algn="l" rtl="0">
              <a:spcBef>
                <a:spcPts val="360"/>
              </a:spcBef>
              <a:spcAft>
                <a:spcPts val="0"/>
              </a:spcAft>
              <a:buClr>
                <a:schemeClr val="dk1"/>
              </a:buClr>
              <a:buSzPts val="1800"/>
              <a:buChar char="•"/>
            </a:pPr>
            <a:r>
              <a:rPr lang="en-US" sz="1800" b="1"/>
              <a:t>Features</a:t>
            </a:r>
            <a:r>
              <a:rPr lang="en-US" sz="1800"/>
              <a:t>:</a:t>
            </a:r>
            <a:endParaRPr/>
          </a:p>
          <a:p>
            <a:pPr marL="742950" lvl="1" indent="-285750" algn="l" rtl="0">
              <a:spcBef>
                <a:spcPts val="360"/>
              </a:spcBef>
              <a:spcAft>
                <a:spcPts val="0"/>
              </a:spcAft>
              <a:buClr>
                <a:schemeClr val="dk1"/>
              </a:buClr>
              <a:buSzPts val="1800"/>
              <a:buChar char="–"/>
            </a:pPr>
            <a:r>
              <a:rPr lang="en-US" sz="1800"/>
              <a:t>Inspect all network requests made by the page (e.g., AJAX calls, assets).</a:t>
            </a:r>
            <a:endParaRPr/>
          </a:p>
          <a:p>
            <a:pPr marL="742950" lvl="1" indent="-285750" algn="l" rtl="0">
              <a:spcBef>
                <a:spcPts val="360"/>
              </a:spcBef>
              <a:spcAft>
                <a:spcPts val="0"/>
              </a:spcAft>
              <a:buClr>
                <a:schemeClr val="dk1"/>
              </a:buClr>
              <a:buSzPts val="1800"/>
              <a:buChar char="–"/>
            </a:pPr>
            <a:r>
              <a:rPr lang="en-US" sz="1800"/>
              <a:t>View request and response headers.</a:t>
            </a:r>
            <a:endParaRPr/>
          </a:p>
          <a:p>
            <a:pPr marL="742950" lvl="1" indent="-285750" algn="l" rtl="0">
              <a:spcBef>
                <a:spcPts val="360"/>
              </a:spcBef>
              <a:spcAft>
                <a:spcPts val="0"/>
              </a:spcAft>
              <a:buClr>
                <a:schemeClr val="dk1"/>
              </a:buClr>
              <a:buSzPts val="1800"/>
              <a:buChar char="–"/>
            </a:pPr>
            <a:r>
              <a:rPr lang="en-US" sz="1800"/>
              <a:t>Analyze load times and performance.</a:t>
            </a:r>
            <a:endParaRPr/>
          </a:p>
          <a:p>
            <a:pPr marL="742950" lvl="1" indent="-285750" algn="l" rtl="0">
              <a:spcBef>
                <a:spcPts val="360"/>
              </a:spcBef>
              <a:spcAft>
                <a:spcPts val="0"/>
              </a:spcAft>
              <a:buClr>
                <a:schemeClr val="dk1"/>
              </a:buClr>
              <a:buSzPts val="1800"/>
              <a:buChar char="–"/>
            </a:pPr>
            <a:r>
              <a:rPr lang="en-US" sz="1800"/>
              <a:t>Simulate slower network conditions (e.g., 3G, offline).</a:t>
            </a:r>
            <a:endParaRPr/>
          </a:p>
          <a:p>
            <a:pPr marL="0" lvl="0" indent="0" algn="l" rtl="0">
              <a:spcBef>
                <a:spcPts val="440"/>
              </a:spcBef>
              <a:spcAft>
                <a:spcPts val="0"/>
              </a:spcAft>
              <a:buClr>
                <a:schemeClr val="dk1"/>
              </a:buClr>
              <a:buSzPts val="2200"/>
              <a:buNone/>
            </a:pPr>
            <a:endParaRPr/>
          </a:p>
          <a:p>
            <a:pPr marL="742950" lvl="1" indent="-146050" algn="l" rtl="0">
              <a:spcBef>
                <a:spcPts val="440"/>
              </a:spcBef>
              <a:spcAft>
                <a:spcPts val="0"/>
              </a:spcAft>
              <a:buClr>
                <a:schemeClr val="dk1"/>
              </a:buClr>
              <a:buSzPts val="2200"/>
              <a:buNone/>
            </a:pPr>
            <a:endParaRPr/>
          </a:p>
          <a:p>
            <a:pPr marL="457200" lvl="1" indent="0" algn="l" rtl="0">
              <a:spcBef>
                <a:spcPts val="440"/>
              </a:spcBef>
              <a:spcAft>
                <a:spcPts val="0"/>
              </a:spcAft>
              <a:buClr>
                <a:schemeClr val="dk1"/>
              </a:buClr>
              <a:buSzPts val="2200"/>
              <a:buNone/>
            </a:pPr>
            <a:endParaRPr/>
          </a:p>
        </p:txBody>
      </p:sp>
      <p:sp>
        <p:nvSpPr>
          <p:cNvPr id="251" name="Google Shape;251;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53" name="Google Shape;253;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a:p>
        </p:txBody>
      </p:sp>
      <p:sp>
        <p:nvSpPr>
          <p:cNvPr id="259" name="Google Shape;259;p24"/>
          <p:cNvSpPr txBox="1">
            <a:spLocks noGrp="1"/>
          </p:cNvSpPr>
          <p:nvPr>
            <p:ph type="body" idx="1"/>
          </p:nvPr>
        </p:nvSpPr>
        <p:spPr>
          <a:xfrm>
            <a:off x="457200" y="1371600"/>
            <a:ext cx="82296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a:t>IV. </a:t>
            </a:r>
            <a:r>
              <a:rPr lang="en-US" sz="1800" b="1"/>
              <a:t>Network Panel</a:t>
            </a:r>
            <a:endParaRPr sz="1800"/>
          </a:p>
          <a:p>
            <a:pPr marL="342900" lvl="0" indent="-342900" algn="l" rtl="0">
              <a:spcBef>
                <a:spcPts val="360"/>
              </a:spcBef>
              <a:spcAft>
                <a:spcPts val="0"/>
              </a:spcAft>
              <a:buClr>
                <a:schemeClr val="dk1"/>
              </a:buClr>
              <a:buSzPts val="1800"/>
              <a:buChar char="•"/>
            </a:pPr>
            <a:r>
              <a:rPr lang="en-US" sz="1800" b="1"/>
              <a:t>Purpose</a:t>
            </a:r>
            <a:r>
              <a:rPr lang="en-US" sz="1800"/>
              <a:t>: Monitor network requests and analyze loading performance.</a:t>
            </a:r>
            <a:endParaRPr/>
          </a:p>
          <a:p>
            <a:pPr marL="342900" lvl="0" indent="-342900" algn="l" rtl="0">
              <a:spcBef>
                <a:spcPts val="360"/>
              </a:spcBef>
              <a:spcAft>
                <a:spcPts val="0"/>
              </a:spcAft>
              <a:buClr>
                <a:schemeClr val="dk1"/>
              </a:buClr>
              <a:buSzPts val="1800"/>
              <a:buChar char="•"/>
            </a:pPr>
            <a:r>
              <a:rPr lang="en-US" sz="1800" b="1"/>
              <a:t>Features</a:t>
            </a:r>
            <a:r>
              <a:rPr lang="en-US" sz="1800"/>
              <a:t>:</a:t>
            </a:r>
            <a:endParaRPr/>
          </a:p>
          <a:p>
            <a:pPr marL="742950" lvl="1" indent="-285750" algn="l" rtl="0">
              <a:spcBef>
                <a:spcPts val="360"/>
              </a:spcBef>
              <a:spcAft>
                <a:spcPts val="0"/>
              </a:spcAft>
              <a:buClr>
                <a:schemeClr val="dk1"/>
              </a:buClr>
              <a:buSzPts val="1800"/>
              <a:buChar char="–"/>
            </a:pPr>
            <a:r>
              <a:rPr lang="en-US" sz="1800"/>
              <a:t>Inspect all network requests made by the page (e.g., AJAX calls, assets).</a:t>
            </a:r>
            <a:endParaRPr/>
          </a:p>
          <a:p>
            <a:pPr marL="742950" lvl="1" indent="-285750" algn="l" rtl="0">
              <a:spcBef>
                <a:spcPts val="360"/>
              </a:spcBef>
              <a:spcAft>
                <a:spcPts val="0"/>
              </a:spcAft>
              <a:buClr>
                <a:schemeClr val="dk1"/>
              </a:buClr>
              <a:buSzPts val="1800"/>
              <a:buChar char="–"/>
            </a:pPr>
            <a:r>
              <a:rPr lang="en-US" sz="1800"/>
              <a:t>View request and response headers.</a:t>
            </a:r>
            <a:endParaRPr/>
          </a:p>
          <a:p>
            <a:pPr marL="742950" lvl="1" indent="-285750" algn="l" rtl="0">
              <a:spcBef>
                <a:spcPts val="360"/>
              </a:spcBef>
              <a:spcAft>
                <a:spcPts val="0"/>
              </a:spcAft>
              <a:buClr>
                <a:schemeClr val="dk1"/>
              </a:buClr>
              <a:buSzPts val="1800"/>
              <a:buChar char="–"/>
            </a:pPr>
            <a:r>
              <a:rPr lang="en-US" sz="1800"/>
              <a:t>Analyze load times and performance.</a:t>
            </a:r>
            <a:endParaRPr/>
          </a:p>
          <a:p>
            <a:pPr marL="742950" lvl="1" indent="-285750" algn="l" rtl="0">
              <a:spcBef>
                <a:spcPts val="360"/>
              </a:spcBef>
              <a:spcAft>
                <a:spcPts val="0"/>
              </a:spcAft>
              <a:buClr>
                <a:schemeClr val="dk1"/>
              </a:buClr>
              <a:buSzPts val="1800"/>
              <a:buChar char="–"/>
            </a:pPr>
            <a:r>
              <a:rPr lang="en-US" sz="1800"/>
              <a:t>Simulate slower network conditions (e.g., 3G, offline).</a:t>
            </a:r>
            <a:endParaRPr/>
          </a:p>
          <a:p>
            <a:pPr marL="0" lvl="0" indent="0" algn="l" rtl="0">
              <a:spcBef>
                <a:spcPts val="360"/>
              </a:spcBef>
              <a:spcAft>
                <a:spcPts val="0"/>
              </a:spcAft>
              <a:buClr>
                <a:schemeClr val="dk1"/>
              </a:buClr>
              <a:buSzPts val="1800"/>
              <a:buNone/>
            </a:pPr>
            <a:r>
              <a:rPr lang="en-US" sz="1800" b="1"/>
              <a:t>V. Performance Panel</a:t>
            </a:r>
            <a:endParaRPr sz="1800"/>
          </a:p>
          <a:p>
            <a:pPr marL="342900" lvl="0" indent="-342900" algn="l" rtl="0">
              <a:spcBef>
                <a:spcPts val="360"/>
              </a:spcBef>
              <a:spcAft>
                <a:spcPts val="0"/>
              </a:spcAft>
              <a:buClr>
                <a:schemeClr val="dk1"/>
              </a:buClr>
              <a:buSzPts val="1800"/>
              <a:buChar char="•"/>
            </a:pPr>
            <a:r>
              <a:rPr lang="en-US" sz="1800" b="1"/>
              <a:t>Purpose</a:t>
            </a:r>
            <a:r>
              <a:rPr lang="en-US" sz="1800"/>
              <a:t>: Profile the performance of your webpage.</a:t>
            </a:r>
            <a:endParaRPr/>
          </a:p>
          <a:p>
            <a:pPr marL="342900" lvl="0" indent="-342900" algn="l" rtl="0">
              <a:spcBef>
                <a:spcPts val="360"/>
              </a:spcBef>
              <a:spcAft>
                <a:spcPts val="0"/>
              </a:spcAft>
              <a:buClr>
                <a:schemeClr val="dk1"/>
              </a:buClr>
              <a:buSzPts val="1800"/>
              <a:buChar char="•"/>
            </a:pPr>
            <a:r>
              <a:rPr lang="en-US" sz="1800" b="1"/>
              <a:t>Features</a:t>
            </a:r>
            <a:r>
              <a:rPr lang="en-US" sz="1800"/>
              <a:t>:</a:t>
            </a:r>
            <a:endParaRPr/>
          </a:p>
          <a:p>
            <a:pPr marL="742950" lvl="1" indent="-285750" algn="l" rtl="0">
              <a:spcBef>
                <a:spcPts val="360"/>
              </a:spcBef>
              <a:spcAft>
                <a:spcPts val="0"/>
              </a:spcAft>
              <a:buClr>
                <a:schemeClr val="dk1"/>
              </a:buClr>
              <a:buSzPts val="1800"/>
              <a:buChar char="–"/>
            </a:pPr>
            <a:r>
              <a:rPr lang="en-US" sz="1800"/>
              <a:t>Record and analyze the execution time of your site.</a:t>
            </a:r>
            <a:endParaRPr/>
          </a:p>
          <a:p>
            <a:pPr marL="742950" lvl="1" indent="-285750" algn="l" rtl="0">
              <a:spcBef>
                <a:spcPts val="360"/>
              </a:spcBef>
              <a:spcAft>
                <a:spcPts val="0"/>
              </a:spcAft>
              <a:buClr>
                <a:schemeClr val="dk1"/>
              </a:buClr>
              <a:buSzPts val="1800"/>
              <a:buChar char="–"/>
            </a:pPr>
            <a:r>
              <a:rPr lang="en-US" sz="1800"/>
              <a:t>Identify performance bottlenecks.</a:t>
            </a:r>
            <a:endParaRPr/>
          </a:p>
          <a:p>
            <a:pPr marL="742950" lvl="1" indent="-285750" algn="l" rtl="0">
              <a:spcBef>
                <a:spcPts val="360"/>
              </a:spcBef>
              <a:spcAft>
                <a:spcPts val="0"/>
              </a:spcAft>
              <a:buClr>
                <a:schemeClr val="dk1"/>
              </a:buClr>
              <a:buSzPts val="1800"/>
              <a:buChar char="–"/>
            </a:pPr>
            <a:r>
              <a:rPr lang="en-US" sz="1800"/>
              <a:t>View frame rates, CPU usage, and memory usage.</a:t>
            </a:r>
            <a:endParaRPr/>
          </a:p>
          <a:p>
            <a:pPr marL="742950" lvl="1" indent="-285750" algn="l" rtl="0">
              <a:spcBef>
                <a:spcPts val="360"/>
              </a:spcBef>
              <a:spcAft>
                <a:spcPts val="0"/>
              </a:spcAft>
              <a:buClr>
                <a:schemeClr val="dk1"/>
              </a:buClr>
              <a:buSzPts val="1800"/>
              <a:buChar char="–"/>
            </a:pPr>
            <a:r>
              <a:rPr lang="en-US" sz="1800"/>
              <a:t>Optimize rendering and identify long tasks.</a:t>
            </a:r>
            <a:endParaRPr/>
          </a:p>
          <a:p>
            <a:pPr marL="0" lvl="0" indent="0" algn="l" rtl="0">
              <a:spcBef>
                <a:spcPts val="440"/>
              </a:spcBef>
              <a:spcAft>
                <a:spcPts val="0"/>
              </a:spcAft>
              <a:buClr>
                <a:schemeClr val="dk1"/>
              </a:buClr>
              <a:buSzPts val="2200"/>
              <a:buNone/>
            </a:pPr>
            <a:endParaRPr/>
          </a:p>
          <a:p>
            <a:pPr marL="742950" lvl="1" indent="-184150" algn="l" rtl="0">
              <a:spcBef>
                <a:spcPts val="320"/>
              </a:spcBef>
              <a:spcAft>
                <a:spcPts val="0"/>
              </a:spcAft>
              <a:buClr>
                <a:schemeClr val="dk1"/>
              </a:buClr>
              <a:buSzPts val="1600"/>
              <a:buNone/>
            </a:pPr>
            <a:endParaRPr sz="1600"/>
          </a:p>
          <a:p>
            <a:pPr marL="0" lvl="0" indent="0" algn="l" rtl="0">
              <a:spcBef>
                <a:spcPts val="440"/>
              </a:spcBef>
              <a:spcAft>
                <a:spcPts val="0"/>
              </a:spcAft>
              <a:buClr>
                <a:schemeClr val="dk1"/>
              </a:buClr>
              <a:buSzPts val="2200"/>
              <a:buNone/>
            </a:pPr>
            <a:endParaRPr/>
          </a:p>
        </p:txBody>
      </p:sp>
      <p:sp>
        <p:nvSpPr>
          <p:cNvPr id="260" name="Google Shape;260;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62" name="Google Shape;262;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a:p>
        </p:txBody>
      </p:sp>
      <p:sp>
        <p:nvSpPr>
          <p:cNvPr id="268" name="Google Shape;268;p25"/>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a:t>VI. </a:t>
            </a:r>
            <a:r>
              <a:rPr lang="en-US" sz="1800" b="1"/>
              <a:t>Security Panel</a:t>
            </a:r>
            <a:endParaRPr sz="1800"/>
          </a:p>
          <a:p>
            <a:pPr marL="342900" lvl="0" indent="-342900" algn="l" rtl="0">
              <a:spcBef>
                <a:spcPts val="360"/>
              </a:spcBef>
              <a:spcAft>
                <a:spcPts val="0"/>
              </a:spcAft>
              <a:buClr>
                <a:schemeClr val="dk1"/>
              </a:buClr>
              <a:buSzPts val="1800"/>
              <a:buChar char="•"/>
            </a:pPr>
            <a:r>
              <a:rPr lang="en-US" sz="1800" b="1"/>
              <a:t>Purpose</a:t>
            </a:r>
            <a:r>
              <a:rPr lang="en-US" sz="1800"/>
              <a:t>: Inspect and debug security-related issues.</a:t>
            </a:r>
            <a:endParaRPr/>
          </a:p>
          <a:p>
            <a:pPr marL="342900" lvl="0" indent="-342900" algn="l" rtl="0">
              <a:spcBef>
                <a:spcPts val="360"/>
              </a:spcBef>
              <a:spcAft>
                <a:spcPts val="0"/>
              </a:spcAft>
              <a:buClr>
                <a:schemeClr val="dk1"/>
              </a:buClr>
              <a:buSzPts val="1800"/>
              <a:buChar char="•"/>
            </a:pPr>
            <a:r>
              <a:rPr lang="en-US" sz="1800" b="1"/>
              <a:t>Features</a:t>
            </a:r>
            <a:r>
              <a:rPr lang="en-US" sz="1800"/>
              <a:t>:</a:t>
            </a:r>
            <a:endParaRPr/>
          </a:p>
          <a:p>
            <a:pPr marL="742950" lvl="1" indent="-285750" algn="l" rtl="0">
              <a:spcBef>
                <a:spcPts val="360"/>
              </a:spcBef>
              <a:spcAft>
                <a:spcPts val="0"/>
              </a:spcAft>
              <a:buClr>
                <a:schemeClr val="dk1"/>
              </a:buClr>
              <a:buSzPts val="1800"/>
              <a:buChar char="–"/>
            </a:pPr>
            <a:r>
              <a:rPr lang="en-US" sz="1800"/>
              <a:t>View details about the security of your website, such as TLS/SSL certificates.</a:t>
            </a:r>
            <a:endParaRPr/>
          </a:p>
          <a:p>
            <a:pPr marL="742950" lvl="1" indent="-285750" algn="l" rtl="0">
              <a:spcBef>
                <a:spcPts val="360"/>
              </a:spcBef>
              <a:spcAft>
                <a:spcPts val="0"/>
              </a:spcAft>
              <a:buClr>
                <a:schemeClr val="dk1"/>
              </a:buClr>
              <a:buSzPts val="1800"/>
              <a:buChar char="–"/>
            </a:pPr>
            <a:r>
              <a:rPr lang="en-US" sz="1800"/>
              <a:t>Inspect mixed content warnings.</a:t>
            </a:r>
            <a:endParaRPr/>
          </a:p>
          <a:p>
            <a:pPr marL="742950" lvl="1" indent="-285750" algn="l" rtl="0">
              <a:spcBef>
                <a:spcPts val="360"/>
              </a:spcBef>
              <a:spcAft>
                <a:spcPts val="0"/>
              </a:spcAft>
              <a:buClr>
                <a:schemeClr val="dk1"/>
              </a:buClr>
              <a:buSzPts val="1800"/>
              <a:buChar char="–"/>
            </a:pPr>
            <a:r>
              <a:rPr lang="en-US" sz="1800"/>
              <a:t>Verify the HTTPS status of your page.</a:t>
            </a:r>
            <a:endParaRPr/>
          </a:p>
          <a:p>
            <a:pPr marL="0" lvl="0" indent="0" algn="l" rtl="0">
              <a:spcBef>
                <a:spcPts val="360"/>
              </a:spcBef>
              <a:spcAft>
                <a:spcPts val="0"/>
              </a:spcAft>
              <a:buClr>
                <a:schemeClr val="dk1"/>
              </a:buClr>
              <a:buSzPts val="1800"/>
              <a:buNone/>
            </a:pPr>
            <a:r>
              <a:rPr lang="en-US" sz="1800"/>
              <a:t>VII. </a:t>
            </a:r>
            <a:r>
              <a:rPr lang="en-US" sz="1800" b="1"/>
              <a:t>Lighthouse Panel</a:t>
            </a:r>
            <a:endParaRPr sz="1800"/>
          </a:p>
          <a:p>
            <a:pPr marL="342900" lvl="0" indent="-342900" algn="l" rtl="0">
              <a:spcBef>
                <a:spcPts val="360"/>
              </a:spcBef>
              <a:spcAft>
                <a:spcPts val="0"/>
              </a:spcAft>
              <a:buClr>
                <a:schemeClr val="dk1"/>
              </a:buClr>
              <a:buSzPts val="1800"/>
              <a:buChar char="•"/>
            </a:pPr>
            <a:r>
              <a:rPr lang="en-US" sz="1800" b="1"/>
              <a:t>Purpose</a:t>
            </a:r>
            <a:r>
              <a:rPr lang="en-US" sz="1800"/>
              <a:t>: Audit the performance, accessibility, and SEO of your website.</a:t>
            </a:r>
            <a:endParaRPr/>
          </a:p>
          <a:p>
            <a:pPr marL="342900" lvl="0" indent="-342900" algn="l" rtl="0">
              <a:spcBef>
                <a:spcPts val="360"/>
              </a:spcBef>
              <a:spcAft>
                <a:spcPts val="0"/>
              </a:spcAft>
              <a:buClr>
                <a:schemeClr val="dk1"/>
              </a:buClr>
              <a:buSzPts val="1800"/>
              <a:buChar char="•"/>
            </a:pPr>
            <a:r>
              <a:rPr lang="en-US" sz="1800" b="1"/>
              <a:t>Features</a:t>
            </a:r>
            <a:r>
              <a:rPr lang="en-US" sz="1800"/>
              <a:t>:</a:t>
            </a:r>
            <a:endParaRPr/>
          </a:p>
          <a:p>
            <a:pPr marL="742950" lvl="1" indent="-285750" algn="l" rtl="0">
              <a:spcBef>
                <a:spcPts val="360"/>
              </a:spcBef>
              <a:spcAft>
                <a:spcPts val="0"/>
              </a:spcAft>
              <a:buClr>
                <a:schemeClr val="dk1"/>
              </a:buClr>
              <a:buSzPts val="1800"/>
              <a:buChar char="–"/>
            </a:pPr>
            <a:r>
              <a:rPr lang="en-US" sz="1800"/>
              <a:t>Run audits to get a detailed report on various aspects of your site.</a:t>
            </a:r>
            <a:endParaRPr/>
          </a:p>
          <a:p>
            <a:pPr marL="742950" lvl="1" indent="-285750" algn="l" rtl="0">
              <a:spcBef>
                <a:spcPts val="360"/>
              </a:spcBef>
              <a:spcAft>
                <a:spcPts val="0"/>
              </a:spcAft>
              <a:buClr>
                <a:schemeClr val="dk1"/>
              </a:buClr>
              <a:buSzPts val="1800"/>
              <a:buChar char="–"/>
            </a:pPr>
            <a:r>
              <a:rPr lang="en-US" sz="1800"/>
              <a:t>Identify best practices and improvement areas.</a:t>
            </a:r>
            <a:endParaRPr/>
          </a:p>
          <a:p>
            <a:pPr marL="742950" lvl="1" indent="-285750" algn="l" rtl="0">
              <a:spcBef>
                <a:spcPts val="360"/>
              </a:spcBef>
              <a:spcAft>
                <a:spcPts val="0"/>
              </a:spcAft>
              <a:buClr>
                <a:schemeClr val="dk1"/>
              </a:buClr>
              <a:buSzPts val="1800"/>
              <a:buChar char="–"/>
            </a:pPr>
            <a:r>
              <a:rPr lang="en-US" sz="1800"/>
              <a:t>Generate scores for performance, accessibility, best practices, and SEO.</a:t>
            </a:r>
            <a:endParaRPr/>
          </a:p>
          <a:p>
            <a:pPr marL="742950" lvl="1" indent="-146050" algn="l" rtl="0">
              <a:spcBef>
                <a:spcPts val="440"/>
              </a:spcBef>
              <a:spcAft>
                <a:spcPts val="0"/>
              </a:spcAft>
              <a:buClr>
                <a:schemeClr val="dk1"/>
              </a:buClr>
              <a:buSzPts val="2200"/>
              <a:buNone/>
            </a:pPr>
            <a:endParaRPr/>
          </a:p>
          <a:p>
            <a:pPr marL="0" lvl="0" indent="0" algn="l" rtl="0">
              <a:spcBef>
                <a:spcPts val="440"/>
              </a:spcBef>
              <a:spcAft>
                <a:spcPts val="0"/>
              </a:spcAft>
              <a:buClr>
                <a:schemeClr val="dk1"/>
              </a:buClr>
              <a:buSzPts val="2200"/>
              <a:buNone/>
            </a:pPr>
            <a:endParaRPr/>
          </a:p>
        </p:txBody>
      </p:sp>
      <p:sp>
        <p:nvSpPr>
          <p:cNvPr id="269" name="Google Shape;269;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71" name="Google Shape;271;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JavaScript Syntax</a:t>
            </a:r>
            <a:endParaRPr/>
          </a:p>
        </p:txBody>
      </p:sp>
      <p:sp>
        <p:nvSpPr>
          <p:cNvPr id="277" name="Google Shape;277;p26"/>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None/>
            </a:pPr>
            <a:r>
              <a:rPr lang="en-US" sz="1400" b="1"/>
              <a:t>JavaScript Syntax</a:t>
            </a:r>
            <a:endParaRPr/>
          </a:p>
          <a:p>
            <a:pPr marL="0" lvl="0" indent="0" algn="l" rtl="0">
              <a:spcBef>
                <a:spcPts val="280"/>
              </a:spcBef>
              <a:spcAft>
                <a:spcPts val="0"/>
              </a:spcAft>
              <a:buClr>
                <a:schemeClr val="dk1"/>
              </a:buClr>
              <a:buSzPts val="1400"/>
              <a:buNone/>
            </a:pPr>
            <a:r>
              <a:rPr lang="en-US" sz="1400"/>
              <a:t>JavaScript syntax refers to the rules and conventions dictating how code is structured and arranged within the JavaScript programming language. This includes statements, expressions, variables, functions, operators, and control flow constructs.</a:t>
            </a:r>
            <a:endParaRPr/>
          </a:p>
          <a:p>
            <a:pPr marL="0" lvl="0" indent="0" algn="l" rtl="0">
              <a:spcBef>
                <a:spcPts val="280"/>
              </a:spcBef>
              <a:spcAft>
                <a:spcPts val="0"/>
              </a:spcAft>
              <a:buClr>
                <a:schemeClr val="dk1"/>
              </a:buClr>
              <a:buSzPts val="1400"/>
              <a:buNone/>
            </a:pPr>
            <a:r>
              <a:rPr lang="en-US" sz="1400" b="1"/>
              <a:t>Syntax</a:t>
            </a:r>
            <a:endParaRPr sz="1400" b="1"/>
          </a:p>
          <a:p>
            <a:pPr marL="0" lvl="0" indent="0" algn="l" rtl="0">
              <a:spcBef>
                <a:spcPts val="280"/>
              </a:spcBef>
              <a:spcAft>
                <a:spcPts val="0"/>
              </a:spcAft>
              <a:buClr>
                <a:schemeClr val="dk1"/>
              </a:buClr>
              <a:buSzPts val="1400"/>
              <a:buNone/>
            </a:pPr>
            <a:r>
              <a:rPr lang="en-US" sz="1400"/>
              <a:t>console.log("Basic Print method in JavaScript");</a:t>
            </a:r>
            <a:endParaRPr/>
          </a:p>
          <a:p>
            <a:pPr marL="0" lvl="0" indent="0" algn="l" rtl="0">
              <a:spcBef>
                <a:spcPts val="280"/>
              </a:spcBef>
              <a:spcAft>
                <a:spcPts val="0"/>
              </a:spcAft>
              <a:buClr>
                <a:schemeClr val="dk1"/>
              </a:buClr>
              <a:buSzPts val="1400"/>
              <a:buNone/>
            </a:pPr>
            <a:r>
              <a:rPr lang="en-US" sz="1400"/>
              <a:t>JavaScript syntax refers to the set of rules that determines how JavaScript programs are constructed:</a:t>
            </a:r>
            <a:endParaRPr/>
          </a:p>
          <a:p>
            <a:pPr marL="0" lvl="0" indent="0" algn="l" rtl="0">
              <a:spcBef>
                <a:spcPts val="280"/>
              </a:spcBef>
              <a:spcAft>
                <a:spcPts val="0"/>
              </a:spcAft>
              <a:buClr>
                <a:schemeClr val="dk1"/>
              </a:buClr>
              <a:buSzPts val="1400"/>
              <a:buNone/>
            </a:pPr>
            <a:r>
              <a:rPr lang="en-US" sz="1400" b="1"/>
              <a:t>// Variable declaration</a:t>
            </a:r>
            <a:endParaRPr/>
          </a:p>
          <a:p>
            <a:pPr marL="0" lvl="0" indent="0" algn="l" rtl="0">
              <a:spcBef>
                <a:spcPts val="280"/>
              </a:spcBef>
              <a:spcAft>
                <a:spcPts val="0"/>
              </a:spcAft>
              <a:buClr>
                <a:schemeClr val="dk1"/>
              </a:buClr>
              <a:buSzPts val="1400"/>
              <a:buNone/>
            </a:pPr>
            <a:r>
              <a:rPr lang="en-US" sz="1400"/>
              <a:t>let c, d, e;</a:t>
            </a:r>
            <a:endParaRPr/>
          </a:p>
          <a:p>
            <a:pPr marL="0" lvl="0" indent="0" algn="l" rtl="0">
              <a:spcBef>
                <a:spcPts val="280"/>
              </a:spcBef>
              <a:spcAft>
                <a:spcPts val="0"/>
              </a:spcAft>
              <a:buClr>
                <a:schemeClr val="dk1"/>
              </a:buClr>
              <a:buSzPts val="1400"/>
              <a:buNone/>
            </a:pPr>
            <a:r>
              <a:rPr lang="en-US" sz="1400" b="1"/>
              <a:t>// Assign value to the variable</a:t>
            </a:r>
            <a:endParaRPr/>
          </a:p>
          <a:p>
            <a:pPr marL="0" lvl="0" indent="0" algn="l" rtl="0">
              <a:spcBef>
                <a:spcPts val="280"/>
              </a:spcBef>
              <a:spcAft>
                <a:spcPts val="0"/>
              </a:spcAft>
              <a:buClr>
                <a:schemeClr val="dk1"/>
              </a:buClr>
              <a:buSzPts val="1400"/>
              <a:buNone/>
            </a:pPr>
            <a:r>
              <a:rPr lang="en-US" sz="1400"/>
              <a:t>c = 5; </a:t>
            </a:r>
            <a:endParaRPr/>
          </a:p>
          <a:p>
            <a:pPr marL="0" lvl="0" indent="0" algn="l" rtl="0">
              <a:spcBef>
                <a:spcPts val="280"/>
              </a:spcBef>
              <a:spcAft>
                <a:spcPts val="0"/>
              </a:spcAft>
              <a:buClr>
                <a:schemeClr val="dk1"/>
              </a:buClr>
              <a:buSzPts val="1400"/>
              <a:buNone/>
            </a:pPr>
            <a:r>
              <a:rPr lang="en-US" sz="1400" b="1"/>
              <a:t>// Computer value of variables</a:t>
            </a:r>
            <a:endParaRPr/>
          </a:p>
          <a:p>
            <a:pPr marL="0" lvl="0" indent="0" algn="l" rtl="0">
              <a:spcBef>
                <a:spcPts val="280"/>
              </a:spcBef>
              <a:spcAft>
                <a:spcPts val="0"/>
              </a:spcAft>
              <a:buClr>
                <a:schemeClr val="dk1"/>
              </a:buClr>
              <a:buSzPts val="1400"/>
              <a:buNone/>
            </a:pPr>
            <a:r>
              <a:rPr lang="en-US" sz="1400"/>
              <a:t>d = c;</a:t>
            </a:r>
            <a:endParaRPr/>
          </a:p>
          <a:p>
            <a:pPr marL="0" lvl="0" indent="0" algn="l" rtl="0">
              <a:spcBef>
                <a:spcPts val="280"/>
              </a:spcBef>
              <a:spcAft>
                <a:spcPts val="0"/>
              </a:spcAft>
              <a:buClr>
                <a:schemeClr val="dk1"/>
              </a:buClr>
              <a:buSzPts val="1400"/>
              <a:buNone/>
            </a:pPr>
            <a:r>
              <a:rPr lang="en-US" sz="1400"/>
              <a:t>e = c / d;</a:t>
            </a:r>
            <a:endParaRPr/>
          </a:p>
          <a:p>
            <a:pPr marL="0" lvl="0" indent="0" algn="l" rtl="0">
              <a:spcBef>
                <a:spcPts val="280"/>
              </a:spcBef>
              <a:spcAft>
                <a:spcPts val="0"/>
              </a:spcAft>
              <a:buClr>
                <a:schemeClr val="dk1"/>
              </a:buClr>
              <a:buSzPts val="1400"/>
              <a:buNone/>
            </a:pPr>
            <a:r>
              <a:rPr lang="en-US" sz="1400" b="1"/>
              <a:t>JavaScript Values</a:t>
            </a:r>
            <a:endParaRPr/>
          </a:p>
          <a:p>
            <a:pPr marL="0" lvl="0" indent="0" algn="l" rtl="0">
              <a:spcBef>
                <a:spcPts val="280"/>
              </a:spcBef>
              <a:spcAft>
                <a:spcPts val="0"/>
              </a:spcAft>
              <a:buClr>
                <a:schemeClr val="dk1"/>
              </a:buClr>
              <a:buSzPts val="1400"/>
              <a:buNone/>
            </a:pPr>
            <a:r>
              <a:rPr lang="en-US" sz="1400" b="1"/>
              <a:t>There are two types of values defined in JavaScript Syntax:</a:t>
            </a:r>
            <a:endParaRPr/>
          </a:p>
          <a:p>
            <a:pPr marL="0" lvl="0" indent="0" algn="l" rtl="0">
              <a:spcBef>
                <a:spcPts val="280"/>
              </a:spcBef>
              <a:spcAft>
                <a:spcPts val="0"/>
              </a:spcAft>
              <a:buClr>
                <a:schemeClr val="dk1"/>
              </a:buClr>
              <a:buSzPts val="1400"/>
              <a:buNone/>
            </a:pPr>
            <a:r>
              <a:rPr lang="en-US" sz="1400"/>
              <a:t>Fixed Values: These are known as the literals.</a:t>
            </a:r>
            <a:endParaRPr/>
          </a:p>
          <a:p>
            <a:pPr marL="0" lvl="0" indent="0" algn="l" rtl="0">
              <a:spcBef>
                <a:spcPts val="280"/>
              </a:spcBef>
              <a:spcAft>
                <a:spcPts val="0"/>
              </a:spcAft>
              <a:buClr>
                <a:schemeClr val="dk1"/>
              </a:buClr>
              <a:buSzPts val="1400"/>
              <a:buNone/>
            </a:pPr>
            <a:r>
              <a:rPr lang="en-US" sz="1400"/>
              <a:t>Variable values: These are called variables</a:t>
            </a:r>
            <a:endParaRPr/>
          </a:p>
        </p:txBody>
      </p:sp>
      <p:sp>
        <p:nvSpPr>
          <p:cNvPr id="278" name="Google Shape;278;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80" name="Google Shape;280;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JavaScript Variables</a:t>
            </a:r>
            <a:endParaRPr b="1"/>
          </a:p>
        </p:txBody>
      </p:sp>
      <p:sp>
        <p:nvSpPr>
          <p:cNvPr id="286" name="Google Shape;286;p2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2200"/>
              <a:buChar char="•"/>
            </a:pPr>
            <a:r>
              <a:rPr lang="en-US"/>
              <a:t>In a programming language, variables are used to store data values.</a:t>
            </a:r>
            <a:endParaRPr/>
          </a:p>
          <a:p>
            <a:pPr marL="342900" lvl="0" indent="-342900" algn="l" rtl="0">
              <a:spcBef>
                <a:spcPts val="440"/>
              </a:spcBef>
              <a:spcAft>
                <a:spcPts val="0"/>
              </a:spcAft>
              <a:buClr>
                <a:schemeClr val="dk1"/>
              </a:buClr>
              <a:buSzPts val="2200"/>
              <a:buChar char="•"/>
            </a:pPr>
            <a:r>
              <a:rPr lang="en-US"/>
              <a:t>JavaScript uses the keywords var, let and const to declare variables.</a:t>
            </a:r>
            <a:endParaRPr/>
          </a:p>
          <a:p>
            <a:pPr marL="342900" lvl="0" indent="-342900" algn="l" rtl="0">
              <a:spcBef>
                <a:spcPts val="440"/>
              </a:spcBef>
              <a:spcAft>
                <a:spcPts val="0"/>
              </a:spcAft>
              <a:buClr>
                <a:schemeClr val="dk1"/>
              </a:buClr>
              <a:buSzPts val="2200"/>
              <a:buChar char="•"/>
            </a:pPr>
            <a:r>
              <a:rPr lang="en-US"/>
              <a:t>An equal sign is used to assign values to variables.</a:t>
            </a:r>
            <a:endParaRPr/>
          </a:p>
          <a:p>
            <a:pPr marL="342900" lvl="0" indent="-203200" algn="l" rtl="0">
              <a:spcBef>
                <a:spcPts val="440"/>
              </a:spcBef>
              <a:spcAft>
                <a:spcPts val="0"/>
              </a:spcAft>
              <a:buClr>
                <a:schemeClr val="dk1"/>
              </a:buClr>
              <a:buSzPts val="2200"/>
              <a:buNone/>
            </a:pPr>
            <a:endParaRPr/>
          </a:p>
          <a:p>
            <a:pPr marL="0" lvl="0" indent="0" algn="l" rtl="0">
              <a:spcBef>
                <a:spcPts val="440"/>
              </a:spcBef>
              <a:spcAft>
                <a:spcPts val="0"/>
              </a:spcAft>
              <a:buClr>
                <a:schemeClr val="dk1"/>
              </a:buClr>
              <a:buSzPts val="2200"/>
              <a:buNone/>
            </a:pPr>
            <a:r>
              <a:rPr lang="en-US"/>
              <a:t>In this example, x is defined as a variable. Then, x is assigned (given) the value 6:</a:t>
            </a:r>
            <a:endParaRPr/>
          </a:p>
          <a:p>
            <a:pPr marL="0" lvl="0" indent="0" algn="l" rtl="0">
              <a:spcBef>
                <a:spcPts val="440"/>
              </a:spcBef>
              <a:spcAft>
                <a:spcPts val="0"/>
              </a:spcAft>
              <a:buClr>
                <a:schemeClr val="dk1"/>
              </a:buClr>
              <a:buSzPts val="2200"/>
              <a:buNone/>
            </a:pPr>
            <a:r>
              <a:rPr lang="en-US"/>
              <a:t>let x;</a:t>
            </a:r>
            <a:endParaRPr/>
          </a:p>
          <a:p>
            <a:pPr marL="0" lvl="0" indent="0" algn="l" rtl="0">
              <a:spcBef>
                <a:spcPts val="440"/>
              </a:spcBef>
              <a:spcAft>
                <a:spcPts val="0"/>
              </a:spcAft>
              <a:buClr>
                <a:schemeClr val="dk1"/>
              </a:buClr>
              <a:buSzPts val="2200"/>
              <a:buNone/>
            </a:pPr>
            <a:r>
              <a:rPr lang="en-US"/>
              <a:t>x = 6;</a:t>
            </a:r>
            <a:endParaRPr/>
          </a:p>
          <a:p>
            <a:pPr marL="0" lvl="0" indent="0" algn="l" rtl="0">
              <a:spcBef>
                <a:spcPts val="440"/>
              </a:spcBef>
              <a:spcAft>
                <a:spcPts val="0"/>
              </a:spcAft>
              <a:buClr>
                <a:schemeClr val="dk1"/>
              </a:buClr>
              <a:buSzPts val="2200"/>
              <a:buNone/>
            </a:pPr>
            <a:endParaRPr/>
          </a:p>
        </p:txBody>
      </p:sp>
      <p:sp>
        <p:nvSpPr>
          <p:cNvPr id="287" name="Google Shape;28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89" name="Google Shape;28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2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Declaring Variables</a:t>
            </a:r>
            <a:endParaRPr b="1"/>
          </a:p>
        </p:txBody>
      </p:sp>
      <p:sp>
        <p:nvSpPr>
          <p:cNvPr id="295" name="Google Shape;295;p28"/>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200"/>
              <a:buNone/>
            </a:pPr>
            <a:r>
              <a:rPr lang="en-US" b="1"/>
              <a:t>1. var Keyword</a:t>
            </a:r>
            <a:endParaRPr/>
          </a:p>
          <a:p>
            <a:pPr marL="342900" lvl="0" indent="-342900" algn="l" rtl="0">
              <a:spcBef>
                <a:spcPts val="440"/>
              </a:spcBef>
              <a:spcAft>
                <a:spcPts val="0"/>
              </a:spcAft>
              <a:buClr>
                <a:schemeClr val="dk1"/>
              </a:buClr>
              <a:buSzPts val="2200"/>
              <a:buChar char="•"/>
            </a:pPr>
            <a:r>
              <a:rPr lang="en-US"/>
              <a:t>The var keyword is used to declare a variable. It has a function-scoped or globally-scoped behavior.</a:t>
            </a:r>
            <a:endParaRPr/>
          </a:p>
          <a:p>
            <a:pPr marL="0" lvl="0" indent="0" algn="l" rtl="0">
              <a:spcBef>
                <a:spcPts val="440"/>
              </a:spcBef>
              <a:spcAft>
                <a:spcPts val="0"/>
              </a:spcAft>
              <a:buClr>
                <a:schemeClr val="dk1"/>
              </a:buClr>
              <a:buSzPts val="2200"/>
              <a:buNone/>
            </a:pPr>
            <a:r>
              <a:rPr lang="en-US"/>
              <a:t>      var x = 10; </a:t>
            </a:r>
            <a:endParaRPr/>
          </a:p>
          <a:p>
            <a:pPr marL="0" lvl="0" indent="0" algn="l" rtl="0">
              <a:spcBef>
                <a:spcPts val="440"/>
              </a:spcBef>
              <a:spcAft>
                <a:spcPts val="0"/>
              </a:spcAft>
              <a:buClr>
                <a:schemeClr val="dk1"/>
              </a:buClr>
              <a:buSzPts val="2200"/>
              <a:buNone/>
            </a:pPr>
            <a:r>
              <a:rPr lang="en-US"/>
              <a:t>In this example, we will declare variables using var.</a:t>
            </a:r>
            <a:endParaRPr/>
          </a:p>
          <a:p>
            <a:pPr marL="0" lvl="0" indent="0" algn="l" rtl="0">
              <a:spcBef>
                <a:spcPts val="320"/>
              </a:spcBef>
              <a:spcAft>
                <a:spcPts val="0"/>
              </a:spcAft>
              <a:buClr>
                <a:schemeClr val="dk1"/>
              </a:buClr>
              <a:buSzPts val="1600"/>
              <a:buNone/>
            </a:pPr>
            <a:r>
              <a:rPr lang="en-US" sz="1600" b="1"/>
              <a:t>var a = "Hello Geeks"</a:t>
            </a:r>
            <a:endParaRPr/>
          </a:p>
          <a:p>
            <a:pPr marL="0" lvl="0" indent="0" algn="l" rtl="0">
              <a:spcBef>
                <a:spcPts val="320"/>
              </a:spcBef>
              <a:spcAft>
                <a:spcPts val="0"/>
              </a:spcAft>
              <a:buClr>
                <a:schemeClr val="dk1"/>
              </a:buClr>
              <a:buSzPts val="1600"/>
              <a:buNone/>
            </a:pPr>
            <a:r>
              <a:rPr lang="en-US" sz="1600" b="1"/>
              <a:t>var b = 10;</a:t>
            </a:r>
            <a:endParaRPr/>
          </a:p>
          <a:p>
            <a:pPr marL="0" lvl="0" indent="0" algn="l" rtl="0">
              <a:spcBef>
                <a:spcPts val="320"/>
              </a:spcBef>
              <a:spcAft>
                <a:spcPts val="0"/>
              </a:spcAft>
              <a:buClr>
                <a:schemeClr val="dk1"/>
              </a:buClr>
              <a:buSzPts val="1600"/>
              <a:buNone/>
            </a:pPr>
            <a:r>
              <a:rPr lang="en-US" sz="1600" b="1"/>
              <a:t>var c = 12;</a:t>
            </a:r>
            <a:endParaRPr/>
          </a:p>
          <a:p>
            <a:pPr marL="0" lvl="0" indent="0" algn="l" rtl="0">
              <a:spcBef>
                <a:spcPts val="320"/>
              </a:spcBef>
              <a:spcAft>
                <a:spcPts val="0"/>
              </a:spcAft>
              <a:buClr>
                <a:schemeClr val="dk1"/>
              </a:buClr>
              <a:buSzPts val="1600"/>
              <a:buNone/>
            </a:pPr>
            <a:r>
              <a:rPr lang="en-US" sz="1600" b="1"/>
              <a:t>var d = b + c;</a:t>
            </a:r>
            <a:endParaRPr/>
          </a:p>
          <a:p>
            <a:pPr marL="0" lvl="0" indent="0" algn="l" rtl="0">
              <a:spcBef>
                <a:spcPts val="320"/>
              </a:spcBef>
              <a:spcAft>
                <a:spcPts val="0"/>
              </a:spcAft>
              <a:buClr>
                <a:schemeClr val="dk1"/>
              </a:buClr>
              <a:buSzPts val="1600"/>
              <a:buNone/>
            </a:pPr>
            <a:r>
              <a:rPr lang="en-US" sz="1600" b="1"/>
              <a:t>console.log(a);</a:t>
            </a:r>
            <a:endParaRPr/>
          </a:p>
          <a:p>
            <a:pPr marL="0" lvl="0" indent="0" algn="l" rtl="0">
              <a:spcBef>
                <a:spcPts val="320"/>
              </a:spcBef>
              <a:spcAft>
                <a:spcPts val="0"/>
              </a:spcAft>
              <a:buClr>
                <a:schemeClr val="dk1"/>
              </a:buClr>
              <a:buSzPts val="1600"/>
              <a:buNone/>
            </a:pPr>
            <a:r>
              <a:rPr lang="en-US" sz="1600" b="1"/>
              <a:t>console.log(b);</a:t>
            </a:r>
            <a:endParaRPr/>
          </a:p>
          <a:p>
            <a:pPr marL="0" lvl="0" indent="0" algn="l" rtl="0">
              <a:spcBef>
                <a:spcPts val="320"/>
              </a:spcBef>
              <a:spcAft>
                <a:spcPts val="0"/>
              </a:spcAft>
              <a:buClr>
                <a:schemeClr val="dk1"/>
              </a:buClr>
              <a:buSzPts val="1600"/>
              <a:buNone/>
            </a:pPr>
            <a:r>
              <a:rPr lang="en-US" sz="1600" b="1"/>
              <a:t>console.log(c);</a:t>
            </a:r>
            <a:endParaRPr/>
          </a:p>
          <a:p>
            <a:pPr marL="0" lvl="0" indent="0" algn="l" rtl="0">
              <a:spcBef>
                <a:spcPts val="320"/>
              </a:spcBef>
              <a:spcAft>
                <a:spcPts val="0"/>
              </a:spcAft>
              <a:buClr>
                <a:schemeClr val="dk1"/>
              </a:buClr>
              <a:buSzPts val="1600"/>
              <a:buNone/>
            </a:pPr>
            <a:r>
              <a:rPr lang="en-US" sz="1600" b="1"/>
              <a:t>console.log(d);</a:t>
            </a:r>
            <a:endParaRPr/>
          </a:p>
          <a:p>
            <a:pPr marL="0" lvl="0" indent="0" algn="l" rtl="0">
              <a:spcBef>
                <a:spcPts val="320"/>
              </a:spcBef>
              <a:spcAft>
                <a:spcPts val="0"/>
              </a:spcAft>
              <a:buClr>
                <a:schemeClr val="dk1"/>
              </a:buClr>
              <a:buSzPts val="1600"/>
              <a:buNone/>
            </a:pPr>
            <a:endParaRPr sz="1600" b="1"/>
          </a:p>
          <a:p>
            <a:pPr marL="0" lvl="0" indent="0" algn="l" rtl="0">
              <a:spcBef>
                <a:spcPts val="320"/>
              </a:spcBef>
              <a:spcAft>
                <a:spcPts val="0"/>
              </a:spcAft>
              <a:buClr>
                <a:schemeClr val="dk1"/>
              </a:buClr>
              <a:buSzPts val="1600"/>
              <a:buNone/>
            </a:pPr>
            <a:endParaRPr sz="1600" b="1"/>
          </a:p>
          <a:p>
            <a:pPr marL="0" lvl="0" indent="0" algn="l" rtl="0">
              <a:spcBef>
                <a:spcPts val="320"/>
              </a:spcBef>
              <a:spcAft>
                <a:spcPts val="0"/>
              </a:spcAft>
              <a:buClr>
                <a:schemeClr val="dk1"/>
              </a:buClr>
              <a:buSzPts val="1600"/>
              <a:buNone/>
            </a:pPr>
            <a:endParaRPr sz="1600" b="1"/>
          </a:p>
        </p:txBody>
      </p:sp>
      <p:sp>
        <p:nvSpPr>
          <p:cNvPr id="296" name="Google Shape;296;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298" name="Google Shape;298;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
        <p:nvSpPr>
          <p:cNvPr id="304" name="Google Shape;304;p2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a:t>2</a:t>
            </a:r>
            <a:r>
              <a:rPr lang="en-US" sz="1800" b="1"/>
              <a:t>. let Keyword</a:t>
            </a:r>
            <a:endParaRPr/>
          </a:p>
          <a:p>
            <a:pPr marL="0" lvl="0" indent="0" algn="l" rtl="0">
              <a:spcBef>
                <a:spcPts val="360"/>
              </a:spcBef>
              <a:spcAft>
                <a:spcPts val="0"/>
              </a:spcAft>
              <a:buClr>
                <a:schemeClr val="dk1"/>
              </a:buClr>
              <a:buSzPts val="1800"/>
              <a:buNone/>
            </a:pPr>
            <a:r>
              <a:rPr lang="en-US" sz="1800"/>
              <a:t>The let keyword is a block-scoped variables. It’s commonly used for variables that may change their value.</a:t>
            </a:r>
            <a:endParaRPr/>
          </a:p>
          <a:p>
            <a:pPr marL="0" lvl="0" indent="0" algn="l" rtl="0">
              <a:spcBef>
                <a:spcPts val="360"/>
              </a:spcBef>
              <a:spcAft>
                <a:spcPts val="0"/>
              </a:spcAft>
              <a:buClr>
                <a:schemeClr val="dk1"/>
              </a:buClr>
              <a:buSzPts val="1800"/>
              <a:buNone/>
            </a:pPr>
            <a:r>
              <a:rPr lang="en-US" sz="1800"/>
              <a:t>      let y = "Hello";</a:t>
            </a:r>
            <a:endParaRPr/>
          </a:p>
          <a:p>
            <a:pPr marL="0" lvl="0" indent="0" algn="l" rtl="0">
              <a:spcBef>
                <a:spcPts val="320"/>
              </a:spcBef>
              <a:spcAft>
                <a:spcPts val="0"/>
              </a:spcAft>
              <a:buClr>
                <a:schemeClr val="dk1"/>
              </a:buClr>
              <a:buSzPts val="1600"/>
              <a:buNone/>
            </a:pPr>
            <a:r>
              <a:rPr lang="en-US" sz="1600" b="1"/>
              <a:t>Example: In this example, we will declare variables using let.</a:t>
            </a:r>
            <a:endParaRPr/>
          </a:p>
          <a:p>
            <a:pPr marL="342900" lvl="0" indent="-342900" algn="l" rtl="0">
              <a:spcBef>
                <a:spcPts val="320"/>
              </a:spcBef>
              <a:spcAft>
                <a:spcPts val="0"/>
              </a:spcAft>
              <a:buClr>
                <a:schemeClr val="dk1"/>
              </a:buClr>
              <a:buSzPts val="1600"/>
              <a:buChar char="•"/>
            </a:pPr>
            <a:r>
              <a:rPr lang="en-US" sz="1600" b="1"/>
              <a:t>let a = "Hello learners"</a:t>
            </a:r>
            <a:endParaRPr/>
          </a:p>
          <a:p>
            <a:pPr marL="342900" lvl="0" indent="-342900" algn="l" rtl="0">
              <a:spcBef>
                <a:spcPts val="320"/>
              </a:spcBef>
              <a:spcAft>
                <a:spcPts val="0"/>
              </a:spcAft>
              <a:buClr>
                <a:schemeClr val="dk1"/>
              </a:buClr>
              <a:buSzPts val="1600"/>
              <a:buChar char="•"/>
            </a:pPr>
            <a:r>
              <a:rPr lang="en-US" sz="1600" b="1"/>
              <a:t>let b = "joining";</a:t>
            </a:r>
            <a:endParaRPr/>
          </a:p>
          <a:p>
            <a:pPr marL="342900" lvl="0" indent="-342900" algn="l" rtl="0">
              <a:spcBef>
                <a:spcPts val="320"/>
              </a:spcBef>
              <a:spcAft>
                <a:spcPts val="0"/>
              </a:spcAft>
              <a:buClr>
                <a:schemeClr val="dk1"/>
              </a:buClr>
              <a:buSzPts val="1600"/>
              <a:buChar char="•"/>
            </a:pPr>
            <a:r>
              <a:rPr lang="en-US" sz="1600" b="1"/>
              <a:t>let c = " 12";</a:t>
            </a:r>
            <a:endParaRPr/>
          </a:p>
          <a:p>
            <a:pPr marL="342900" lvl="0" indent="-342900" algn="l" rtl="0">
              <a:spcBef>
                <a:spcPts val="320"/>
              </a:spcBef>
              <a:spcAft>
                <a:spcPts val="0"/>
              </a:spcAft>
              <a:buClr>
                <a:schemeClr val="dk1"/>
              </a:buClr>
              <a:buSzPts val="1600"/>
              <a:buChar char="•"/>
            </a:pPr>
            <a:r>
              <a:rPr lang="en-US" sz="1600" b="1"/>
              <a:t>let d = b + c;</a:t>
            </a:r>
            <a:endParaRPr/>
          </a:p>
          <a:p>
            <a:pPr marL="342900" lvl="0" indent="-241300" algn="l" rtl="0">
              <a:spcBef>
                <a:spcPts val="320"/>
              </a:spcBef>
              <a:spcAft>
                <a:spcPts val="0"/>
              </a:spcAft>
              <a:buClr>
                <a:schemeClr val="dk1"/>
              </a:buClr>
              <a:buSzPts val="1600"/>
              <a:buNone/>
            </a:pPr>
            <a:endParaRPr sz="1600" b="1"/>
          </a:p>
          <a:p>
            <a:pPr marL="342900" lvl="0" indent="-342900" algn="l" rtl="0">
              <a:spcBef>
                <a:spcPts val="320"/>
              </a:spcBef>
              <a:spcAft>
                <a:spcPts val="0"/>
              </a:spcAft>
              <a:buClr>
                <a:schemeClr val="dk1"/>
              </a:buClr>
              <a:buSzPts val="1600"/>
              <a:buChar char="•"/>
            </a:pPr>
            <a:r>
              <a:rPr lang="en-US" sz="1600" b="1"/>
              <a:t>console.log(a);</a:t>
            </a:r>
            <a:endParaRPr/>
          </a:p>
          <a:p>
            <a:pPr marL="342900" lvl="0" indent="-342900" algn="l" rtl="0">
              <a:spcBef>
                <a:spcPts val="320"/>
              </a:spcBef>
              <a:spcAft>
                <a:spcPts val="0"/>
              </a:spcAft>
              <a:buClr>
                <a:schemeClr val="dk1"/>
              </a:buClr>
              <a:buSzPts val="1600"/>
              <a:buChar char="•"/>
            </a:pPr>
            <a:r>
              <a:rPr lang="en-US" sz="1600" b="1"/>
              <a:t>console.log(b);</a:t>
            </a:r>
            <a:endParaRPr/>
          </a:p>
          <a:p>
            <a:pPr marL="342900" lvl="0" indent="-342900" algn="l" rtl="0">
              <a:spcBef>
                <a:spcPts val="320"/>
              </a:spcBef>
              <a:spcAft>
                <a:spcPts val="0"/>
              </a:spcAft>
              <a:buClr>
                <a:schemeClr val="dk1"/>
              </a:buClr>
              <a:buSzPts val="1600"/>
              <a:buChar char="•"/>
            </a:pPr>
            <a:r>
              <a:rPr lang="en-US" sz="1600" b="1"/>
              <a:t>console.log(c);</a:t>
            </a:r>
            <a:endParaRPr/>
          </a:p>
          <a:p>
            <a:pPr marL="342900" lvl="0" indent="-342900" algn="l" rtl="0">
              <a:spcBef>
                <a:spcPts val="320"/>
              </a:spcBef>
              <a:spcAft>
                <a:spcPts val="0"/>
              </a:spcAft>
              <a:buClr>
                <a:schemeClr val="dk1"/>
              </a:buClr>
              <a:buSzPts val="1600"/>
              <a:buChar char="•"/>
            </a:pPr>
            <a:r>
              <a:rPr lang="en-US" sz="1600" b="1"/>
              <a:t>console.log(d);</a:t>
            </a:r>
            <a:endParaRPr/>
          </a:p>
        </p:txBody>
      </p:sp>
      <p:sp>
        <p:nvSpPr>
          <p:cNvPr id="305" name="Google Shape;305;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07" name="Google Shape;307;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3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
        <p:nvSpPr>
          <p:cNvPr id="313" name="Google Shape;313;p3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b="1"/>
              <a:t>3. const Keyword: </a:t>
            </a:r>
            <a:r>
              <a:rPr lang="en-US" sz="1800"/>
              <a:t>The const keyword declares variables that cannot be reassigned. It’s block-scoped as well.</a:t>
            </a:r>
            <a:endParaRPr/>
          </a:p>
          <a:p>
            <a:pPr marL="0" lvl="0" indent="0" algn="l" rtl="0">
              <a:spcBef>
                <a:spcPts val="320"/>
              </a:spcBef>
              <a:spcAft>
                <a:spcPts val="0"/>
              </a:spcAft>
              <a:buClr>
                <a:schemeClr val="dk1"/>
              </a:buClr>
              <a:buSzPts val="1600"/>
              <a:buNone/>
            </a:pPr>
            <a:r>
              <a:rPr lang="en-US" sz="1600"/>
              <a:t> const PI = 3.14;</a:t>
            </a:r>
            <a:endParaRPr/>
          </a:p>
          <a:p>
            <a:pPr marL="0" lvl="0" indent="0" algn="l" rtl="0">
              <a:spcBef>
                <a:spcPts val="320"/>
              </a:spcBef>
              <a:spcAft>
                <a:spcPts val="0"/>
              </a:spcAft>
              <a:buClr>
                <a:schemeClr val="dk1"/>
              </a:buClr>
              <a:buSzPts val="1600"/>
              <a:buNone/>
            </a:pPr>
            <a:r>
              <a:rPr lang="en-US" sz="1600"/>
              <a:t>Example: In this example, we will declare the variable using the const keyword.</a:t>
            </a:r>
            <a:endParaRPr/>
          </a:p>
          <a:p>
            <a:pPr marL="0" lvl="0" indent="0" algn="l" rtl="0">
              <a:spcBef>
                <a:spcPts val="320"/>
              </a:spcBef>
              <a:spcAft>
                <a:spcPts val="0"/>
              </a:spcAft>
              <a:buClr>
                <a:schemeClr val="dk1"/>
              </a:buClr>
              <a:buSzPts val="1600"/>
              <a:buNone/>
            </a:pPr>
            <a:r>
              <a:rPr lang="en-US" sz="1600" b="1"/>
              <a:t>const a = "Hello learners"</a:t>
            </a:r>
            <a:endParaRPr/>
          </a:p>
          <a:p>
            <a:pPr marL="0" lvl="0" indent="0" algn="l" rtl="0">
              <a:spcBef>
                <a:spcPts val="320"/>
              </a:spcBef>
              <a:spcAft>
                <a:spcPts val="0"/>
              </a:spcAft>
              <a:buClr>
                <a:schemeClr val="dk1"/>
              </a:buClr>
              <a:buSzPts val="1600"/>
              <a:buNone/>
            </a:pPr>
            <a:r>
              <a:rPr lang="en-US" sz="1600" b="1"/>
              <a:t>console.log(a);</a:t>
            </a:r>
            <a:endParaRPr/>
          </a:p>
          <a:p>
            <a:pPr marL="0" lvl="0" indent="0" algn="l" rtl="0">
              <a:spcBef>
                <a:spcPts val="320"/>
              </a:spcBef>
              <a:spcAft>
                <a:spcPts val="0"/>
              </a:spcAft>
              <a:buClr>
                <a:schemeClr val="dk1"/>
              </a:buClr>
              <a:buSzPts val="1600"/>
              <a:buNone/>
            </a:pPr>
            <a:endParaRPr sz="1600" b="1"/>
          </a:p>
          <a:p>
            <a:pPr marL="0" lvl="0" indent="0" algn="l" rtl="0">
              <a:spcBef>
                <a:spcPts val="320"/>
              </a:spcBef>
              <a:spcAft>
                <a:spcPts val="0"/>
              </a:spcAft>
              <a:buClr>
                <a:schemeClr val="dk1"/>
              </a:buClr>
              <a:buSzPts val="1600"/>
              <a:buNone/>
            </a:pPr>
            <a:r>
              <a:rPr lang="en-US" sz="1600" b="1"/>
              <a:t>const b = 400;</a:t>
            </a:r>
            <a:endParaRPr/>
          </a:p>
          <a:p>
            <a:pPr marL="0" lvl="0" indent="0" algn="l" rtl="0">
              <a:spcBef>
                <a:spcPts val="320"/>
              </a:spcBef>
              <a:spcAft>
                <a:spcPts val="0"/>
              </a:spcAft>
              <a:buClr>
                <a:schemeClr val="dk1"/>
              </a:buClr>
              <a:buSzPts val="1600"/>
              <a:buNone/>
            </a:pPr>
            <a:r>
              <a:rPr lang="en-US" sz="1600" b="1"/>
              <a:t>console.log(b);</a:t>
            </a:r>
            <a:endParaRPr/>
          </a:p>
          <a:p>
            <a:pPr marL="342900" lvl="0" indent="-241300" algn="l" rtl="0">
              <a:spcBef>
                <a:spcPts val="320"/>
              </a:spcBef>
              <a:spcAft>
                <a:spcPts val="0"/>
              </a:spcAft>
              <a:buClr>
                <a:schemeClr val="dk1"/>
              </a:buClr>
              <a:buSzPts val="1600"/>
              <a:buNone/>
            </a:pPr>
            <a:endParaRPr sz="1600"/>
          </a:p>
          <a:p>
            <a:pPr marL="0" lvl="0" indent="0" algn="l" rtl="0">
              <a:spcBef>
                <a:spcPts val="320"/>
              </a:spcBef>
              <a:spcAft>
                <a:spcPts val="0"/>
              </a:spcAft>
              <a:buClr>
                <a:schemeClr val="dk1"/>
              </a:buClr>
              <a:buSzPts val="1600"/>
              <a:buNone/>
            </a:pPr>
            <a:r>
              <a:rPr lang="en-US" sz="1600" b="1"/>
              <a:t>const c = "12";</a:t>
            </a:r>
            <a:endParaRPr/>
          </a:p>
          <a:p>
            <a:pPr marL="0" lvl="0" indent="0" algn="l" rtl="0">
              <a:spcBef>
                <a:spcPts val="320"/>
              </a:spcBef>
              <a:spcAft>
                <a:spcPts val="0"/>
              </a:spcAft>
              <a:buClr>
                <a:schemeClr val="dk1"/>
              </a:buClr>
              <a:buSzPts val="1600"/>
              <a:buNone/>
            </a:pPr>
            <a:r>
              <a:rPr lang="en-US" sz="1600" b="1"/>
              <a:t>console.log(c);</a:t>
            </a:r>
            <a:endParaRPr/>
          </a:p>
          <a:p>
            <a:pPr marL="0" lvl="0" indent="0" algn="l" rtl="0">
              <a:spcBef>
                <a:spcPts val="320"/>
              </a:spcBef>
              <a:spcAft>
                <a:spcPts val="0"/>
              </a:spcAft>
              <a:buClr>
                <a:schemeClr val="dk1"/>
              </a:buClr>
              <a:buSzPts val="1600"/>
              <a:buNone/>
            </a:pPr>
            <a:r>
              <a:rPr lang="en-US" sz="1600"/>
              <a:t>// Can not change a value for a constant</a:t>
            </a:r>
            <a:endParaRPr/>
          </a:p>
          <a:p>
            <a:pPr marL="0" lvl="0" indent="0" algn="l" rtl="0">
              <a:spcBef>
                <a:spcPts val="320"/>
              </a:spcBef>
              <a:spcAft>
                <a:spcPts val="0"/>
              </a:spcAft>
              <a:buClr>
                <a:schemeClr val="dk1"/>
              </a:buClr>
              <a:buSzPts val="1600"/>
              <a:buNone/>
            </a:pPr>
            <a:r>
              <a:rPr lang="en-US" sz="1600"/>
              <a:t>// c = "new"</a:t>
            </a:r>
            <a:endParaRPr/>
          </a:p>
          <a:p>
            <a:pPr marL="0" lvl="0" indent="0" algn="l" rtl="0">
              <a:spcBef>
                <a:spcPts val="320"/>
              </a:spcBef>
              <a:spcAft>
                <a:spcPts val="0"/>
              </a:spcAft>
              <a:buClr>
                <a:schemeClr val="dk1"/>
              </a:buClr>
              <a:buSzPts val="1600"/>
              <a:buNone/>
            </a:pPr>
            <a:r>
              <a:rPr lang="en-US" sz="1600"/>
              <a:t>// console.log(c) will show error</a:t>
            </a:r>
            <a:endParaRPr/>
          </a:p>
        </p:txBody>
      </p:sp>
      <p:sp>
        <p:nvSpPr>
          <p:cNvPr id="314" name="Google Shape;314;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16" name="Google Shape;316;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OPERATORS</a:t>
            </a:r>
            <a:endParaRPr b="1"/>
          </a:p>
        </p:txBody>
      </p:sp>
      <p:sp>
        <p:nvSpPr>
          <p:cNvPr id="322" name="Google Shape;322;p31"/>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700"/>
              <a:buNone/>
            </a:pPr>
            <a:r>
              <a:rPr lang="en-US" sz="1700"/>
              <a:t>Javascript operators are used to perform different types of mathematical and logical computations.</a:t>
            </a:r>
            <a:endParaRPr/>
          </a:p>
          <a:p>
            <a:pPr marL="0" lvl="0" indent="0" algn="l" rtl="0">
              <a:spcBef>
                <a:spcPts val="320"/>
              </a:spcBef>
              <a:spcAft>
                <a:spcPts val="0"/>
              </a:spcAft>
              <a:buClr>
                <a:schemeClr val="dk1"/>
              </a:buClr>
              <a:buSzPts val="1600"/>
              <a:buNone/>
            </a:pPr>
            <a:r>
              <a:rPr lang="en-US" sz="1600" b="1"/>
              <a:t>Examples:</a:t>
            </a:r>
            <a:endParaRPr/>
          </a:p>
          <a:p>
            <a:pPr marL="0" lvl="0" indent="0" algn="l" rtl="0">
              <a:spcBef>
                <a:spcPts val="320"/>
              </a:spcBef>
              <a:spcAft>
                <a:spcPts val="0"/>
              </a:spcAft>
              <a:buClr>
                <a:schemeClr val="dk1"/>
              </a:buClr>
              <a:buSzPts val="1600"/>
              <a:buNone/>
            </a:pPr>
            <a:r>
              <a:rPr lang="en-US" sz="1600" b="1"/>
              <a:t>The Assignment Operator = assigns values</a:t>
            </a:r>
            <a:endParaRPr/>
          </a:p>
          <a:p>
            <a:pPr marL="0" lvl="0" indent="0" algn="l" rtl="0">
              <a:spcBef>
                <a:spcPts val="320"/>
              </a:spcBef>
              <a:spcAft>
                <a:spcPts val="0"/>
              </a:spcAft>
              <a:buClr>
                <a:schemeClr val="dk1"/>
              </a:buClr>
              <a:buSzPts val="1600"/>
              <a:buNone/>
            </a:pPr>
            <a:r>
              <a:rPr lang="en-US" sz="1600" b="1"/>
              <a:t>The Addition Operator + adds values</a:t>
            </a:r>
            <a:endParaRPr/>
          </a:p>
          <a:p>
            <a:pPr marL="0" lvl="0" indent="0" algn="l" rtl="0">
              <a:spcBef>
                <a:spcPts val="320"/>
              </a:spcBef>
              <a:spcAft>
                <a:spcPts val="0"/>
              </a:spcAft>
              <a:buClr>
                <a:schemeClr val="dk1"/>
              </a:buClr>
              <a:buSzPts val="1600"/>
              <a:buNone/>
            </a:pPr>
            <a:r>
              <a:rPr lang="en-US" sz="1600" b="1"/>
              <a:t>The Multiplication Operator * multiplies values</a:t>
            </a:r>
            <a:endParaRPr/>
          </a:p>
          <a:p>
            <a:pPr marL="0" lvl="0" indent="0" algn="l" rtl="0">
              <a:spcBef>
                <a:spcPts val="320"/>
              </a:spcBef>
              <a:spcAft>
                <a:spcPts val="0"/>
              </a:spcAft>
              <a:buClr>
                <a:schemeClr val="dk1"/>
              </a:buClr>
              <a:buSzPts val="1600"/>
              <a:buNone/>
            </a:pPr>
            <a:r>
              <a:rPr lang="en-US" sz="1600" b="1"/>
              <a:t>The Comparison Operator &gt; compares values</a:t>
            </a:r>
            <a:endParaRPr/>
          </a:p>
          <a:p>
            <a:pPr marL="0" lvl="0" indent="0" algn="l" rtl="0">
              <a:spcBef>
                <a:spcPts val="320"/>
              </a:spcBef>
              <a:spcAft>
                <a:spcPts val="0"/>
              </a:spcAft>
              <a:buClr>
                <a:schemeClr val="dk1"/>
              </a:buClr>
              <a:buSzPts val="1600"/>
              <a:buNone/>
            </a:pPr>
            <a:endParaRPr sz="1600" b="1"/>
          </a:p>
          <a:p>
            <a:pPr marL="0" lvl="0" indent="0" algn="l" rtl="0">
              <a:spcBef>
                <a:spcPts val="320"/>
              </a:spcBef>
              <a:spcAft>
                <a:spcPts val="0"/>
              </a:spcAft>
              <a:buClr>
                <a:schemeClr val="dk1"/>
              </a:buClr>
              <a:buSzPts val="1600"/>
              <a:buNone/>
            </a:pPr>
            <a:r>
              <a:rPr lang="en-US" sz="1600" b="1"/>
              <a:t>Types of JavaScript Operators: There are different types of JavaScript operators:</a:t>
            </a:r>
            <a:endParaRPr/>
          </a:p>
          <a:p>
            <a:pPr marL="342900" lvl="0" indent="-342900" algn="l" rtl="0">
              <a:spcBef>
                <a:spcPts val="320"/>
              </a:spcBef>
              <a:spcAft>
                <a:spcPts val="0"/>
              </a:spcAft>
              <a:buClr>
                <a:schemeClr val="dk1"/>
              </a:buClr>
              <a:buSzPts val="1600"/>
              <a:buChar char="•"/>
            </a:pPr>
            <a:r>
              <a:rPr lang="en-US" sz="1600"/>
              <a:t>Arithmetic Operators</a:t>
            </a:r>
            <a:endParaRPr/>
          </a:p>
          <a:p>
            <a:pPr marL="342900" lvl="0" indent="-342900" algn="l" rtl="0">
              <a:spcBef>
                <a:spcPts val="320"/>
              </a:spcBef>
              <a:spcAft>
                <a:spcPts val="0"/>
              </a:spcAft>
              <a:buClr>
                <a:schemeClr val="dk1"/>
              </a:buClr>
              <a:buSzPts val="1600"/>
              <a:buChar char="•"/>
            </a:pPr>
            <a:r>
              <a:rPr lang="en-US" sz="1600"/>
              <a:t>Assignment Operators</a:t>
            </a:r>
            <a:endParaRPr/>
          </a:p>
          <a:p>
            <a:pPr marL="342900" lvl="0" indent="-342900" algn="l" rtl="0">
              <a:spcBef>
                <a:spcPts val="320"/>
              </a:spcBef>
              <a:spcAft>
                <a:spcPts val="0"/>
              </a:spcAft>
              <a:buClr>
                <a:schemeClr val="dk1"/>
              </a:buClr>
              <a:buSzPts val="1600"/>
              <a:buChar char="•"/>
            </a:pPr>
            <a:r>
              <a:rPr lang="en-US" sz="1600"/>
              <a:t>Comparison Operators</a:t>
            </a:r>
            <a:endParaRPr/>
          </a:p>
          <a:p>
            <a:pPr marL="342900" lvl="0" indent="-342900" algn="l" rtl="0">
              <a:spcBef>
                <a:spcPts val="320"/>
              </a:spcBef>
              <a:spcAft>
                <a:spcPts val="0"/>
              </a:spcAft>
              <a:buClr>
                <a:schemeClr val="dk1"/>
              </a:buClr>
              <a:buSzPts val="1600"/>
              <a:buChar char="•"/>
            </a:pPr>
            <a:r>
              <a:rPr lang="en-US" sz="1600"/>
              <a:t>String Operators</a:t>
            </a:r>
            <a:endParaRPr/>
          </a:p>
          <a:p>
            <a:pPr marL="342900" lvl="0" indent="-342900" algn="l" rtl="0">
              <a:spcBef>
                <a:spcPts val="320"/>
              </a:spcBef>
              <a:spcAft>
                <a:spcPts val="0"/>
              </a:spcAft>
              <a:buClr>
                <a:schemeClr val="dk1"/>
              </a:buClr>
              <a:buSzPts val="1600"/>
              <a:buChar char="•"/>
            </a:pPr>
            <a:r>
              <a:rPr lang="en-US" sz="1600"/>
              <a:t>Logical Operators</a:t>
            </a:r>
            <a:endParaRPr/>
          </a:p>
          <a:p>
            <a:pPr marL="342900" lvl="0" indent="-342900" algn="l" rtl="0">
              <a:spcBef>
                <a:spcPts val="320"/>
              </a:spcBef>
              <a:spcAft>
                <a:spcPts val="0"/>
              </a:spcAft>
              <a:buClr>
                <a:schemeClr val="dk1"/>
              </a:buClr>
              <a:buSzPts val="1600"/>
              <a:buChar char="•"/>
            </a:pPr>
            <a:r>
              <a:rPr lang="en-US" sz="1600"/>
              <a:t>Bitwise Operators</a:t>
            </a:r>
            <a:endParaRPr/>
          </a:p>
          <a:p>
            <a:pPr marL="342900" lvl="0" indent="-342900" algn="l" rtl="0">
              <a:spcBef>
                <a:spcPts val="320"/>
              </a:spcBef>
              <a:spcAft>
                <a:spcPts val="0"/>
              </a:spcAft>
              <a:buClr>
                <a:schemeClr val="dk1"/>
              </a:buClr>
              <a:buSzPts val="1600"/>
              <a:buChar char="•"/>
            </a:pPr>
            <a:r>
              <a:rPr lang="en-US" sz="1600"/>
              <a:t>Ternary Operators</a:t>
            </a:r>
            <a:endParaRPr/>
          </a:p>
          <a:p>
            <a:pPr marL="342900" lvl="0" indent="-342900" algn="l" rtl="0">
              <a:spcBef>
                <a:spcPts val="320"/>
              </a:spcBef>
              <a:spcAft>
                <a:spcPts val="0"/>
              </a:spcAft>
              <a:buClr>
                <a:schemeClr val="dk1"/>
              </a:buClr>
              <a:buSzPts val="1600"/>
              <a:buChar char="•"/>
            </a:pPr>
            <a:r>
              <a:rPr lang="en-US" sz="1600"/>
              <a:t>Type Operators</a:t>
            </a:r>
            <a:endParaRPr/>
          </a:p>
          <a:p>
            <a:pPr marL="0" lvl="0" indent="0" algn="l" rtl="0">
              <a:spcBef>
                <a:spcPts val="320"/>
              </a:spcBef>
              <a:spcAft>
                <a:spcPts val="0"/>
              </a:spcAft>
              <a:buClr>
                <a:schemeClr val="dk1"/>
              </a:buClr>
              <a:buSzPts val="1600"/>
              <a:buNone/>
            </a:pPr>
            <a:endParaRPr sz="1600"/>
          </a:p>
          <a:p>
            <a:pPr marL="0" lvl="0" indent="0" algn="l" rtl="0">
              <a:spcBef>
                <a:spcPts val="440"/>
              </a:spcBef>
              <a:spcAft>
                <a:spcPts val="0"/>
              </a:spcAft>
              <a:buClr>
                <a:schemeClr val="dk1"/>
              </a:buClr>
              <a:buSzPts val="2200"/>
              <a:buNone/>
            </a:pPr>
            <a:endParaRPr/>
          </a:p>
        </p:txBody>
      </p:sp>
      <p:sp>
        <p:nvSpPr>
          <p:cNvPr id="323" name="Google Shape;323;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25" name="Google Shape;325;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3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Null vs Undefined</a:t>
            </a:r>
            <a:endParaRPr b="1"/>
          </a:p>
        </p:txBody>
      </p:sp>
      <p:sp>
        <p:nvSpPr>
          <p:cNvPr id="331" name="Google Shape;331;p32"/>
          <p:cNvSpPr txBox="1">
            <a:spLocks noGrp="1"/>
          </p:cNvSpPr>
          <p:nvPr>
            <p:ph type="body" idx="1"/>
          </p:nvPr>
        </p:nvSpPr>
        <p:spPr>
          <a:xfrm>
            <a:off x="457200" y="1371600"/>
            <a:ext cx="8229600" cy="51054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2000"/>
              <a:buNone/>
            </a:pPr>
            <a:r>
              <a:rPr lang="en-US" sz="2000" b="1"/>
              <a:t>TypeScript Null &amp; Undefined</a:t>
            </a:r>
            <a:endParaRPr/>
          </a:p>
          <a:p>
            <a:pPr marL="342900" lvl="0" indent="-342900" algn="just" rtl="0">
              <a:spcBef>
                <a:spcPts val="400"/>
              </a:spcBef>
              <a:spcAft>
                <a:spcPts val="0"/>
              </a:spcAft>
              <a:buClr>
                <a:schemeClr val="dk1"/>
              </a:buClr>
              <a:buSzPts val="2000"/>
              <a:buChar char="•"/>
            </a:pPr>
            <a:r>
              <a:rPr lang="en-US" sz="2000"/>
              <a:t>TypeScript has a powerful system to deal with null or undefined values.</a:t>
            </a:r>
            <a:endParaRPr/>
          </a:p>
          <a:p>
            <a:pPr marL="342900" lvl="0" indent="-342900" algn="just" rtl="0">
              <a:spcBef>
                <a:spcPts val="400"/>
              </a:spcBef>
              <a:spcAft>
                <a:spcPts val="0"/>
              </a:spcAft>
              <a:buClr>
                <a:schemeClr val="dk1"/>
              </a:buClr>
              <a:buSzPts val="2000"/>
              <a:buChar char="•"/>
            </a:pPr>
            <a:r>
              <a:rPr lang="en-US" sz="2000"/>
              <a:t>By default null and undefined handling is disabled, and can be enabled by setting strictNullChecks to true.</a:t>
            </a:r>
            <a:endParaRPr/>
          </a:p>
          <a:p>
            <a:pPr marL="342900" lvl="0" indent="-342900" algn="just" rtl="0">
              <a:spcBef>
                <a:spcPts val="400"/>
              </a:spcBef>
              <a:spcAft>
                <a:spcPts val="0"/>
              </a:spcAft>
              <a:buClr>
                <a:schemeClr val="dk1"/>
              </a:buClr>
              <a:buSzPts val="2000"/>
              <a:buChar char="•"/>
            </a:pPr>
            <a:r>
              <a:rPr lang="en-US" sz="2000"/>
              <a:t>The rest of this page applies for when strictNullChecks is enabled.</a:t>
            </a:r>
            <a:endParaRPr/>
          </a:p>
          <a:p>
            <a:pPr marL="0" lvl="0" indent="0" algn="just" rtl="0">
              <a:spcBef>
                <a:spcPts val="400"/>
              </a:spcBef>
              <a:spcAft>
                <a:spcPts val="0"/>
              </a:spcAft>
              <a:buClr>
                <a:schemeClr val="dk1"/>
              </a:buClr>
              <a:buSzPts val="2000"/>
              <a:buNone/>
            </a:pPr>
            <a:r>
              <a:rPr lang="en-US" sz="2000" b="1"/>
              <a:t>Types: </a:t>
            </a:r>
            <a:endParaRPr sz="2000" b="1"/>
          </a:p>
          <a:p>
            <a:pPr marL="0" lvl="0" indent="0" algn="just" rtl="0">
              <a:spcBef>
                <a:spcPts val="400"/>
              </a:spcBef>
              <a:spcAft>
                <a:spcPts val="0"/>
              </a:spcAft>
              <a:buClr>
                <a:schemeClr val="dk1"/>
              </a:buClr>
              <a:buSzPts val="2000"/>
              <a:buNone/>
            </a:pPr>
            <a:r>
              <a:rPr lang="en-US" sz="2000"/>
              <a:t>null and undefined are primitive types and can be used like other types, such as string.</a:t>
            </a:r>
            <a:endParaRPr/>
          </a:p>
          <a:p>
            <a:pPr marL="0" lvl="0" indent="0" algn="just" rtl="0">
              <a:spcBef>
                <a:spcPts val="400"/>
              </a:spcBef>
              <a:spcAft>
                <a:spcPts val="0"/>
              </a:spcAft>
              <a:buClr>
                <a:schemeClr val="dk1"/>
              </a:buClr>
              <a:buSzPts val="2000"/>
              <a:buNone/>
            </a:pPr>
            <a:r>
              <a:rPr lang="en-US" sz="2000"/>
              <a:t>ExampleGet your own TypeScript Server</a:t>
            </a:r>
            <a:endParaRPr/>
          </a:p>
          <a:p>
            <a:pPr marL="342900" lvl="0" indent="-342900" algn="just" rtl="0">
              <a:spcBef>
                <a:spcPts val="400"/>
              </a:spcBef>
              <a:spcAft>
                <a:spcPts val="0"/>
              </a:spcAft>
              <a:buClr>
                <a:schemeClr val="dk1"/>
              </a:buClr>
              <a:buSzPts val="2000"/>
              <a:buChar char="•"/>
            </a:pPr>
            <a:r>
              <a:rPr lang="en-US" sz="2000"/>
              <a:t>let value: string | undefined | null = null;</a:t>
            </a:r>
            <a:endParaRPr/>
          </a:p>
          <a:p>
            <a:pPr marL="342900" lvl="0" indent="-342900" algn="just" rtl="0">
              <a:spcBef>
                <a:spcPts val="400"/>
              </a:spcBef>
              <a:spcAft>
                <a:spcPts val="0"/>
              </a:spcAft>
              <a:buClr>
                <a:schemeClr val="dk1"/>
              </a:buClr>
              <a:buSzPts val="2000"/>
              <a:buChar char="•"/>
            </a:pPr>
            <a:r>
              <a:rPr lang="en-US" sz="2000"/>
              <a:t>value = 'hello';</a:t>
            </a:r>
            <a:endParaRPr/>
          </a:p>
          <a:p>
            <a:pPr marL="342900" lvl="0" indent="-342900" algn="just" rtl="0">
              <a:spcBef>
                <a:spcPts val="400"/>
              </a:spcBef>
              <a:spcAft>
                <a:spcPts val="0"/>
              </a:spcAft>
              <a:buClr>
                <a:schemeClr val="dk1"/>
              </a:buClr>
              <a:buSzPts val="2000"/>
              <a:buChar char="•"/>
            </a:pPr>
            <a:r>
              <a:rPr lang="en-US" sz="2000"/>
              <a:t>value = undefined;</a:t>
            </a:r>
            <a:endParaRPr/>
          </a:p>
          <a:p>
            <a:pPr marL="0" lvl="0" indent="0" algn="just" rtl="0">
              <a:spcBef>
                <a:spcPts val="400"/>
              </a:spcBef>
              <a:spcAft>
                <a:spcPts val="0"/>
              </a:spcAft>
              <a:buClr>
                <a:schemeClr val="dk1"/>
              </a:buClr>
              <a:buSzPts val="2000"/>
              <a:buNone/>
            </a:pPr>
            <a:r>
              <a:rPr lang="en-US" sz="2000"/>
              <a:t>When strictNullChecks is enabled, TypeScript requires values to be set unless undefined is explicitly added to the type.</a:t>
            </a:r>
            <a:endParaRPr sz="2000"/>
          </a:p>
          <a:p>
            <a:pPr marL="342900" lvl="0" indent="-203200" algn="just" rtl="0">
              <a:spcBef>
                <a:spcPts val="440"/>
              </a:spcBef>
              <a:spcAft>
                <a:spcPts val="0"/>
              </a:spcAft>
              <a:buClr>
                <a:schemeClr val="dk1"/>
              </a:buClr>
              <a:buSzPts val="2200"/>
              <a:buNone/>
            </a:pPr>
            <a:endParaRPr/>
          </a:p>
          <a:p>
            <a:pPr marL="0" lvl="0" indent="0" algn="just" rtl="0">
              <a:spcBef>
                <a:spcPts val="440"/>
              </a:spcBef>
              <a:spcAft>
                <a:spcPts val="0"/>
              </a:spcAft>
              <a:buClr>
                <a:schemeClr val="dk1"/>
              </a:buClr>
              <a:buSzPts val="2200"/>
              <a:buNone/>
            </a:pPr>
            <a:endParaRPr/>
          </a:p>
        </p:txBody>
      </p:sp>
      <p:sp>
        <p:nvSpPr>
          <p:cNvPr id="332" name="Google Shape;332;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34" name="Google Shape;334;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Continue..</a:t>
            </a:r>
            <a:endParaRPr/>
          </a:p>
        </p:txBody>
      </p:sp>
      <p:sp>
        <p:nvSpPr>
          <p:cNvPr id="340" name="Google Shape;340;p3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en-US" sz="2000"/>
              <a:t>In JavaScript, null and undefined are both values that represent the absence of something, but they are used in different contexts and have distinct meanings.</a:t>
            </a:r>
            <a:endParaRPr/>
          </a:p>
          <a:p>
            <a:pPr marL="457200" lvl="0" indent="-457200" algn="l" rtl="0">
              <a:spcBef>
                <a:spcPts val="480"/>
              </a:spcBef>
              <a:spcAft>
                <a:spcPts val="0"/>
              </a:spcAft>
              <a:buClr>
                <a:schemeClr val="dk1"/>
              </a:buClr>
              <a:buSzPts val="2400"/>
              <a:buFont typeface="Calibri"/>
              <a:buAutoNum type="arabicPeriod"/>
            </a:pPr>
            <a:r>
              <a:rPr lang="en-US" sz="2400" b="1"/>
              <a:t>undefined</a:t>
            </a:r>
            <a:endParaRPr/>
          </a:p>
          <a:p>
            <a:pPr marL="742950" lvl="1" indent="-285750" algn="l" rtl="0">
              <a:spcBef>
                <a:spcPts val="320"/>
              </a:spcBef>
              <a:spcAft>
                <a:spcPts val="0"/>
              </a:spcAft>
              <a:buClr>
                <a:schemeClr val="dk1"/>
              </a:buClr>
              <a:buSzPts val="1600"/>
              <a:buChar char="–"/>
            </a:pPr>
            <a:r>
              <a:rPr lang="en-US" sz="1600" b="1"/>
              <a:t>Type</a:t>
            </a:r>
            <a:r>
              <a:rPr lang="en-US" sz="1600"/>
              <a:t>: undefined is a primitive type.</a:t>
            </a:r>
            <a:endParaRPr/>
          </a:p>
          <a:p>
            <a:pPr marL="742950" lvl="1" indent="-285750" algn="l" rtl="0">
              <a:spcBef>
                <a:spcPts val="320"/>
              </a:spcBef>
              <a:spcAft>
                <a:spcPts val="0"/>
              </a:spcAft>
              <a:buClr>
                <a:schemeClr val="dk1"/>
              </a:buClr>
              <a:buSzPts val="1600"/>
              <a:buChar char="–"/>
            </a:pPr>
            <a:r>
              <a:rPr lang="en-US" sz="1600" b="1"/>
              <a:t>Meaning</a:t>
            </a:r>
            <a:r>
              <a:rPr lang="en-US" sz="1600"/>
              <a:t>: A variable is undefined if it has been declared but has not been assigned a value yet.</a:t>
            </a:r>
            <a:endParaRPr/>
          </a:p>
          <a:p>
            <a:pPr marL="742950" lvl="1" indent="-285750" algn="l" rtl="0">
              <a:spcBef>
                <a:spcPts val="320"/>
              </a:spcBef>
              <a:spcAft>
                <a:spcPts val="0"/>
              </a:spcAft>
              <a:buClr>
                <a:schemeClr val="dk1"/>
              </a:buClr>
              <a:buSzPts val="1600"/>
              <a:buChar char="–"/>
            </a:pPr>
            <a:r>
              <a:rPr lang="en-US" sz="1600" b="1"/>
              <a:t>Automatic Assignment: </a:t>
            </a:r>
            <a:r>
              <a:rPr lang="en-US" sz="1600"/>
              <a:t>JavaScript automatically assigns undefined to variables that are declared without being assigned a value.</a:t>
            </a:r>
            <a:endParaRPr sz="1600"/>
          </a:p>
          <a:p>
            <a:pPr marL="742950" lvl="1" indent="-285750" algn="l" rtl="0">
              <a:spcBef>
                <a:spcPts val="320"/>
              </a:spcBef>
              <a:spcAft>
                <a:spcPts val="0"/>
              </a:spcAft>
              <a:buClr>
                <a:schemeClr val="dk1"/>
              </a:buClr>
              <a:buSzPts val="1600"/>
              <a:buChar char="–"/>
            </a:pPr>
            <a:r>
              <a:rPr lang="en-US" sz="1600" b="1"/>
              <a:t>Example</a:t>
            </a:r>
            <a:r>
              <a:rPr lang="en-US" sz="1600"/>
              <a:t>: </a:t>
            </a:r>
            <a:endParaRPr sz="1600"/>
          </a:p>
          <a:p>
            <a:pPr marL="1143000" lvl="2" indent="-228600" algn="l" rtl="0">
              <a:spcBef>
                <a:spcPts val="320"/>
              </a:spcBef>
              <a:spcAft>
                <a:spcPts val="0"/>
              </a:spcAft>
              <a:buClr>
                <a:schemeClr val="dk1"/>
              </a:buClr>
              <a:buSzPts val="1600"/>
              <a:buChar char="•"/>
            </a:pPr>
            <a:r>
              <a:rPr lang="en-US" sz="1600"/>
              <a:t>let x;</a:t>
            </a:r>
            <a:endParaRPr/>
          </a:p>
          <a:p>
            <a:pPr marL="1143000" lvl="2" indent="-228600" algn="l" rtl="0">
              <a:spcBef>
                <a:spcPts val="320"/>
              </a:spcBef>
              <a:spcAft>
                <a:spcPts val="0"/>
              </a:spcAft>
              <a:buClr>
                <a:schemeClr val="dk1"/>
              </a:buClr>
              <a:buSzPts val="1600"/>
              <a:buChar char="•"/>
            </a:pPr>
            <a:r>
              <a:rPr lang="en-US" sz="1600"/>
              <a:t>console.log(x); // Output: undefined</a:t>
            </a:r>
            <a:endParaRPr/>
          </a:p>
          <a:p>
            <a:pPr marL="742950" lvl="1" indent="-285750" algn="l" rtl="0">
              <a:spcBef>
                <a:spcPts val="320"/>
              </a:spcBef>
              <a:spcAft>
                <a:spcPts val="0"/>
              </a:spcAft>
              <a:buClr>
                <a:schemeClr val="dk1"/>
              </a:buClr>
              <a:buSzPts val="1600"/>
              <a:buChar char="–"/>
            </a:pPr>
            <a:r>
              <a:rPr lang="en-US" sz="1600" b="1"/>
              <a:t>Use Case</a:t>
            </a:r>
            <a:r>
              <a:rPr lang="en-US" sz="1600"/>
              <a:t>: It's commonly used to check if a variable or object property exists or has been initialized.</a:t>
            </a:r>
            <a:endParaRPr/>
          </a:p>
        </p:txBody>
      </p:sp>
      <p:sp>
        <p:nvSpPr>
          <p:cNvPr id="341" name="Google Shape;341;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43" name="Google Shape;343;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Continue..</a:t>
            </a:r>
            <a:endParaRPr/>
          </a:p>
        </p:txBody>
      </p:sp>
      <p:sp>
        <p:nvSpPr>
          <p:cNvPr id="349" name="Google Shape;349;p3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b="1"/>
              <a:t>2. Null</a:t>
            </a:r>
            <a:endParaRPr/>
          </a:p>
          <a:p>
            <a:pPr marL="742950" lvl="1" indent="-342900" algn="l" rtl="0">
              <a:spcBef>
                <a:spcPts val="440"/>
              </a:spcBef>
              <a:spcAft>
                <a:spcPts val="0"/>
              </a:spcAft>
              <a:buClr>
                <a:schemeClr val="dk1"/>
              </a:buClr>
              <a:buSzPts val="2200"/>
              <a:buChar char="–"/>
            </a:pPr>
            <a:r>
              <a:rPr lang="en-US" b="1"/>
              <a:t>Type:</a:t>
            </a:r>
            <a:r>
              <a:rPr lang="en-US"/>
              <a:t> null is a primitive type and also an object (this is an odd quirk in JavaScript).</a:t>
            </a:r>
            <a:endParaRPr/>
          </a:p>
          <a:p>
            <a:pPr marL="742950" lvl="1" indent="-342900" algn="l" rtl="0">
              <a:spcBef>
                <a:spcPts val="440"/>
              </a:spcBef>
              <a:spcAft>
                <a:spcPts val="0"/>
              </a:spcAft>
              <a:buClr>
                <a:schemeClr val="dk1"/>
              </a:buClr>
              <a:buSzPts val="2200"/>
              <a:buChar char="–"/>
            </a:pPr>
            <a:r>
              <a:rPr lang="en-US" b="1"/>
              <a:t>Meaning</a:t>
            </a:r>
            <a:r>
              <a:rPr lang="en-US"/>
              <a:t>: null is explicitly assigned to indicate that a variable intentionally has no value.</a:t>
            </a:r>
            <a:endParaRPr/>
          </a:p>
          <a:p>
            <a:pPr marL="742950" lvl="1" indent="-342900" algn="l" rtl="0">
              <a:spcBef>
                <a:spcPts val="440"/>
              </a:spcBef>
              <a:spcAft>
                <a:spcPts val="0"/>
              </a:spcAft>
              <a:buClr>
                <a:schemeClr val="dk1"/>
              </a:buClr>
              <a:buSzPts val="2200"/>
              <a:buChar char="–"/>
            </a:pPr>
            <a:r>
              <a:rPr lang="en-US" b="1"/>
              <a:t>Manual Assignment: </a:t>
            </a:r>
            <a:r>
              <a:rPr lang="en-US"/>
              <a:t>You explicitly assign null to a variable to indicate the absence of any value or object.</a:t>
            </a:r>
            <a:endParaRPr/>
          </a:p>
          <a:p>
            <a:pPr marL="742950" lvl="1" indent="-342900" algn="l" rtl="0">
              <a:spcBef>
                <a:spcPts val="440"/>
              </a:spcBef>
              <a:spcAft>
                <a:spcPts val="0"/>
              </a:spcAft>
              <a:buClr>
                <a:schemeClr val="dk1"/>
              </a:buClr>
              <a:buSzPts val="2200"/>
              <a:buChar char="–"/>
            </a:pPr>
            <a:r>
              <a:rPr lang="en-US" b="1"/>
              <a:t>Example:</a:t>
            </a:r>
            <a:endParaRPr/>
          </a:p>
          <a:p>
            <a:pPr marL="742950" lvl="1" indent="-342900" algn="l" rtl="0">
              <a:spcBef>
                <a:spcPts val="440"/>
              </a:spcBef>
              <a:spcAft>
                <a:spcPts val="0"/>
              </a:spcAft>
              <a:buClr>
                <a:schemeClr val="dk1"/>
              </a:buClr>
              <a:buSzPts val="2200"/>
              <a:buChar char="–"/>
            </a:pPr>
            <a:r>
              <a:rPr lang="en-US"/>
              <a:t>let y = null;</a:t>
            </a:r>
            <a:endParaRPr/>
          </a:p>
          <a:p>
            <a:pPr marL="742950" lvl="1" indent="-342900" algn="l" rtl="0">
              <a:spcBef>
                <a:spcPts val="440"/>
              </a:spcBef>
              <a:spcAft>
                <a:spcPts val="0"/>
              </a:spcAft>
              <a:buClr>
                <a:schemeClr val="dk1"/>
              </a:buClr>
              <a:buSzPts val="2200"/>
              <a:buChar char="–"/>
            </a:pPr>
            <a:r>
              <a:rPr lang="en-US"/>
              <a:t>console.log(y); // Output: null</a:t>
            </a:r>
            <a:endParaRPr/>
          </a:p>
          <a:p>
            <a:pPr marL="742950" lvl="1" indent="-342900" algn="l" rtl="0">
              <a:spcBef>
                <a:spcPts val="440"/>
              </a:spcBef>
              <a:spcAft>
                <a:spcPts val="0"/>
              </a:spcAft>
              <a:buClr>
                <a:schemeClr val="dk1"/>
              </a:buClr>
              <a:buSzPts val="2200"/>
              <a:buChar char="–"/>
            </a:pPr>
            <a:r>
              <a:rPr lang="en-US" b="1"/>
              <a:t>Use Case: </a:t>
            </a:r>
            <a:r>
              <a:rPr lang="en-US"/>
              <a:t>It is used when you want to explicitly indicate that a variable should be empty or have no value.</a:t>
            </a:r>
            <a:endParaRPr/>
          </a:p>
        </p:txBody>
      </p:sp>
      <p:sp>
        <p:nvSpPr>
          <p:cNvPr id="350" name="Google Shape;350;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52" name="Google Shape;352;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35"/>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Continue..</a:t>
            </a:r>
            <a:endParaRPr/>
          </a:p>
        </p:txBody>
      </p:sp>
      <p:sp>
        <p:nvSpPr>
          <p:cNvPr id="358" name="Google Shape;358;p35"/>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600"/>
              <a:buNone/>
            </a:pPr>
            <a:r>
              <a:rPr lang="en-US" sz="1600" b="1"/>
              <a:t>Key Differences:</a:t>
            </a:r>
            <a:endParaRPr/>
          </a:p>
          <a:p>
            <a:pPr marL="457200" lvl="0" indent="-457200" algn="l" rtl="0">
              <a:spcBef>
                <a:spcPts val="320"/>
              </a:spcBef>
              <a:spcAft>
                <a:spcPts val="0"/>
              </a:spcAft>
              <a:buClr>
                <a:schemeClr val="dk1"/>
              </a:buClr>
              <a:buSzPts val="1600"/>
              <a:buAutoNum type="arabicPeriod"/>
            </a:pPr>
            <a:r>
              <a:rPr lang="en-US" sz="1600" b="1"/>
              <a:t>Intentional vs. Unintentional</a:t>
            </a:r>
            <a:r>
              <a:rPr lang="en-US" sz="1600"/>
              <a:t>:</a:t>
            </a:r>
            <a:endParaRPr/>
          </a:p>
          <a:p>
            <a:pPr marL="1257300" lvl="2" indent="-457200" algn="l" rtl="0">
              <a:spcBef>
                <a:spcPts val="320"/>
              </a:spcBef>
              <a:spcAft>
                <a:spcPts val="0"/>
              </a:spcAft>
              <a:buClr>
                <a:schemeClr val="dk1"/>
              </a:buClr>
              <a:buSzPts val="1600"/>
              <a:buFont typeface="Noto Sans Symbols"/>
              <a:buChar char="▪"/>
            </a:pPr>
            <a:r>
              <a:rPr lang="en-US" sz="1600"/>
              <a:t>undefined often signifies an unintentional absence of value (e.g., a variable has not been initialized).</a:t>
            </a:r>
            <a:endParaRPr/>
          </a:p>
          <a:p>
            <a:pPr marL="1257300" lvl="2" indent="-457200" algn="l" rtl="0">
              <a:spcBef>
                <a:spcPts val="320"/>
              </a:spcBef>
              <a:spcAft>
                <a:spcPts val="0"/>
              </a:spcAft>
              <a:buClr>
                <a:schemeClr val="dk1"/>
              </a:buClr>
              <a:buSzPts val="1600"/>
              <a:buFont typeface="Noto Sans Symbols"/>
              <a:buChar char="▪"/>
            </a:pPr>
            <a:r>
              <a:rPr lang="en-US" sz="1600"/>
              <a:t>null signifies an intentional absence of value (e.g., a variable is explicitly set to null).</a:t>
            </a:r>
            <a:endParaRPr/>
          </a:p>
          <a:p>
            <a:pPr marL="457200" lvl="0" indent="-457200" algn="l" rtl="0">
              <a:spcBef>
                <a:spcPts val="320"/>
              </a:spcBef>
              <a:spcAft>
                <a:spcPts val="0"/>
              </a:spcAft>
              <a:buClr>
                <a:schemeClr val="dk1"/>
              </a:buClr>
              <a:buSzPts val="1600"/>
              <a:buAutoNum type="arabicPeriod"/>
            </a:pPr>
            <a:r>
              <a:rPr lang="en-US" sz="1600" b="1"/>
              <a:t>Type Checking</a:t>
            </a:r>
            <a:r>
              <a:rPr lang="en-US" sz="1600"/>
              <a:t>:</a:t>
            </a:r>
            <a:endParaRPr/>
          </a:p>
          <a:p>
            <a:pPr marL="857250" lvl="1" indent="-457200" algn="l" rtl="0">
              <a:spcBef>
                <a:spcPts val="320"/>
              </a:spcBef>
              <a:spcAft>
                <a:spcPts val="0"/>
              </a:spcAft>
              <a:buClr>
                <a:schemeClr val="dk1"/>
              </a:buClr>
              <a:buSzPts val="1600"/>
              <a:buFont typeface="Noto Sans Symbols"/>
              <a:buChar char="▪"/>
            </a:pPr>
            <a:r>
              <a:rPr lang="en-US" sz="1600"/>
              <a:t>typeof undefined returns "undefined".</a:t>
            </a:r>
            <a:endParaRPr/>
          </a:p>
          <a:p>
            <a:pPr marL="857250" lvl="1" indent="-457200" algn="l" rtl="0">
              <a:spcBef>
                <a:spcPts val="320"/>
              </a:spcBef>
              <a:spcAft>
                <a:spcPts val="0"/>
              </a:spcAft>
              <a:buClr>
                <a:schemeClr val="dk1"/>
              </a:buClr>
              <a:buSzPts val="1600"/>
              <a:buFont typeface="Noto Sans Symbols"/>
              <a:buChar char="▪"/>
            </a:pPr>
            <a:r>
              <a:rPr lang="en-US" sz="1600"/>
              <a:t>typeof null returns "object" (which is a historical bug in JavaScript).</a:t>
            </a:r>
            <a:endParaRPr/>
          </a:p>
          <a:p>
            <a:pPr marL="457200" lvl="0" indent="-457200" algn="l" rtl="0">
              <a:spcBef>
                <a:spcPts val="320"/>
              </a:spcBef>
              <a:spcAft>
                <a:spcPts val="0"/>
              </a:spcAft>
              <a:buClr>
                <a:schemeClr val="dk1"/>
              </a:buClr>
              <a:buSzPts val="1600"/>
              <a:buAutoNum type="arabicPeriod"/>
            </a:pPr>
            <a:r>
              <a:rPr lang="en-US" sz="1600" b="1"/>
              <a:t>Equality Checks</a:t>
            </a:r>
            <a:r>
              <a:rPr lang="en-US" sz="1600"/>
              <a:t>:</a:t>
            </a:r>
            <a:endParaRPr/>
          </a:p>
          <a:p>
            <a:pPr marL="1143000" lvl="2" indent="-342900" algn="l" rtl="0">
              <a:spcBef>
                <a:spcPts val="320"/>
              </a:spcBef>
              <a:spcAft>
                <a:spcPts val="0"/>
              </a:spcAft>
              <a:buClr>
                <a:schemeClr val="dk1"/>
              </a:buClr>
              <a:buSzPts val="1600"/>
              <a:buFont typeface="Noto Sans Symbols"/>
              <a:buChar char="▪"/>
            </a:pPr>
            <a:r>
              <a:rPr lang="en-US" sz="1600"/>
              <a:t>null == undefined returns true because both are considered equivalent in value when using loose equality (==).</a:t>
            </a:r>
            <a:endParaRPr/>
          </a:p>
          <a:p>
            <a:pPr marL="1143000" lvl="2" indent="-342900" algn="l" rtl="0">
              <a:spcBef>
                <a:spcPts val="320"/>
              </a:spcBef>
              <a:spcAft>
                <a:spcPts val="0"/>
              </a:spcAft>
              <a:buClr>
                <a:schemeClr val="dk1"/>
              </a:buClr>
              <a:buSzPts val="1600"/>
              <a:buFont typeface="Noto Sans Symbols"/>
              <a:buChar char="▪"/>
            </a:pPr>
            <a:r>
              <a:rPr lang="en-US" sz="1600"/>
              <a:t>null === undefined returns false because they are different types.</a:t>
            </a:r>
            <a:endParaRPr/>
          </a:p>
          <a:p>
            <a:pPr marL="0" lvl="0" indent="0" algn="l" rtl="0">
              <a:spcBef>
                <a:spcPts val="320"/>
              </a:spcBef>
              <a:spcAft>
                <a:spcPts val="0"/>
              </a:spcAft>
              <a:buClr>
                <a:schemeClr val="dk1"/>
              </a:buClr>
              <a:buSzPts val="1600"/>
              <a:buNone/>
            </a:pPr>
            <a:r>
              <a:rPr lang="en-US" sz="1600" b="1"/>
              <a:t>Practical Use Case</a:t>
            </a:r>
            <a:endParaRPr/>
          </a:p>
          <a:p>
            <a:pPr marL="342900" lvl="0" indent="-342900" algn="l" rtl="0">
              <a:spcBef>
                <a:spcPts val="320"/>
              </a:spcBef>
              <a:spcAft>
                <a:spcPts val="0"/>
              </a:spcAft>
              <a:buClr>
                <a:schemeClr val="dk1"/>
              </a:buClr>
              <a:buSzPts val="1600"/>
              <a:buChar char="•"/>
            </a:pPr>
            <a:r>
              <a:rPr lang="en-US" sz="1600" b="1"/>
              <a:t>undefined</a:t>
            </a:r>
            <a:r>
              <a:rPr lang="en-US" sz="1600"/>
              <a:t>: Use it to check if a variable has been declared but not yet initialized or if an object property exists.</a:t>
            </a:r>
            <a:endParaRPr/>
          </a:p>
          <a:p>
            <a:pPr marL="342900" lvl="0" indent="-342900" algn="l" rtl="0">
              <a:spcBef>
                <a:spcPts val="320"/>
              </a:spcBef>
              <a:spcAft>
                <a:spcPts val="0"/>
              </a:spcAft>
              <a:buClr>
                <a:schemeClr val="dk1"/>
              </a:buClr>
              <a:buSzPts val="1600"/>
              <a:buChar char="•"/>
            </a:pPr>
            <a:r>
              <a:rPr lang="en-US" sz="1600" b="1"/>
              <a:t>null:</a:t>
            </a:r>
            <a:r>
              <a:rPr lang="en-US" sz="1600"/>
              <a:t> Use it to explicitly clear or reset a variable to signify that it should have no value.</a:t>
            </a:r>
            <a:endParaRPr sz="1600"/>
          </a:p>
        </p:txBody>
      </p:sp>
      <p:sp>
        <p:nvSpPr>
          <p:cNvPr id="359" name="Google Shape;359;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61" name="Google Shape;361;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6"/>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Type Coercion</a:t>
            </a:r>
            <a:endParaRPr/>
          </a:p>
        </p:txBody>
      </p:sp>
      <p:sp>
        <p:nvSpPr>
          <p:cNvPr id="367" name="Google Shape;367;p36"/>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en-US" sz="2000" b="1"/>
              <a:t>Type Coercion:</a:t>
            </a:r>
            <a:endParaRPr/>
          </a:p>
          <a:p>
            <a:pPr marL="342900" lvl="0" indent="-342900" algn="l" rtl="0">
              <a:spcBef>
                <a:spcPts val="400"/>
              </a:spcBef>
              <a:spcAft>
                <a:spcPts val="0"/>
              </a:spcAft>
              <a:buClr>
                <a:schemeClr val="dk1"/>
              </a:buClr>
              <a:buSzPts val="2000"/>
              <a:buChar char="•"/>
            </a:pPr>
            <a:r>
              <a:rPr lang="en-US" sz="2000"/>
              <a:t>Automatic or implicit conversion of values from one data type to another.</a:t>
            </a:r>
            <a:endParaRPr/>
          </a:p>
          <a:p>
            <a:pPr marL="342900" lvl="0" indent="-342900" algn="l" rtl="0">
              <a:spcBef>
                <a:spcPts val="400"/>
              </a:spcBef>
              <a:spcAft>
                <a:spcPts val="0"/>
              </a:spcAft>
              <a:buClr>
                <a:schemeClr val="dk1"/>
              </a:buClr>
              <a:buSzPts val="2000"/>
              <a:buChar char="•"/>
            </a:pPr>
            <a:r>
              <a:rPr lang="en-US" sz="2000"/>
              <a:t>Happens during operations where different types of data are involved.</a:t>
            </a:r>
            <a:endParaRPr/>
          </a:p>
          <a:p>
            <a:pPr marL="0" lvl="0" indent="0" algn="l" rtl="0">
              <a:spcBef>
                <a:spcPts val="400"/>
              </a:spcBef>
              <a:spcAft>
                <a:spcPts val="0"/>
              </a:spcAft>
              <a:buClr>
                <a:schemeClr val="dk1"/>
              </a:buClr>
              <a:buSzPts val="2000"/>
              <a:buNone/>
            </a:pPr>
            <a:r>
              <a:rPr lang="en-US" sz="2000" b="1"/>
              <a:t>Types in JavaScript</a:t>
            </a:r>
            <a:endParaRPr/>
          </a:p>
          <a:p>
            <a:pPr marL="342900" lvl="0" indent="-342900" algn="l" rtl="0">
              <a:spcBef>
                <a:spcPts val="400"/>
              </a:spcBef>
              <a:spcAft>
                <a:spcPts val="0"/>
              </a:spcAft>
              <a:buClr>
                <a:schemeClr val="dk1"/>
              </a:buClr>
              <a:buSzPts val="2000"/>
              <a:buChar char="•"/>
            </a:pPr>
            <a:r>
              <a:rPr lang="en-US" sz="2000" b="1"/>
              <a:t>Primitive Data Types</a:t>
            </a:r>
            <a:endParaRPr sz="2000"/>
          </a:p>
          <a:p>
            <a:pPr marL="742950" lvl="1" indent="-285750" algn="l" rtl="0">
              <a:spcBef>
                <a:spcPts val="400"/>
              </a:spcBef>
              <a:spcAft>
                <a:spcPts val="0"/>
              </a:spcAft>
              <a:buClr>
                <a:schemeClr val="dk1"/>
              </a:buClr>
              <a:buSzPts val="2000"/>
              <a:buChar char="–"/>
            </a:pPr>
            <a:r>
              <a:rPr lang="en-US" sz="2000"/>
              <a:t>Number</a:t>
            </a:r>
            <a:endParaRPr/>
          </a:p>
          <a:p>
            <a:pPr marL="742950" lvl="1" indent="-285750" algn="l" rtl="0">
              <a:spcBef>
                <a:spcPts val="400"/>
              </a:spcBef>
              <a:spcAft>
                <a:spcPts val="0"/>
              </a:spcAft>
              <a:buClr>
                <a:schemeClr val="dk1"/>
              </a:buClr>
              <a:buSzPts val="2000"/>
              <a:buChar char="–"/>
            </a:pPr>
            <a:r>
              <a:rPr lang="en-US" sz="2000"/>
              <a:t>String</a:t>
            </a:r>
            <a:endParaRPr/>
          </a:p>
          <a:p>
            <a:pPr marL="742950" lvl="1" indent="-285750" algn="l" rtl="0">
              <a:spcBef>
                <a:spcPts val="400"/>
              </a:spcBef>
              <a:spcAft>
                <a:spcPts val="0"/>
              </a:spcAft>
              <a:buClr>
                <a:schemeClr val="dk1"/>
              </a:buClr>
              <a:buSzPts val="2000"/>
              <a:buChar char="–"/>
            </a:pPr>
            <a:r>
              <a:rPr lang="en-US" sz="2000"/>
              <a:t>Boolean</a:t>
            </a:r>
            <a:endParaRPr/>
          </a:p>
          <a:p>
            <a:pPr marL="742950" lvl="1" indent="-285750" algn="l" rtl="0">
              <a:spcBef>
                <a:spcPts val="400"/>
              </a:spcBef>
              <a:spcAft>
                <a:spcPts val="0"/>
              </a:spcAft>
              <a:buClr>
                <a:schemeClr val="dk1"/>
              </a:buClr>
              <a:buSzPts val="2000"/>
              <a:buChar char="–"/>
            </a:pPr>
            <a:r>
              <a:rPr lang="en-US" sz="2000"/>
              <a:t>Undefined</a:t>
            </a:r>
            <a:endParaRPr/>
          </a:p>
          <a:p>
            <a:pPr marL="742950" lvl="1" indent="-285750" algn="l" rtl="0">
              <a:spcBef>
                <a:spcPts val="400"/>
              </a:spcBef>
              <a:spcAft>
                <a:spcPts val="0"/>
              </a:spcAft>
              <a:buClr>
                <a:schemeClr val="dk1"/>
              </a:buClr>
              <a:buSzPts val="2000"/>
              <a:buChar char="–"/>
            </a:pPr>
            <a:r>
              <a:rPr lang="en-US" sz="2000"/>
              <a:t>Null</a:t>
            </a:r>
            <a:endParaRPr/>
          </a:p>
          <a:p>
            <a:pPr marL="742950" lvl="1" indent="-285750" algn="l" rtl="0">
              <a:spcBef>
                <a:spcPts val="400"/>
              </a:spcBef>
              <a:spcAft>
                <a:spcPts val="0"/>
              </a:spcAft>
              <a:buClr>
                <a:schemeClr val="dk1"/>
              </a:buClr>
              <a:buSzPts val="2000"/>
              <a:buChar char="–"/>
            </a:pPr>
            <a:r>
              <a:rPr lang="en-US" sz="2000"/>
              <a:t>Symbol</a:t>
            </a:r>
            <a:endParaRPr/>
          </a:p>
          <a:p>
            <a:pPr marL="742950" lvl="1" indent="-285750" algn="l" rtl="0">
              <a:spcBef>
                <a:spcPts val="400"/>
              </a:spcBef>
              <a:spcAft>
                <a:spcPts val="0"/>
              </a:spcAft>
              <a:buClr>
                <a:schemeClr val="dk1"/>
              </a:buClr>
              <a:buSzPts val="2000"/>
              <a:buChar char="–"/>
            </a:pPr>
            <a:r>
              <a:rPr lang="en-US" sz="2000"/>
              <a:t>BigInt</a:t>
            </a:r>
            <a:endParaRPr sz="2000"/>
          </a:p>
          <a:p>
            <a:pPr marL="342900" lvl="0" indent="-342900" algn="l" rtl="0">
              <a:spcBef>
                <a:spcPts val="400"/>
              </a:spcBef>
              <a:spcAft>
                <a:spcPts val="0"/>
              </a:spcAft>
              <a:buClr>
                <a:schemeClr val="dk1"/>
              </a:buClr>
              <a:buSzPts val="2000"/>
              <a:buChar char="•"/>
            </a:pPr>
            <a:r>
              <a:rPr lang="en-US" sz="2000" b="1"/>
              <a:t>Reference Data Types</a:t>
            </a:r>
            <a:endParaRPr sz="2000"/>
          </a:p>
          <a:p>
            <a:pPr marL="742950" lvl="1" indent="-285750" algn="l" rtl="0">
              <a:spcBef>
                <a:spcPts val="400"/>
              </a:spcBef>
              <a:spcAft>
                <a:spcPts val="0"/>
              </a:spcAft>
              <a:buClr>
                <a:schemeClr val="dk1"/>
              </a:buClr>
              <a:buSzPts val="2000"/>
              <a:buChar char="–"/>
            </a:pPr>
            <a:r>
              <a:rPr lang="en-US" sz="2000"/>
              <a:t>Object (including arrays, functions, etc.)</a:t>
            </a:r>
            <a:endParaRPr/>
          </a:p>
          <a:p>
            <a:pPr marL="342900" lvl="0" indent="-203200" algn="l" rtl="0">
              <a:spcBef>
                <a:spcPts val="440"/>
              </a:spcBef>
              <a:spcAft>
                <a:spcPts val="0"/>
              </a:spcAft>
              <a:buClr>
                <a:schemeClr val="dk1"/>
              </a:buClr>
              <a:buSzPts val="2200"/>
              <a:buNone/>
            </a:pPr>
            <a:endParaRPr/>
          </a:p>
          <a:p>
            <a:pPr marL="342900" lvl="0" indent="-203200" algn="l" rtl="0">
              <a:spcBef>
                <a:spcPts val="440"/>
              </a:spcBef>
              <a:spcAft>
                <a:spcPts val="0"/>
              </a:spcAft>
              <a:buClr>
                <a:schemeClr val="dk1"/>
              </a:buClr>
              <a:buSzPts val="2200"/>
              <a:buNone/>
            </a:pPr>
            <a:endParaRPr/>
          </a:p>
        </p:txBody>
      </p:sp>
      <p:sp>
        <p:nvSpPr>
          <p:cNvPr id="368" name="Google Shape;36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70" name="Google Shape;37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7"/>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
        <p:nvSpPr>
          <p:cNvPr id="376" name="Google Shape;376;p37"/>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b="1"/>
              <a:t>Implicit vs. Explicit Coercion</a:t>
            </a:r>
            <a:endParaRPr/>
          </a:p>
          <a:p>
            <a:pPr marL="342900" lvl="0" indent="-342900" algn="l" rtl="0">
              <a:spcBef>
                <a:spcPts val="400"/>
              </a:spcBef>
              <a:spcAft>
                <a:spcPts val="0"/>
              </a:spcAft>
              <a:buClr>
                <a:schemeClr val="dk1"/>
              </a:buClr>
              <a:buSzPts val="2000"/>
              <a:buChar char="•"/>
            </a:pPr>
            <a:r>
              <a:rPr lang="en-US" sz="2000"/>
              <a:t>Implicit Coercion Conversion that happens automatically by JavaScript.</a:t>
            </a:r>
            <a:endParaRPr/>
          </a:p>
          <a:p>
            <a:pPr marL="457200" lvl="1" indent="0" algn="l" rtl="0">
              <a:spcBef>
                <a:spcPts val="400"/>
              </a:spcBef>
              <a:spcAft>
                <a:spcPts val="0"/>
              </a:spcAft>
              <a:buClr>
                <a:schemeClr val="dk1"/>
              </a:buClr>
              <a:buSzPts val="2000"/>
              <a:buNone/>
            </a:pPr>
            <a:r>
              <a:rPr lang="en-US" sz="2000" b="1"/>
              <a:t>Examples</a:t>
            </a:r>
            <a:r>
              <a:rPr lang="en-US" sz="2000"/>
              <a:t>: 5 + '5' results in '55'.</a:t>
            </a:r>
            <a:endParaRPr/>
          </a:p>
          <a:p>
            <a:pPr marL="342900" lvl="0" indent="-342900" algn="l" rtl="0">
              <a:spcBef>
                <a:spcPts val="400"/>
              </a:spcBef>
              <a:spcAft>
                <a:spcPts val="0"/>
              </a:spcAft>
              <a:buClr>
                <a:schemeClr val="dk1"/>
              </a:buClr>
              <a:buSzPts val="2000"/>
              <a:buChar char="•"/>
            </a:pPr>
            <a:r>
              <a:rPr lang="en-US" sz="2000"/>
              <a:t>Explicit CoercionConversion done manually using functions or operators.</a:t>
            </a:r>
            <a:endParaRPr/>
          </a:p>
          <a:p>
            <a:pPr marL="400050" lvl="1" indent="0" algn="l" rtl="0">
              <a:spcBef>
                <a:spcPts val="400"/>
              </a:spcBef>
              <a:spcAft>
                <a:spcPts val="0"/>
              </a:spcAft>
              <a:buClr>
                <a:schemeClr val="dk1"/>
              </a:buClr>
              <a:buSzPts val="2000"/>
              <a:buNone/>
            </a:pPr>
            <a:r>
              <a:rPr lang="en-US" sz="2000" b="1"/>
              <a:t>Examples: </a:t>
            </a:r>
            <a:r>
              <a:rPr lang="en-US" sz="2000"/>
              <a:t>Number('5'), String(5).</a:t>
            </a:r>
            <a:endParaRPr/>
          </a:p>
          <a:p>
            <a:pPr marL="0" lvl="0" indent="0" algn="l" rtl="0">
              <a:spcBef>
                <a:spcPts val="480"/>
              </a:spcBef>
              <a:spcAft>
                <a:spcPts val="0"/>
              </a:spcAft>
              <a:buClr>
                <a:schemeClr val="dk1"/>
              </a:buClr>
              <a:buSzPts val="2400"/>
              <a:buNone/>
            </a:pPr>
            <a:r>
              <a:rPr lang="en-US" sz="2400" b="1"/>
              <a:t>S</a:t>
            </a:r>
            <a:r>
              <a:rPr lang="en-US" sz="2400"/>
              <a:t>t</a:t>
            </a:r>
            <a:r>
              <a:rPr lang="en-US" sz="2400" b="1"/>
              <a:t>ring Coercion</a:t>
            </a:r>
            <a:endParaRPr/>
          </a:p>
          <a:p>
            <a:pPr marL="342900" lvl="0" indent="-342900" algn="l" rtl="0">
              <a:spcBef>
                <a:spcPts val="400"/>
              </a:spcBef>
              <a:spcAft>
                <a:spcPts val="0"/>
              </a:spcAft>
              <a:buClr>
                <a:schemeClr val="dk1"/>
              </a:buClr>
              <a:buSzPts val="2000"/>
              <a:buChar char="•"/>
            </a:pPr>
            <a:r>
              <a:rPr lang="en-US" sz="2000" b="1"/>
              <a:t>Implicit Coercion to String</a:t>
            </a:r>
            <a:endParaRPr/>
          </a:p>
          <a:p>
            <a:pPr marL="742950" lvl="1" indent="-342900" algn="l" rtl="0">
              <a:spcBef>
                <a:spcPts val="400"/>
              </a:spcBef>
              <a:spcAft>
                <a:spcPts val="0"/>
              </a:spcAft>
              <a:buClr>
                <a:schemeClr val="dk1"/>
              </a:buClr>
              <a:buSzPts val="2000"/>
              <a:buChar char="–"/>
            </a:pPr>
            <a:r>
              <a:rPr lang="en-US" sz="2000"/>
              <a:t>Example: 10 + '20' results in '1020'.</a:t>
            </a:r>
            <a:endParaRPr/>
          </a:p>
          <a:p>
            <a:pPr marL="742950" lvl="1" indent="-342900" algn="l" rtl="0">
              <a:spcBef>
                <a:spcPts val="400"/>
              </a:spcBef>
              <a:spcAft>
                <a:spcPts val="0"/>
              </a:spcAft>
              <a:buClr>
                <a:schemeClr val="dk1"/>
              </a:buClr>
              <a:buSzPts val="2000"/>
              <a:buChar char="–"/>
            </a:pPr>
            <a:r>
              <a:rPr lang="en-US" sz="2000"/>
              <a:t>Occurs when using the + operator with a string.</a:t>
            </a:r>
            <a:endParaRPr/>
          </a:p>
          <a:p>
            <a:pPr marL="342900" lvl="0" indent="-342900" algn="l" rtl="0">
              <a:spcBef>
                <a:spcPts val="400"/>
              </a:spcBef>
              <a:spcAft>
                <a:spcPts val="0"/>
              </a:spcAft>
              <a:buClr>
                <a:schemeClr val="dk1"/>
              </a:buClr>
              <a:buSzPts val="2000"/>
              <a:buChar char="•"/>
            </a:pPr>
            <a:r>
              <a:rPr lang="en-US" sz="2000" b="1"/>
              <a:t>Explicit Coercion to String</a:t>
            </a:r>
            <a:endParaRPr/>
          </a:p>
          <a:p>
            <a:pPr marL="742950" lvl="1" indent="-285750" algn="l" rtl="0">
              <a:spcBef>
                <a:spcPts val="400"/>
              </a:spcBef>
              <a:spcAft>
                <a:spcPts val="0"/>
              </a:spcAft>
              <a:buClr>
                <a:schemeClr val="dk1"/>
              </a:buClr>
              <a:buSzPts val="2000"/>
              <a:buChar char="–"/>
            </a:pPr>
            <a:r>
              <a:rPr lang="en-US" sz="2000"/>
              <a:t>Using String() function: String(10) results in '10'.</a:t>
            </a:r>
            <a:endParaRPr/>
          </a:p>
        </p:txBody>
      </p:sp>
      <p:sp>
        <p:nvSpPr>
          <p:cNvPr id="377" name="Google Shape;377;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79" name="Google Shape;379;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8"/>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Continue..</a:t>
            </a:r>
            <a:endParaRPr/>
          </a:p>
        </p:txBody>
      </p:sp>
      <p:sp>
        <p:nvSpPr>
          <p:cNvPr id="385" name="Google Shape;385;p38"/>
          <p:cNvSpPr txBox="1">
            <a:spLocks noGrp="1"/>
          </p:cNvSpPr>
          <p:nvPr>
            <p:ph type="body" idx="1"/>
          </p:nvPr>
        </p:nvSpPr>
        <p:spPr>
          <a:xfrm>
            <a:off x="457200" y="1371600"/>
            <a:ext cx="8229600" cy="49847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400"/>
              <a:buNone/>
            </a:pPr>
            <a:r>
              <a:rPr lang="en-US" sz="2400" b="1"/>
              <a:t>Numeric Coercion</a:t>
            </a:r>
            <a:endParaRPr/>
          </a:p>
          <a:p>
            <a:pPr marL="400050" lvl="0" indent="-400050" algn="l" rtl="0">
              <a:spcBef>
                <a:spcPts val="320"/>
              </a:spcBef>
              <a:spcAft>
                <a:spcPts val="0"/>
              </a:spcAft>
              <a:buClr>
                <a:schemeClr val="dk1"/>
              </a:buClr>
              <a:buSzPts val="1600"/>
              <a:buFont typeface="Calibri"/>
              <a:buAutoNum type="romanUcPeriod"/>
            </a:pPr>
            <a:r>
              <a:rPr lang="en-US" sz="1600"/>
              <a:t>Implicit Coercion to Number</a:t>
            </a:r>
            <a:endParaRPr/>
          </a:p>
          <a:p>
            <a:pPr marL="857250" lvl="1" indent="-400050" algn="l" rtl="0">
              <a:spcBef>
                <a:spcPts val="320"/>
              </a:spcBef>
              <a:spcAft>
                <a:spcPts val="0"/>
              </a:spcAft>
              <a:buClr>
                <a:schemeClr val="dk1"/>
              </a:buClr>
              <a:buSzPts val="1600"/>
              <a:buFont typeface="Calibri"/>
              <a:buAutoNum type="romanUcPeriod"/>
            </a:pPr>
            <a:r>
              <a:rPr lang="en-US" sz="1600"/>
              <a:t>Example: '5' * 2 results in 10.Occurs when using arithmetic operators (except +).</a:t>
            </a:r>
            <a:endParaRPr/>
          </a:p>
          <a:p>
            <a:pPr marL="400050" lvl="0" indent="-400050" algn="l" rtl="0">
              <a:spcBef>
                <a:spcPts val="320"/>
              </a:spcBef>
              <a:spcAft>
                <a:spcPts val="0"/>
              </a:spcAft>
              <a:buClr>
                <a:schemeClr val="dk1"/>
              </a:buClr>
              <a:buSzPts val="1600"/>
              <a:buFont typeface="Calibri"/>
              <a:buAutoNum type="romanUcPeriod"/>
            </a:pPr>
            <a:r>
              <a:rPr lang="en-US" sz="1600"/>
              <a:t>Explicit Coercion to Number</a:t>
            </a:r>
            <a:endParaRPr/>
          </a:p>
          <a:p>
            <a:pPr marL="742950" lvl="1" indent="-285750" algn="l" rtl="0">
              <a:spcBef>
                <a:spcPts val="360"/>
              </a:spcBef>
              <a:spcAft>
                <a:spcPts val="0"/>
              </a:spcAft>
              <a:buClr>
                <a:schemeClr val="dk1"/>
              </a:buClr>
              <a:buSzPts val="1800"/>
              <a:buChar char="–"/>
            </a:pPr>
            <a:r>
              <a:rPr lang="en-US" sz="1800"/>
              <a:t>Using Number() function: Number('5') results in 5.</a:t>
            </a:r>
            <a:endParaRPr/>
          </a:p>
          <a:p>
            <a:pPr marL="742950" lvl="1" indent="-285750" algn="l" rtl="0">
              <a:spcBef>
                <a:spcPts val="360"/>
              </a:spcBef>
              <a:spcAft>
                <a:spcPts val="0"/>
              </a:spcAft>
              <a:buClr>
                <a:schemeClr val="dk1"/>
              </a:buClr>
              <a:buSzPts val="1800"/>
              <a:buChar char="–"/>
            </a:pPr>
            <a:r>
              <a:rPr lang="en-US" sz="1800"/>
              <a:t>Using parseInt() or parseFloat(). </a:t>
            </a:r>
            <a:endParaRPr/>
          </a:p>
          <a:p>
            <a:pPr marL="0" lvl="0" indent="0" algn="l" rtl="0">
              <a:spcBef>
                <a:spcPts val="480"/>
              </a:spcBef>
              <a:spcAft>
                <a:spcPts val="0"/>
              </a:spcAft>
              <a:buClr>
                <a:schemeClr val="dk1"/>
              </a:buClr>
              <a:buSzPts val="2400"/>
              <a:buNone/>
            </a:pPr>
            <a:r>
              <a:rPr lang="en-US" sz="2400" b="1"/>
              <a:t>Boolean Coercion</a:t>
            </a:r>
            <a:endParaRPr/>
          </a:p>
          <a:p>
            <a:pPr marL="400050" lvl="0" indent="-400050" algn="l" rtl="0">
              <a:spcBef>
                <a:spcPts val="320"/>
              </a:spcBef>
              <a:spcAft>
                <a:spcPts val="0"/>
              </a:spcAft>
              <a:buClr>
                <a:schemeClr val="dk1"/>
              </a:buClr>
              <a:buSzPts val="1600"/>
              <a:buFont typeface="Calibri"/>
              <a:buAutoNum type="romanUcPeriod"/>
            </a:pPr>
            <a:r>
              <a:rPr lang="en-US" sz="1600"/>
              <a:t>Implicit Coercion to Boolean</a:t>
            </a:r>
            <a:endParaRPr/>
          </a:p>
          <a:p>
            <a:pPr marL="742950" lvl="1" indent="-285750" algn="l" rtl="0">
              <a:spcBef>
                <a:spcPts val="320"/>
              </a:spcBef>
              <a:spcAft>
                <a:spcPts val="0"/>
              </a:spcAft>
              <a:buClr>
                <a:schemeClr val="dk1"/>
              </a:buClr>
              <a:buSzPts val="1600"/>
              <a:buChar char="–"/>
            </a:pPr>
            <a:r>
              <a:rPr lang="en-US" sz="1600"/>
              <a:t>JavaScript evaluates values in conditions.</a:t>
            </a:r>
            <a:endParaRPr/>
          </a:p>
          <a:p>
            <a:pPr marL="742950" lvl="1" indent="-285750" algn="l" rtl="0">
              <a:spcBef>
                <a:spcPts val="320"/>
              </a:spcBef>
              <a:spcAft>
                <a:spcPts val="0"/>
              </a:spcAft>
              <a:buClr>
                <a:schemeClr val="dk1"/>
              </a:buClr>
              <a:buSzPts val="1600"/>
              <a:buChar char="–"/>
            </a:pPr>
            <a:r>
              <a:rPr lang="en-US" sz="1600"/>
              <a:t>Falsy values: false, 0, '', null, undefined, NaN.</a:t>
            </a:r>
            <a:endParaRPr/>
          </a:p>
          <a:p>
            <a:pPr marL="742950" lvl="1" indent="-285750" algn="l" rtl="0">
              <a:spcBef>
                <a:spcPts val="320"/>
              </a:spcBef>
              <a:spcAft>
                <a:spcPts val="0"/>
              </a:spcAft>
              <a:buClr>
                <a:schemeClr val="dk1"/>
              </a:buClr>
              <a:buSzPts val="1600"/>
              <a:buChar char="–"/>
            </a:pPr>
            <a:r>
              <a:rPr lang="en-US" sz="1600"/>
              <a:t>Truthy values: All other values.</a:t>
            </a:r>
            <a:endParaRPr/>
          </a:p>
          <a:p>
            <a:pPr marL="400050" lvl="0" indent="-400050" algn="l" rtl="0">
              <a:spcBef>
                <a:spcPts val="320"/>
              </a:spcBef>
              <a:spcAft>
                <a:spcPts val="0"/>
              </a:spcAft>
              <a:buClr>
                <a:schemeClr val="dk1"/>
              </a:buClr>
              <a:buSzPts val="1600"/>
              <a:buFont typeface="Calibri"/>
              <a:buAutoNum type="romanUcPeriod"/>
            </a:pPr>
            <a:r>
              <a:rPr lang="en-US" sz="1600"/>
              <a:t>Explicit Coercion to Boolean</a:t>
            </a:r>
            <a:endParaRPr/>
          </a:p>
          <a:p>
            <a:pPr marL="1543050" lvl="3" indent="-285750" algn="l" rtl="0">
              <a:spcBef>
                <a:spcPts val="320"/>
              </a:spcBef>
              <a:spcAft>
                <a:spcPts val="0"/>
              </a:spcAft>
              <a:buClr>
                <a:schemeClr val="dk1"/>
              </a:buClr>
              <a:buSzPts val="1600"/>
              <a:buChar char="–"/>
            </a:pPr>
            <a:r>
              <a:rPr lang="en-US" sz="1600"/>
              <a:t>Using Boolean() function: Boolean(1) results in true.</a:t>
            </a:r>
            <a:endParaRPr/>
          </a:p>
          <a:p>
            <a:pPr marL="1543050" lvl="3" indent="-285750" algn="l" rtl="0">
              <a:spcBef>
                <a:spcPts val="320"/>
              </a:spcBef>
              <a:spcAft>
                <a:spcPts val="0"/>
              </a:spcAft>
              <a:buClr>
                <a:schemeClr val="dk1"/>
              </a:buClr>
              <a:buSzPts val="1600"/>
              <a:buChar char="–"/>
            </a:pPr>
            <a:r>
              <a:rPr lang="en-US" sz="1600"/>
              <a:t>Double negation: !!1 results in true.</a:t>
            </a:r>
            <a:endParaRPr/>
          </a:p>
          <a:p>
            <a:pPr marL="457200" lvl="1" indent="0" algn="l" rtl="0">
              <a:spcBef>
                <a:spcPts val="440"/>
              </a:spcBef>
              <a:spcAft>
                <a:spcPts val="0"/>
              </a:spcAft>
              <a:buClr>
                <a:schemeClr val="dk1"/>
              </a:buClr>
              <a:buSzPts val="2200"/>
              <a:buNone/>
            </a:pPr>
            <a:endParaRPr/>
          </a:p>
        </p:txBody>
      </p:sp>
      <p:sp>
        <p:nvSpPr>
          <p:cNvPr id="386" name="Google Shape;386;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88" name="Google Shape;388;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39"/>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sp>
        <p:nvSpPr>
          <p:cNvPr id="394" name="Google Shape;394;p39"/>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200"/>
              <a:buNone/>
            </a:pPr>
            <a:r>
              <a:rPr lang="en-US" b="1"/>
              <a:t>Examples of Type Coercion</a:t>
            </a:r>
            <a:endParaRPr/>
          </a:p>
          <a:p>
            <a:pPr marL="0" lvl="0" indent="0" algn="l" rtl="0">
              <a:spcBef>
                <a:spcPts val="440"/>
              </a:spcBef>
              <a:spcAft>
                <a:spcPts val="0"/>
              </a:spcAft>
              <a:buClr>
                <a:schemeClr val="dk1"/>
              </a:buClr>
              <a:buSzPts val="2200"/>
              <a:buNone/>
            </a:pPr>
            <a:r>
              <a:rPr lang="en-US" b="1"/>
              <a:t>Example 1:</a:t>
            </a:r>
            <a:endParaRPr/>
          </a:p>
          <a:p>
            <a:pPr marL="342900" lvl="0" indent="-342900" algn="l" rtl="0">
              <a:spcBef>
                <a:spcPts val="440"/>
              </a:spcBef>
              <a:spcAft>
                <a:spcPts val="0"/>
              </a:spcAft>
              <a:buClr>
                <a:schemeClr val="dk1"/>
              </a:buClr>
              <a:buSzPts val="2200"/>
              <a:buChar char="•"/>
            </a:pPr>
            <a:r>
              <a:rPr lang="en-US"/>
              <a:t>'5' - 2 results in 3.</a:t>
            </a:r>
            <a:endParaRPr/>
          </a:p>
          <a:p>
            <a:pPr marL="342900" lvl="0" indent="-342900" algn="l" rtl="0">
              <a:spcBef>
                <a:spcPts val="440"/>
              </a:spcBef>
              <a:spcAft>
                <a:spcPts val="0"/>
              </a:spcAft>
              <a:buClr>
                <a:schemeClr val="dk1"/>
              </a:buClr>
              <a:buSzPts val="2200"/>
              <a:buChar char="•"/>
            </a:pPr>
            <a:r>
              <a:rPr lang="en-US"/>
              <a:t>JavaScript coerces '5' to 5 and performs subtraction.</a:t>
            </a:r>
            <a:endParaRPr/>
          </a:p>
          <a:p>
            <a:pPr marL="0" lvl="0" indent="0" algn="l" rtl="0">
              <a:spcBef>
                <a:spcPts val="440"/>
              </a:spcBef>
              <a:spcAft>
                <a:spcPts val="0"/>
              </a:spcAft>
              <a:buClr>
                <a:schemeClr val="dk1"/>
              </a:buClr>
              <a:buSzPts val="2200"/>
              <a:buNone/>
            </a:pPr>
            <a:r>
              <a:rPr lang="en-US" b="1"/>
              <a:t>Example 2:</a:t>
            </a:r>
            <a:endParaRPr/>
          </a:p>
          <a:p>
            <a:pPr marL="342900" lvl="0" indent="-342900" algn="l" rtl="0">
              <a:spcBef>
                <a:spcPts val="440"/>
              </a:spcBef>
              <a:spcAft>
                <a:spcPts val="0"/>
              </a:spcAft>
              <a:buClr>
                <a:schemeClr val="dk1"/>
              </a:buClr>
              <a:buSzPts val="2200"/>
              <a:buChar char="•"/>
            </a:pPr>
            <a:r>
              <a:rPr lang="en-US"/>
              <a:t>true + 1 results in 2.</a:t>
            </a:r>
            <a:endParaRPr/>
          </a:p>
          <a:p>
            <a:pPr marL="342900" lvl="0" indent="-342900" algn="l" rtl="0">
              <a:spcBef>
                <a:spcPts val="440"/>
              </a:spcBef>
              <a:spcAft>
                <a:spcPts val="0"/>
              </a:spcAft>
              <a:buClr>
                <a:schemeClr val="dk1"/>
              </a:buClr>
              <a:buSzPts val="2200"/>
              <a:buChar char="•"/>
            </a:pPr>
            <a:r>
              <a:rPr lang="en-US"/>
              <a:t>true is coerced to 1.</a:t>
            </a:r>
            <a:endParaRPr/>
          </a:p>
          <a:p>
            <a:pPr marL="0" lvl="0" indent="0" algn="l" rtl="0">
              <a:spcBef>
                <a:spcPts val="440"/>
              </a:spcBef>
              <a:spcAft>
                <a:spcPts val="0"/>
              </a:spcAft>
              <a:buClr>
                <a:schemeClr val="dk1"/>
              </a:buClr>
              <a:buSzPts val="2200"/>
              <a:buNone/>
            </a:pPr>
            <a:r>
              <a:rPr lang="en-US" b="1"/>
              <a:t>Example 3:</a:t>
            </a:r>
            <a:endParaRPr/>
          </a:p>
          <a:p>
            <a:pPr marL="342900" lvl="0" indent="-342900" algn="l" rtl="0">
              <a:spcBef>
                <a:spcPts val="440"/>
              </a:spcBef>
              <a:spcAft>
                <a:spcPts val="0"/>
              </a:spcAft>
              <a:buClr>
                <a:schemeClr val="dk1"/>
              </a:buClr>
              <a:buSzPts val="2200"/>
              <a:buChar char="•"/>
            </a:pPr>
            <a:r>
              <a:rPr lang="en-US"/>
              <a:t>[] + {} results in "[object Object]".</a:t>
            </a:r>
            <a:endParaRPr/>
          </a:p>
          <a:p>
            <a:pPr marL="342900" lvl="0" indent="-342900" algn="l" rtl="0">
              <a:spcBef>
                <a:spcPts val="440"/>
              </a:spcBef>
              <a:spcAft>
                <a:spcPts val="0"/>
              </a:spcAft>
              <a:buClr>
                <a:schemeClr val="dk1"/>
              </a:buClr>
              <a:buSzPts val="2200"/>
              <a:buChar char="•"/>
            </a:pPr>
            <a:r>
              <a:rPr lang="en-US"/>
              <a:t>Empty array coerced to an empty string, and object coerced to a string.</a:t>
            </a:r>
            <a:endParaRPr/>
          </a:p>
        </p:txBody>
      </p:sp>
      <p:sp>
        <p:nvSpPr>
          <p:cNvPr id="395" name="Google Shape;39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397" name="Google Shape;39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0"/>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Continue..</a:t>
            </a:r>
            <a:endParaRPr/>
          </a:p>
        </p:txBody>
      </p:sp>
      <p:sp>
        <p:nvSpPr>
          <p:cNvPr id="403" name="Google Shape;403;p40"/>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en-US" sz="1800" b="1"/>
              <a:t>Common Issues of Type Coercion</a:t>
            </a:r>
            <a:endParaRPr/>
          </a:p>
          <a:p>
            <a:pPr marL="342900" lvl="0" indent="-342900" algn="l" rtl="0">
              <a:spcBef>
                <a:spcPts val="360"/>
              </a:spcBef>
              <a:spcAft>
                <a:spcPts val="0"/>
              </a:spcAft>
              <a:buClr>
                <a:schemeClr val="dk1"/>
              </a:buClr>
              <a:buSzPts val="1800"/>
              <a:buChar char="•"/>
            </a:pPr>
            <a:r>
              <a:rPr lang="en-US" sz="1800" b="1"/>
              <a:t>Unexpected Results</a:t>
            </a:r>
            <a:endParaRPr/>
          </a:p>
          <a:p>
            <a:pPr marL="1543050" lvl="3" indent="-285750" algn="l" rtl="0">
              <a:spcBef>
                <a:spcPts val="360"/>
              </a:spcBef>
              <a:spcAft>
                <a:spcPts val="0"/>
              </a:spcAft>
              <a:buClr>
                <a:schemeClr val="dk1"/>
              </a:buClr>
              <a:buSzPts val="1800"/>
              <a:buChar char="–"/>
            </a:pPr>
            <a:r>
              <a:rPr lang="en-US" sz="1800"/>
              <a:t>[] == '' results in true.</a:t>
            </a:r>
            <a:endParaRPr/>
          </a:p>
          <a:p>
            <a:pPr marL="1543050" lvl="3" indent="-285750" algn="l" rtl="0">
              <a:spcBef>
                <a:spcPts val="360"/>
              </a:spcBef>
              <a:spcAft>
                <a:spcPts val="0"/>
              </a:spcAft>
              <a:buClr>
                <a:schemeClr val="dk1"/>
              </a:buClr>
              <a:buSzPts val="1800"/>
              <a:buChar char="–"/>
            </a:pPr>
            <a:r>
              <a:rPr lang="en-US" sz="1800"/>
              <a:t>'5' == 5 results in true.</a:t>
            </a:r>
            <a:endParaRPr/>
          </a:p>
          <a:p>
            <a:pPr marL="342900" lvl="0" indent="-342900" algn="l" rtl="0">
              <a:spcBef>
                <a:spcPts val="360"/>
              </a:spcBef>
              <a:spcAft>
                <a:spcPts val="0"/>
              </a:spcAft>
              <a:buClr>
                <a:schemeClr val="dk1"/>
              </a:buClr>
              <a:buSzPts val="1800"/>
              <a:buChar char="•"/>
            </a:pPr>
            <a:r>
              <a:rPr lang="en-US" sz="1800" b="1"/>
              <a:t>Avoiding Issues</a:t>
            </a:r>
            <a:endParaRPr/>
          </a:p>
          <a:p>
            <a:pPr marL="685800" lvl="1" indent="-285750" algn="l" rtl="0">
              <a:spcBef>
                <a:spcPts val="360"/>
              </a:spcBef>
              <a:spcAft>
                <a:spcPts val="0"/>
              </a:spcAft>
              <a:buClr>
                <a:schemeClr val="dk1"/>
              </a:buClr>
              <a:buSzPts val="1800"/>
              <a:buChar char="–"/>
            </a:pPr>
            <a:r>
              <a:rPr lang="en-US" sz="1800"/>
              <a:t>Prefer using strict equality === to avoid implicit type conversion.</a:t>
            </a:r>
            <a:endParaRPr/>
          </a:p>
          <a:p>
            <a:pPr marL="685800" lvl="1" indent="-285750" algn="l" rtl="0">
              <a:spcBef>
                <a:spcPts val="360"/>
              </a:spcBef>
              <a:spcAft>
                <a:spcPts val="0"/>
              </a:spcAft>
              <a:buClr>
                <a:schemeClr val="dk1"/>
              </a:buClr>
              <a:buSzPts val="1800"/>
              <a:buChar char="–"/>
            </a:pPr>
            <a:r>
              <a:rPr lang="en-US" sz="1800"/>
              <a:t>Be cautious when using loose equality ==.</a:t>
            </a:r>
            <a:endParaRPr/>
          </a:p>
          <a:p>
            <a:pPr marL="0" lvl="0" indent="0" algn="l" rtl="0">
              <a:spcBef>
                <a:spcPts val="360"/>
              </a:spcBef>
              <a:spcAft>
                <a:spcPts val="0"/>
              </a:spcAft>
              <a:buClr>
                <a:schemeClr val="dk1"/>
              </a:buClr>
              <a:buSzPts val="1800"/>
              <a:buNone/>
            </a:pPr>
            <a:r>
              <a:rPr lang="en-US" sz="1800" b="1"/>
              <a:t> Best Practices</a:t>
            </a:r>
            <a:endParaRPr/>
          </a:p>
          <a:p>
            <a:pPr marL="342900" lvl="0" indent="-342900" algn="l" rtl="0">
              <a:spcBef>
                <a:spcPts val="360"/>
              </a:spcBef>
              <a:spcAft>
                <a:spcPts val="0"/>
              </a:spcAft>
              <a:buClr>
                <a:schemeClr val="dk1"/>
              </a:buClr>
              <a:buSzPts val="1800"/>
              <a:buFont typeface="Calibri"/>
              <a:buAutoNum type="arabicPeriod"/>
            </a:pPr>
            <a:r>
              <a:rPr lang="en-US" sz="1800" b="1"/>
              <a:t>Use Explicit Type Conversion</a:t>
            </a:r>
            <a:endParaRPr/>
          </a:p>
          <a:p>
            <a:pPr marL="742950" lvl="1" indent="-285750" algn="l" rtl="0">
              <a:spcBef>
                <a:spcPts val="360"/>
              </a:spcBef>
              <a:spcAft>
                <a:spcPts val="0"/>
              </a:spcAft>
              <a:buClr>
                <a:schemeClr val="dk1"/>
              </a:buClr>
              <a:buSzPts val="1800"/>
              <a:buChar char="–"/>
            </a:pPr>
            <a:r>
              <a:rPr lang="en-US" sz="1800"/>
              <a:t>Avoid relying on implicit coercion.</a:t>
            </a:r>
            <a:endParaRPr/>
          </a:p>
          <a:p>
            <a:pPr marL="742950" lvl="1" indent="-285750" algn="l" rtl="0">
              <a:spcBef>
                <a:spcPts val="360"/>
              </a:spcBef>
              <a:spcAft>
                <a:spcPts val="0"/>
              </a:spcAft>
              <a:buClr>
                <a:schemeClr val="dk1"/>
              </a:buClr>
              <a:buSzPts val="1800"/>
              <a:buChar char="–"/>
            </a:pPr>
            <a:r>
              <a:rPr lang="en-US" sz="1800"/>
              <a:t>Use Number(), String(), and Boolean() for clarity.</a:t>
            </a:r>
            <a:endParaRPr/>
          </a:p>
          <a:p>
            <a:pPr marL="0" lvl="0" indent="0" algn="l" rtl="0">
              <a:spcBef>
                <a:spcPts val="360"/>
              </a:spcBef>
              <a:spcAft>
                <a:spcPts val="0"/>
              </a:spcAft>
              <a:buClr>
                <a:schemeClr val="dk1"/>
              </a:buClr>
              <a:buSzPts val="1800"/>
              <a:buNone/>
            </a:pPr>
            <a:r>
              <a:rPr lang="en-US" sz="1800" b="1"/>
              <a:t>2. Use Strict Equality (===)</a:t>
            </a:r>
            <a:endParaRPr/>
          </a:p>
          <a:p>
            <a:pPr marL="742950" lvl="1" indent="-285750" algn="l" rtl="0">
              <a:spcBef>
                <a:spcPts val="360"/>
              </a:spcBef>
              <a:spcAft>
                <a:spcPts val="0"/>
              </a:spcAft>
              <a:buClr>
                <a:schemeClr val="dk1"/>
              </a:buClr>
              <a:buSzPts val="1800"/>
              <a:buChar char="–"/>
            </a:pPr>
            <a:r>
              <a:rPr lang="en-US" sz="1800"/>
              <a:t>Ensures both value and type are equal</a:t>
            </a:r>
            <a:endParaRPr/>
          </a:p>
          <a:p>
            <a:pPr marL="742950" lvl="1" indent="-285750" algn="l" rtl="0">
              <a:spcBef>
                <a:spcPts val="360"/>
              </a:spcBef>
              <a:spcAft>
                <a:spcPts val="0"/>
              </a:spcAft>
              <a:buClr>
                <a:schemeClr val="dk1"/>
              </a:buClr>
              <a:buSzPts val="1800"/>
              <a:buChar char="–"/>
            </a:pPr>
            <a:r>
              <a:rPr lang="en-US" sz="1800"/>
              <a:t>.Helps avoid unexpected results from type</a:t>
            </a:r>
            <a:endParaRPr/>
          </a:p>
        </p:txBody>
      </p:sp>
      <p:sp>
        <p:nvSpPr>
          <p:cNvPr id="404" name="Google Shape;404;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406" name="Google Shape;406;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41"/>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LOOPS</a:t>
            </a:r>
            <a:endParaRPr b="1"/>
          </a:p>
        </p:txBody>
      </p:sp>
      <p:sp>
        <p:nvSpPr>
          <p:cNvPr id="412" name="Google Shape;412;p41"/>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Clr>
                <a:schemeClr val="dk1"/>
              </a:buClr>
              <a:buSzPts val="1800"/>
              <a:buNone/>
            </a:pPr>
            <a:r>
              <a:rPr lang="en-US" sz="1800"/>
              <a:t>JavaScript loops are essential for efficiently handling repetitive tasks. Loops in JavaScript are used to execute a block of code repeatedly based on a condition.</a:t>
            </a:r>
            <a:endParaRPr/>
          </a:p>
          <a:p>
            <a:pPr marL="0" lvl="0" indent="0" algn="just" rtl="0">
              <a:spcBef>
                <a:spcPts val="360"/>
              </a:spcBef>
              <a:spcAft>
                <a:spcPts val="0"/>
              </a:spcAft>
              <a:buClr>
                <a:schemeClr val="dk1"/>
              </a:buClr>
              <a:buSzPts val="1800"/>
              <a:buNone/>
            </a:pPr>
            <a:r>
              <a:rPr lang="en-US" sz="1800"/>
              <a:t>. These loops are powerful tools for automating tasks and streamlining your code.</a:t>
            </a:r>
            <a:endParaRPr/>
          </a:p>
          <a:p>
            <a:pPr marL="0" lvl="0" indent="0" algn="just" rtl="0">
              <a:spcBef>
                <a:spcPts val="360"/>
              </a:spcBef>
              <a:spcAft>
                <a:spcPts val="0"/>
              </a:spcAft>
              <a:buClr>
                <a:schemeClr val="dk1"/>
              </a:buClr>
              <a:buSzPts val="1800"/>
              <a:buNone/>
            </a:pPr>
            <a:endParaRPr sz="1800"/>
          </a:p>
          <a:p>
            <a:pPr marL="0" lvl="0" indent="0" algn="just" rtl="0">
              <a:spcBef>
                <a:spcPts val="360"/>
              </a:spcBef>
              <a:spcAft>
                <a:spcPts val="0"/>
              </a:spcAft>
              <a:buClr>
                <a:schemeClr val="dk1"/>
              </a:buClr>
              <a:buSzPts val="1800"/>
              <a:buNone/>
            </a:pPr>
            <a:r>
              <a:rPr lang="en-US" sz="1800"/>
              <a:t>For example,:</a:t>
            </a:r>
            <a:endParaRPr/>
          </a:p>
          <a:p>
            <a:pPr marL="0" lvl="0" indent="0" algn="just" rtl="0">
              <a:spcBef>
                <a:spcPts val="360"/>
              </a:spcBef>
              <a:spcAft>
                <a:spcPts val="0"/>
              </a:spcAft>
              <a:buClr>
                <a:schemeClr val="dk1"/>
              </a:buClr>
              <a:buSzPts val="1800"/>
              <a:buNone/>
            </a:pPr>
            <a:r>
              <a:rPr lang="en-US" sz="1800"/>
              <a:t>suppose we want to print “Hello World” 5 times. This can be done using JS Loop easily. </a:t>
            </a:r>
            <a:endParaRPr sz="1800"/>
          </a:p>
          <a:p>
            <a:pPr marL="0" lvl="0" indent="0" algn="just" rtl="0">
              <a:spcBef>
                <a:spcPts val="360"/>
              </a:spcBef>
              <a:spcAft>
                <a:spcPts val="0"/>
              </a:spcAft>
              <a:buClr>
                <a:schemeClr val="dk1"/>
              </a:buClr>
              <a:buSzPts val="1800"/>
              <a:buNone/>
            </a:pPr>
            <a:r>
              <a:rPr lang="en-US" sz="1800"/>
              <a:t>In Loop, the statement needs to be written only once and the loop will be executed 5 times as shown below:</a:t>
            </a:r>
            <a:endParaRPr/>
          </a:p>
          <a:p>
            <a:pPr marL="0" lvl="0" indent="0" algn="just" rtl="0">
              <a:spcBef>
                <a:spcPts val="360"/>
              </a:spcBef>
              <a:spcAft>
                <a:spcPts val="0"/>
              </a:spcAft>
              <a:buClr>
                <a:schemeClr val="dk1"/>
              </a:buClr>
              <a:buSzPts val="1800"/>
              <a:buNone/>
            </a:pPr>
            <a:r>
              <a:rPr lang="en-US" sz="1800"/>
              <a:t>for (let i = 0; i &lt; 5; i++) {</a:t>
            </a:r>
            <a:endParaRPr/>
          </a:p>
          <a:p>
            <a:pPr marL="0" lvl="0" indent="0" algn="just" rtl="0">
              <a:spcBef>
                <a:spcPts val="360"/>
              </a:spcBef>
              <a:spcAft>
                <a:spcPts val="0"/>
              </a:spcAft>
              <a:buClr>
                <a:schemeClr val="dk1"/>
              </a:buClr>
              <a:buSzPts val="1800"/>
              <a:buNone/>
            </a:pPr>
            <a:r>
              <a:rPr lang="en-US" sz="1800"/>
              <a:t>    console.log("Hello World!");</a:t>
            </a:r>
            <a:endParaRPr/>
          </a:p>
          <a:p>
            <a:pPr marL="0" lvl="0" indent="0" algn="just" rtl="0">
              <a:spcBef>
                <a:spcPts val="360"/>
              </a:spcBef>
              <a:spcAft>
                <a:spcPts val="0"/>
              </a:spcAft>
              <a:buClr>
                <a:schemeClr val="dk1"/>
              </a:buClr>
              <a:buSzPts val="1800"/>
              <a:buNone/>
            </a:pPr>
            <a:r>
              <a:rPr lang="en-US" sz="1800"/>
              <a:t>}</a:t>
            </a:r>
            <a:endParaRPr/>
          </a:p>
        </p:txBody>
      </p:sp>
      <p:sp>
        <p:nvSpPr>
          <p:cNvPr id="413" name="Google Shape;413;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415" name="Google Shape;415;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42"/>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Continue..</a:t>
            </a:r>
            <a:endParaRPr/>
          </a:p>
        </p:txBody>
      </p:sp>
      <p:sp>
        <p:nvSpPr>
          <p:cNvPr id="421" name="Google Shape;421;p42"/>
          <p:cNvSpPr txBox="1">
            <a:spLocks noGrp="1"/>
          </p:cNvSpPr>
          <p:nvPr>
            <p:ph type="body" idx="1"/>
          </p:nvPr>
        </p:nvSpPr>
        <p:spPr>
          <a:xfrm>
            <a:off x="457200" y="1371600"/>
            <a:ext cx="8229600" cy="48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700"/>
              <a:buNone/>
            </a:pPr>
            <a:r>
              <a:rPr lang="en-US" sz="1700" b="1"/>
              <a:t>JavaScript provides several types of loops, each suited for different use cases. </a:t>
            </a:r>
            <a:endParaRPr sz="1700" b="1"/>
          </a:p>
          <a:p>
            <a:pPr marL="0" lvl="0" indent="0" algn="l" rtl="0">
              <a:spcBef>
                <a:spcPts val="340"/>
              </a:spcBef>
              <a:spcAft>
                <a:spcPts val="0"/>
              </a:spcAft>
              <a:buClr>
                <a:schemeClr val="dk1"/>
              </a:buClr>
              <a:buSzPts val="1700"/>
              <a:buNone/>
            </a:pPr>
            <a:r>
              <a:rPr lang="en-US" sz="1700"/>
              <a:t>1. </a:t>
            </a:r>
            <a:r>
              <a:rPr lang="en-US" sz="1700" b="1"/>
              <a:t>for Loop</a:t>
            </a:r>
            <a:r>
              <a:rPr lang="en-US" sz="1700"/>
              <a:t>: The for loop is the most commonly used loop. It is typically used when the number of iterations is known beforehand.</a:t>
            </a:r>
            <a:endParaRPr/>
          </a:p>
          <a:p>
            <a:pPr marL="0" lvl="0" indent="0" algn="l" rtl="0">
              <a:spcBef>
                <a:spcPts val="340"/>
              </a:spcBef>
              <a:spcAft>
                <a:spcPts val="0"/>
              </a:spcAft>
              <a:buClr>
                <a:schemeClr val="dk1"/>
              </a:buClr>
              <a:buSzPts val="1700"/>
              <a:buNone/>
            </a:pPr>
            <a:r>
              <a:rPr lang="en-US" sz="1700"/>
              <a:t>Syntax: for (initialization; condition; increment) { </a:t>
            </a:r>
            <a:endParaRPr sz="1700"/>
          </a:p>
          <a:p>
            <a:pPr marL="0" lvl="0" indent="0" algn="l" rtl="0">
              <a:spcBef>
                <a:spcPts val="340"/>
              </a:spcBef>
              <a:spcAft>
                <a:spcPts val="0"/>
              </a:spcAft>
              <a:buClr>
                <a:schemeClr val="dk1"/>
              </a:buClr>
              <a:buSzPts val="1700"/>
              <a:buNone/>
            </a:pPr>
            <a:r>
              <a:rPr lang="en-US" sz="1700"/>
              <a:t>   // code to be executed</a:t>
            </a:r>
            <a:endParaRPr/>
          </a:p>
          <a:p>
            <a:pPr marL="0" lvl="0" indent="0" algn="l" rtl="0">
              <a:spcBef>
                <a:spcPts val="340"/>
              </a:spcBef>
              <a:spcAft>
                <a:spcPts val="0"/>
              </a:spcAft>
              <a:buClr>
                <a:schemeClr val="dk1"/>
              </a:buClr>
              <a:buSzPts val="1700"/>
              <a:buNone/>
            </a:pPr>
            <a:r>
              <a:rPr lang="en-US" sz="1700"/>
              <a:t>}</a:t>
            </a:r>
            <a:endParaRPr/>
          </a:p>
          <a:p>
            <a:pPr marL="0" lvl="0" indent="0" algn="l" rtl="0">
              <a:spcBef>
                <a:spcPts val="340"/>
              </a:spcBef>
              <a:spcAft>
                <a:spcPts val="0"/>
              </a:spcAft>
              <a:buClr>
                <a:schemeClr val="dk1"/>
              </a:buClr>
              <a:buSzPts val="1700"/>
              <a:buNone/>
            </a:pPr>
            <a:r>
              <a:rPr lang="en-US" sz="1700"/>
              <a:t>Example: for (let i = 0; i &lt; 5; i++) {    </a:t>
            </a:r>
            <a:endParaRPr sz="1700"/>
          </a:p>
          <a:p>
            <a:pPr marL="0" lvl="0" indent="0" algn="l" rtl="0">
              <a:spcBef>
                <a:spcPts val="340"/>
              </a:spcBef>
              <a:spcAft>
                <a:spcPts val="0"/>
              </a:spcAft>
              <a:buClr>
                <a:schemeClr val="dk1"/>
              </a:buClr>
              <a:buSzPts val="1700"/>
              <a:buNone/>
            </a:pPr>
            <a:r>
              <a:rPr lang="en-US" sz="1700"/>
              <a:t>console.log(i);  </a:t>
            </a:r>
            <a:endParaRPr sz="1700"/>
          </a:p>
          <a:p>
            <a:pPr marL="0" lvl="0" indent="0" algn="l" rtl="0">
              <a:spcBef>
                <a:spcPts val="340"/>
              </a:spcBef>
              <a:spcAft>
                <a:spcPts val="0"/>
              </a:spcAft>
              <a:buClr>
                <a:schemeClr val="dk1"/>
              </a:buClr>
              <a:buSzPts val="1700"/>
              <a:buNone/>
            </a:pPr>
            <a:r>
              <a:rPr lang="en-US" sz="1700"/>
              <a:t>// Output: 0 1 2 3 4</a:t>
            </a:r>
            <a:endParaRPr/>
          </a:p>
          <a:p>
            <a:pPr marL="0" lvl="0" indent="0" algn="l" rtl="0">
              <a:spcBef>
                <a:spcPts val="340"/>
              </a:spcBef>
              <a:spcAft>
                <a:spcPts val="0"/>
              </a:spcAft>
              <a:buClr>
                <a:schemeClr val="dk1"/>
              </a:buClr>
              <a:buSzPts val="1700"/>
              <a:buNone/>
            </a:pPr>
            <a:r>
              <a:rPr lang="en-US" sz="1700"/>
              <a:t>}</a:t>
            </a:r>
            <a:endParaRPr/>
          </a:p>
          <a:p>
            <a:pPr marL="0" lvl="0" indent="0" algn="l" rtl="0">
              <a:spcBef>
                <a:spcPts val="340"/>
              </a:spcBef>
              <a:spcAft>
                <a:spcPts val="0"/>
              </a:spcAft>
              <a:buClr>
                <a:schemeClr val="dk1"/>
              </a:buClr>
              <a:buSzPts val="1700"/>
              <a:buNone/>
            </a:pPr>
            <a:r>
              <a:rPr lang="en-US" sz="1700" b="1"/>
              <a:t>2. while Loop:</a:t>
            </a:r>
            <a:r>
              <a:rPr lang="en-US" sz="1700"/>
              <a:t>The while loop repeats a block of code as long as a specified condition is true. It is useful when the number of iterations is not known beforehand.</a:t>
            </a:r>
            <a:endParaRPr/>
          </a:p>
          <a:p>
            <a:pPr marL="0" lvl="0" indent="0" algn="l" rtl="0">
              <a:spcBef>
                <a:spcPts val="340"/>
              </a:spcBef>
              <a:spcAft>
                <a:spcPts val="0"/>
              </a:spcAft>
              <a:buClr>
                <a:schemeClr val="dk1"/>
              </a:buClr>
              <a:buSzPts val="1700"/>
              <a:buNone/>
            </a:pPr>
            <a:r>
              <a:rPr lang="en-US" sz="1700" b="1"/>
              <a:t>Syntax:</a:t>
            </a:r>
            <a:r>
              <a:rPr lang="en-US" sz="1700"/>
              <a:t>while (condition) {    </a:t>
            </a:r>
            <a:endParaRPr/>
          </a:p>
          <a:p>
            <a:pPr marL="0" lvl="0" indent="0" algn="l" rtl="0">
              <a:spcBef>
                <a:spcPts val="340"/>
              </a:spcBef>
              <a:spcAft>
                <a:spcPts val="0"/>
              </a:spcAft>
              <a:buClr>
                <a:schemeClr val="dk1"/>
              </a:buClr>
              <a:buSzPts val="1700"/>
              <a:buNone/>
            </a:pPr>
            <a:r>
              <a:rPr lang="en-US" sz="1700"/>
              <a:t>// code to be executed</a:t>
            </a:r>
            <a:endParaRPr/>
          </a:p>
          <a:p>
            <a:pPr marL="0" lvl="0" indent="0" algn="l" rtl="0">
              <a:spcBef>
                <a:spcPts val="360"/>
              </a:spcBef>
              <a:spcAft>
                <a:spcPts val="0"/>
              </a:spcAft>
              <a:buClr>
                <a:schemeClr val="dk1"/>
              </a:buClr>
              <a:buSzPts val="1800"/>
              <a:buNone/>
            </a:pPr>
            <a:r>
              <a:rPr lang="en-US" sz="1800"/>
              <a:t>}</a:t>
            </a:r>
            <a:endParaRPr/>
          </a:p>
          <a:p>
            <a:pPr marL="0" lvl="0" indent="0" algn="l" rtl="0">
              <a:spcBef>
                <a:spcPts val="420"/>
              </a:spcBef>
              <a:spcAft>
                <a:spcPts val="0"/>
              </a:spcAft>
              <a:buClr>
                <a:schemeClr val="dk1"/>
              </a:buClr>
              <a:buSzPts val="2100"/>
              <a:buNone/>
            </a:pPr>
            <a:endParaRPr sz="2100"/>
          </a:p>
        </p:txBody>
      </p:sp>
      <p:sp>
        <p:nvSpPr>
          <p:cNvPr id="422" name="Google Shape;422;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424" name="Google Shape;424;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3"/>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Conditionals</a:t>
            </a:r>
            <a:endParaRPr/>
          </a:p>
        </p:txBody>
      </p:sp>
      <p:sp>
        <p:nvSpPr>
          <p:cNvPr id="430" name="Google Shape;430;p43"/>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600"/>
              <a:buNone/>
            </a:pPr>
            <a:r>
              <a:rPr lang="en-US" sz="1600" b="1"/>
              <a:t>Example:</a:t>
            </a:r>
            <a:endParaRPr/>
          </a:p>
          <a:p>
            <a:pPr marL="0" lvl="0" indent="0" algn="l" rtl="0">
              <a:spcBef>
                <a:spcPts val="320"/>
              </a:spcBef>
              <a:spcAft>
                <a:spcPts val="0"/>
              </a:spcAft>
              <a:buClr>
                <a:schemeClr val="dk1"/>
              </a:buClr>
              <a:buSzPts val="1600"/>
              <a:buNone/>
            </a:pPr>
            <a:r>
              <a:rPr lang="en-US" sz="1600"/>
              <a:t>let i = 0; </a:t>
            </a:r>
            <a:endParaRPr sz="1600"/>
          </a:p>
          <a:p>
            <a:pPr marL="0" lvl="0" indent="0" algn="l" rtl="0">
              <a:spcBef>
                <a:spcPts val="320"/>
              </a:spcBef>
              <a:spcAft>
                <a:spcPts val="0"/>
              </a:spcAft>
              <a:buClr>
                <a:schemeClr val="dk1"/>
              </a:buClr>
              <a:buSzPts val="1600"/>
              <a:buNone/>
            </a:pPr>
            <a:r>
              <a:rPr lang="en-US" sz="1600"/>
              <a:t>while (i &lt; 5) </a:t>
            </a:r>
            <a:endParaRPr sz="1600"/>
          </a:p>
          <a:p>
            <a:pPr marL="0" lvl="0" indent="0" algn="l" rtl="0">
              <a:spcBef>
                <a:spcPts val="320"/>
              </a:spcBef>
              <a:spcAft>
                <a:spcPts val="0"/>
              </a:spcAft>
              <a:buClr>
                <a:schemeClr val="dk1"/>
              </a:buClr>
              <a:buSzPts val="1600"/>
              <a:buNone/>
            </a:pPr>
            <a:r>
              <a:rPr lang="en-US" sz="1600"/>
              <a:t>{ </a:t>
            </a:r>
            <a:endParaRPr/>
          </a:p>
          <a:p>
            <a:pPr marL="0" lvl="0" indent="0" algn="l" rtl="0">
              <a:spcBef>
                <a:spcPts val="320"/>
              </a:spcBef>
              <a:spcAft>
                <a:spcPts val="0"/>
              </a:spcAft>
              <a:buClr>
                <a:schemeClr val="dk1"/>
              </a:buClr>
              <a:buSzPts val="1600"/>
              <a:buNone/>
            </a:pPr>
            <a:r>
              <a:rPr lang="en-US" sz="1600"/>
              <a:t>console.log(i); i++; </a:t>
            </a:r>
            <a:endParaRPr sz="1600"/>
          </a:p>
          <a:p>
            <a:pPr marL="0" lvl="0" indent="0" algn="l" rtl="0">
              <a:spcBef>
                <a:spcPts val="320"/>
              </a:spcBef>
              <a:spcAft>
                <a:spcPts val="0"/>
              </a:spcAft>
              <a:buClr>
                <a:schemeClr val="dk1"/>
              </a:buClr>
              <a:buSzPts val="1600"/>
              <a:buNone/>
            </a:pPr>
            <a:r>
              <a:rPr lang="en-US" sz="1600"/>
              <a:t>}</a:t>
            </a:r>
            <a:endParaRPr sz="1600"/>
          </a:p>
          <a:p>
            <a:pPr marL="0" lvl="0" indent="0" algn="l" rtl="0">
              <a:spcBef>
                <a:spcPts val="320"/>
              </a:spcBef>
              <a:spcAft>
                <a:spcPts val="0"/>
              </a:spcAft>
              <a:buClr>
                <a:schemeClr val="dk1"/>
              </a:buClr>
              <a:buSzPts val="1600"/>
              <a:buNone/>
            </a:pPr>
            <a:r>
              <a:rPr lang="en-US" sz="1600"/>
              <a:t>3. </a:t>
            </a:r>
            <a:r>
              <a:rPr lang="en-US" sz="1400" b="1"/>
              <a:t>do...while Loop</a:t>
            </a:r>
            <a:r>
              <a:rPr lang="en-US" sz="1400"/>
              <a:t>: The do...while loop is similar to the while loop, but it guarantees that the code block will execute at least once, even if the condition is false on the first check.</a:t>
            </a:r>
            <a:endParaRPr/>
          </a:p>
          <a:p>
            <a:pPr marL="0" lvl="0" indent="0" algn="l" rtl="0">
              <a:spcBef>
                <a:spcPts val="280"/>
              </a:spcBef>
              <a:spcAft>
                <a:spcPts val="0"/>
              </a:spcAft>
              <a:buClr>
                <a:schemeClr val="dk1"/>
              </a:buClr>
              <a:buSzPts val="1400"/>
              <a:buNone/>
            </a:pPr>
            <a:r>
              <a:rPr lang="en-US" sz="1400"/>
              <a:t>Syntax:do {  </a:t>
            </a:r>
            <a:endParaRPr/>
          </a:p>
          <a:p>
            <a:pPr marL="0" lvl="0" indent="0" algn="l" rtl="0">
              <a:spcBef>
                <a:spcPts val="280"/>
              </a:spcBef>
              <a:spcAft>
                <a:spcPts val="0"/>
              </a:spcAft>
              <a:buClr>
                <a:schemeClr val="dk1"/>
              </a:buClr>
              <a:buSzPts val="1400"/>
              <a:buNone/>
            </a:pPr>
            <a:r>
              <a:rPr lang="en-US" sz="1400"/>
              <a:t>  // code to be executed</a:t>
            </a:r>
            <a:endParaRPr/>
          </a:p>
          <a:p>
            <a:pPr marL="0" lvl="0" indent="0" algn="l" rtl="0">
              <a:spcBef>
                <a:spcPts val="280"/>
              </a:spcBef>
              <a:spcAft>
                <a:spcPts val="0"/>
              </a:spcAft>
              <a:buClr>
                <a:schemeClr val="dk1"/>
              </a:buClr>
              <a:buSzPts val="1400"/>
              <a:buNone/>
            </a:pPr>
            <a:r>
              <a:rPr lang="en-US" sz="1400"/>
              <a:t>} while (condition);</a:t>
            </a:r>
            <a:endParaRPr/>
          </a:p>
          <a:p>
            <a:pPr marL="0" lvl="0" indent="0" algn="l" rtl="0">
              <a:spcBef>
                <a:spcPts val="280"/>
              </a:spcBef>
              <a:spcAft>
                <a:spcPts val="0"/>
              </a:spcAft>
              <a:buClr>
                <a:schemeClr val="dk1"/>
              </a:buClr>
              <a:buSzPts val="1400"/>
              <a:buNone/>
            </a:pPr>
            <a:r>
              <a:rPr lang="en-US" sz="1400"/>
              <a:t>Example:</a:t>
            </a:r>
            <a:endParaRPr/>
          </a:p>
          <a:p>
            <a:pPr marL="0" lvl="0" indent="0" algn="l" rtl="0">
              <a:spcBef>
                <a:spcPts val="280"/>
              </a:spcBef>
              <a:spcAft>
                <a:spcPts val="0"/>
              </a:spcAft>
              <a:buClr>
                <a:schemeClr val="dk1"/>
              </a:buClr>
              <a:buSzPts val="1400"/>
              <a:buNone/>
            </a:pPr>
            <a:r>
              <a:rPr lang="en-US" sz="1400"/>
              <a:t>let i = 0;</a:t>
            </a:r>
            <a:endParaRPr/>
          </a:p>
          <a:p>
            <a:pPr marL="0" lvl="0" indent="0" algn="l" rtl="0">
              <a:spcBef>
                <a:spcPts val="280"/>
              </a:spcBef>
              <a:spcAft>
                <a:spcPts val="0"/>
              </a:spcAft>
              <a:buClr>
                <a:schemeClr val="dk1"/>
              </a:buClr>
              <a:buSzPts val="1400"/>
              <a:buNone/>
            </a:pPr>
            <a:r>
              <a:rPr lang="en-US" sz="1400"/>
              <a:t>do {   </a:t>
            </a:r>
            <a:endParaRPr sz="1400"/>
          </a:p>
          <a:p>
            <a:pPr marL="0" lvl="0" indent="0" algn="l" rtl="0">
              <a:spcBef>
                <a:spcPts val="280"/>
              </a:spcBef>
              <a:spcAft>
                <a:spcPts val="0"/>
              </a:spcAft>
              <a:buClr>
                <a:schemeClr val="dk1"/>
              </a:buClr>
              <a:buSzPts val="1400"/>
              <a:buNone/>
            </a:pPr>
            <a:r>
              <a:rPr lang="en-US" sz="1400"/>
              <a:t> console.log(i);    i++;</a:t>
            </a:r>
            <a:endParaRPr/>
          </a:p>
          <a:p>
            <a:pPr marL="0" lvl="0" indent="0" algn="l" rtl="0">
              <a:spcBef>
                <a:spcPts val="280"/>
              </a:spcBef>
              <a:spcAft>
                <a:spcPts val="0"/>
              </a:spcAft>
              <a:buClr>
                <a:schemeClr val="dk1"/>
              </a:buClr>
              <a:buSzPts val="1400"/>
              <a:buNone/>
            </a:pPr>
            <a:r>
              <a:rPr lang="en-US" sz="1400"/>
              <a:t>} while (i &lt; 5);</a:t>
            </a:r>
            <a:endParaRPr/>
          </a:p>
        </p:txBody>
      </p:sp>
      <p:sp>
        <p:nvSpPr>
          <p:cNvPr id="431" name="Google Shape;43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433" name="Google Shape;43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44"/>
          <p:cNvSpPr txBox="1">
            <a:spLocks noGrp="1"/>
          </p:cNvSpPr>
          <p:nvPr>
            <p:ph type="title"/>
          </p:nvPr>
        </p:nvSpPr>
        <p:spPr>
          <a:xfrm>
            <a:off x="0" y="0"/>
            <a:ext cx="6477000" cy="838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b="1"/>
              <a:t>Continue.</a:t>
            </a:r>
            <a:endParaRPr b="1"/>
          </a:p>
        </p:txBody>
      </p:sp>
      <p:sp>
        <p:nvSpPr>
          <p:cNvPr id="439" name="Google Shape;439;p44"/>
          <p:cNvSpPr txBox="1">
            <a:spLocks noGrp="1"/>
          </p:cNvSpPr>
          <p:nvPr>
            <p:ph type="body" idx="1"/>
          </p:nvPr>
        </p:nvSpPr>
        <p:spPr>
          <a:xfrm>
            <a:off x="457200" y="13716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600"/>
              <a:buNone/>
            </a:pPr>
            <a:r>
              <a:rPr lang="en-US" sz="1600"/>
              <a:t>4. f</a:t>
            </a:r>
            <a:r>
              <a:rPr lang="en-US" sz="1600" b="1"/>
              <a:t>or...in Loop:The </a:t>
            </a:r>
            <a:r>
              <a:rPr lang="en-US" sz="1600"/>
              <a:t>for...in loop is used to iterate over the properties of an object or the elements of an array. It loops through the keys (indexes for arrays or properties for objects).</a:t>
            </a:r>
            <a:endParaRPr/>
          </a:p>
          <a:p>
            <a:pPr marL="0" lvl="0" indent="0" algn="l" rtl="0">
              <a:spcBef>
                <a:spcPts val="320"/>
              </a:spcBef>
              <a:spcAft>
                <a:spcPts val="0"/>
              </a:spcAft>
              <a:buClr>
                <a:schemeClr val="dk1"/>
              </a:buClr>
              <a:buSzPts val="1600"/>
              <a:buNone/>
            </a:pPr>
            <a:r>
              <a:rPr lang="en-US" sz="1600"/>
              <a:t>Syntax:for (variable in object) </a:t>
            </a:r>
            <a:endParaRPr/>
          </a:p>
          <a:p>
            <a:pPr marL="0" lvl="0" indent="0" algn="l" rtl="0">
              <a:spcBef>
                <a:spcPts val="320"/>
              </a:spcBef>
              <a:spcAft>
                <a:spcPts val="0"/>
              </a:spcAft>
              <a:buClr>
                <a:schemeClr val="dk1"/>
              </a:buClr>
              <a:buSzPts val="1600"/>
              <a:buNone/>
            </a:pPr>
            <a:r>
              <a:rPr lang="en-US" sz="1600"/>
              <a:t>{    </a:t>
            </a:r>
            <a:endParaRPr/>
          </a:p>
          <a:p>
            <a:pPr marL="0" lvl="0" indent="0" algn="l" rtl="0">
              <a:spcBef>
                <a:spcPts val="320"/>
              </a:spcBef>
              <a:spcAft>
                <a:spcPts val="0"/>
              </a:spcAft>
              <a:buClr>
                <a:schemeClr val="dk1"/>
              </a:buClr>
              <a:buSzPts val="1600"/>
              <a:buNone/>
            </a:pPr>
            <a:r>
              <a:rPr lang="en-US" sz="1600"/>
              <a:t>// code to be executed}</a:t>
            </a:r>
            <a:endParaRPr/>
          </a:p>
          <a:p>
            <a:pPr marL="0" lvl="0" indent="0" algn="l" rtl="0">
              <a:spcBef>
                <a:spcPts val="320"/>
              </a:spcBef>
              <a:spcAft>
                <a:spcPts val="0"/>
              </a:spcAft>
              <a:buClr>
                <a:schemeClr val="dk1"/>
              </a:buClr>
              <a:buSzPts val="1600"/>
              <a:buNone/>
            </a:pPr>
            <a:r>
              <a:rPr lang="en-US" sz="1600" b="1"/>
              <a:t>Example:</a:t>
            </a:r>
            <a:endParaRPr/>
          </a:p>
          <a:p>
            <a:pPr marL="0" lvl="0" indent="0" algn="l" rtl="0">
              <a:spcBef>
                <a:spcPts val="320"/>
              </a:spcBef>
              <a:spcAft>
                <a:spcPts val="0"/>
              </a:spcAft>
              <a:buClr>
                <a:schemeClr val="dk1"/>
              </a:buClr>
              <a:buSzPts val="1600"/>
              <a:buNone/>
            </a:pPr>
            <a:r>
              <a:rPr lang="en-US" sz="1600"/>
              <a:t>const person = {fname: "John", lname: "Doe", age: 25};</a:t>
            </a:r>
            <a:endParaRPr/>
          </a:p>
          <a:p>
            <a:pPr marL="0" lvl="0" indent="0" algn="l" rtl="0">
              <a:spcBef>
                <a:spcPts val="320"/>
              </a:spcBef>
              <a:spcAft>
                <a:spcPts val="0"/>
              </a:spcAft>
              <a:buClr>
                <a:schemeClr val="dk1"/>
              </a:buClr>
              <a:buSzPts val="1600"/>
              <a:buNone/>
            </a:pPr>
            <a:r>
              <a:rPr lang="en-US" sz="1600"/>
              <a:t>for (let key in person) {   </a:t>
            </a:r>
            <a:endParaRPr/>
          </a:p>
          <a:p>
            <a:pPr marL="0" lvl="0" indent="0" algn="l" rtl="0">
              <a:spcBef>
                <a:spcPts val="320"/>
              </a:spcBef>
              <a:spcAft>
                <a:spcPts val="0"/>
              </a:spcAft>
              <a:buClr>
                <a:schemeClr val="dk1"/>
              </a:buClr>
              <a:buSzPts val="1600"/>
              <a:buNone/>
            </a:pPr>
            <a:r>
              <a:rPr lang="en-US" sz="1600"/>
              <a:t> console.log(key + ": " + person[key]);</a:t>
            </a:r>
            <a:endParaRPr/>
          </a:p>
          <a:p>
            <a:pPr marL="0" lvl="0" indent="0" algn="l" rtl="0">
              <a:spcBef>
                <a:spcPts val="320"/>
              </a:spcBef>
              <a:spcAft>
                <a:spcPts val="0"/>
              </a:spcAft>
              <a:buClr>
                <a:schemeClr val="dk1"/>
              </a:buClr>
              <a:buSzPts val="1600"/>
              <a:buNone/>
            </a:pPr>
            <a:r>
              <a:rPr lang="en-US" sz="1600"/>
              <a:t>}// Output:</a:t>
            </a:r>
            <a:endParaRPr/>
          </a:p>
          <a:p>
            <a:pPr marL="0" lvl="0" indent="0" algn="l" rtl="0">
              <a:spcBef>
                <a:spcPts val="320"/>
              </a:spcBef>
              <a:spcAft>
                <a:spcPts val="0"/>
              </a:spcAft>
              <a:buClr>
                <a:schemeClr val="dk1"/>
              </a:buClr>
              <a:buSzPts val="1600"/>
              <a:buNone/>
            </a:pPr>
            <a:r>
              <a:rPr lang="en-US" sz="1600"/>
              <a:t>// fname: John</a:t>
            </a:r>
            <a:endParaRPr/>
          </a:p>
          <a:p>
            <a:pPr marL="0" lvl="0" indent="0" algn="l" rtl="0">
              <a:spcBef>
                <a:spcPts val="320"/>
              </a:spcBef>
              <a:spcAft>
                <a:spcPts val="0"/>
              </a:spcAft>
              <a:buClr>
                <a:schemeClr val="dk1"/>
              </a:buClr>
              <a:buSzPts val="1600"/>
              <a:buNone/>
            </a:pPr>
            <a:r>
              <a:rPr lang="en-US" sz="1600"/>
              <a:t>// lname: Doe</a:t>
            </a:r>
            <a:endParaRPr/>
          </a:p>
          <a:p>
            <a:pPr marL="0" lvl="0" indent="0" algn="l" rtl="0">
              <a:spcBef>
                <a:spcPts val="320"/>
              </a:spcBef>
              <a:spcAft>
                <a:spcPts val="0"/>
              </a:spcAft>
              <a:buClr>
                <a:schemeClr val="dk1"/>
              </a:buClr>
              <a:buSzPts val="1600"/>
              <a:buNone/>
            </a:pPr>
            <a:r>
              <a:rPr lang="en-US" sz="1600"/>
              <a:t>// age: 25</a:t>
            </a:r>
            <a:endParaRPr sz="1600"/>
          </a:p>
        </p:txBody>
      </p:sp>
      <p:sp>
        <p:nvSpPr>
          <p:cNvPr id="440" name="Google Shape;440;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smtClean="0"/>
              <a:t>FEE</a:t>
            </a:r>
            <a:endParaRPr/>
          </a:p>
        </p:txBody>
      </p:sp>
      <p:sp>
        <p:nvSpPr>
          <p:cNvPr id="442" name="Google Shape;442;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4146</Words>
  <Application>Microsoft Office PowerPoint</Application>
  <PresentationFormat>On-screen Show (4:3)</PresentationFormat>
  <Paragraphs>615</Paragraphs>
  <Slides>44</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Noto Sans Symbols</vt:lpstr>
      <vt:lpstr>Times New Roman</vt:lpstr>
      <vt:lpstr>Office Theme</vt:lpstr>
      <vt:lpstr>PowerPoint Presentation</vt:lpstr>
      <vt:lpstr>Introduction to Javascript</vt:lpstr>
      <vt:lpstr>Continue…</vt:lpstr>
      <vt:lpstr>Continue…</vt:lpstr>
      <vt:lpstr>EXAMPLE</vt:lpstr>
      <vt:lpstr>Features of JavaScript</vt:lpstr>
      <vt:lpstr>Applications of JavaScript</vt:lpstr>
      <vt:lpstr>Continue..</vt:lpstr>
      <vt:lpstr>Limitations of JavaScript</vt:lpstr>
      <vt:lpstr>Continue…</vt:lpstr>
      <vt:lpstr>Continue…</vt:lpstr>
      <vt:lpstr>JavaScript Versions</vt:lpstr>
      <vt:lpstr>How to Add JavaScript in HTML Document?</vt:lpstr>
      <vt:lpstr>EXAMPLE</vt:lpstr>
      <vt:lpstr>Ways to Add JavaScript to an HTML Document</vt:lpstr>
      <vt:lpstr>EXAMPLE</vt:lpstr>
      <vt:lpstr>CONTINUE..</vt:lpstr>
      <vt:lpstr>EXAMPLE</vt:lpstr>
      <vt:lpstr>Continue…</vt:lpstr>
      <vt:lpstr>EXAMPLE</vt:lpstr>
      <vt:lpstr>Chrome DevTools: An Overview</vt:lpstr>
      <vt:lpstr>Continue…</vt:lpstr>
      <vt:lpstr>Continue…</vt:lpstr>
      <vt:lpstr>Continue…</vt:lpstr>
      <vt:lpstr>Continue…</vt:lpstr>
      <vt:lpstr>JavaScript Syntax</vt:lpstr>
      <vt:lpstr>JavaScript Variables</vt:lpstr>
      <vt:lpstr>Declaring Variables</vt:lpstr>
      <vt:lpstr>Continue..</vt:lpstr>
      <vt:lpstr>Continue..</vt:lpstr>
      <vt:lpstr>OPERATORS</vt:lpstr>
      <vt:lpstr>Null vs Undefined</vt:lpstr>
      <vt:lpstr>Continue..</vt:lpstr>
      <vt:lpstr>Continue..</vt:lpstr>
      <vt:lpstr>Continue..</vt:lpstr>
      <vt:lpstr>Type Coercion</vt:lpstr>
      <vt:lpstr>Continue..</vt:lpstr>
      <vt:lpstr>Continue..</vt:lpstr>
      <vt:lpstr>PowerPoint Presentation</vt:lpstr>
      <vt:lpstr>Continue..</vt:lpstr>
      <vt:lpstr>LOOPS</vt:lpstr>
      <vt:lpstr>Continue..</vt:lpstr>
      <vt:lpstr>Conditionals</vt:lpstr>
      <vt:lpstr>Continue.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ABC</dc:creator>
  <cp:lastModifiedBy>hp</cp:lastModifiedBy>
  <cp:revision>1</cp:revision>
  <dcterms:created xsi:type="dcterms:W3CDTF">2010-04-09T07:36:00Z</dcterms:created>
  <dcterms:modified xsi:type="dcterms:W3CDTF">2026-01-21T04:13:55Z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0816DB4EA2254B8095D92CBE0445F10C_13</vt:lpwstr>
  </property>
  <property fmtid="{D5CDD505-2E9C-101B-9397-08002B2CF9AE}" pid="3" name="KSOProductBuildVer">
    <vt:lpwstr>1033-12.2.0.17545</vt:lpwstr>
  </property>
</Properties>
</file>