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6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</p:sldIdLst>
  <p:sldSz cx="9144000" cy="6858000" type="screen4x3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1" roundtripDataSignature="AMtx7mijA+1eX66IXCUKd/m7FHR3xUNQ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6166CC-40B8-40B7-BD9F-1611220504BA}" v="9" dt="2025-12-19T09:37:45.1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5" descr="LOGO.gif"/>
          <p:cNvPicPr preferRelativeResize="0"/>
          <p:nvPr/>
        </p:nvPicPr>
        <p:blipFill rotWithShape="1">
          <a:blip r:embed="rId2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" name="Google Shape;22;p45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3" name="Google Shape;23;p45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4" name="Google Shape;24;p45" descr="LOGO.gif"/>
            <p:cNvPicPr preferRelativeResize="0"/>
            <p:nvPr/>
          </p:nvPicPr>
          <p:blipFill rotWithShape="1">
            <a:blip r:embed="rId2">
              <a:alphaModFix/>
            </a:blip>
            <a:srcRect b="10713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" name="Google Shape;25;p45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6" name="Google Shape;26;p45" descr="logo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45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5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45"/>
          <p:cNvSpPr txBox="1">
            <a:spLocks noGrp="1"/>
          </p:cNvSpPr>
          <p:nvPr>
            <p:ph type="dt" idx="10"/>
          </p:nvPr>
        </p:nvSpPr>
        <p:spPr>
          <a:xfrm>
            <a:off x="152400" y="6629400"/>
            <a:ext cx="2286000" cy="17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5"/>
          <p:cNvSpPr txBox="1">
            <a:spLocks noGrp="1"/>
          </p:cNvSpPr>
          <p:nvPr>
            <p:ph type="ftr" idx="11"/>
          </p:nvPr>
        </p:nvSpPr>
        <p:spPr>
          <a:xfrm>
            <a:off x="3124200" y="6629400"/>
            <a:ext cx="2895600" cy="19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5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12700" marR="0" lvl="0" indent="0" algn="r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12700" marR="0" lvl="1" indent="0" algn="r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2700" marR="0" lvl="2" indent="0" algn="r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2700" marR="0" lvl="3" indent="0" algn="r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12700" marR="0" lvl="4" indent="0" algn="r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12700" marR="0" lvl="5" indent="0" algn="r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12700" marR="0" lvl="6" indent="0" algn="r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12700" marR="0" lvl="7" indent="0" algn="r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12700" marR="0" lvl="8" indent="0" algn="r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12700" lvl="0" indent="0" algn="r" rtl="0">
              <a:spcBef>
                <a:spcPts val="15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4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4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4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9;p44"/>
          <p:cNvSpPr/>
          <p:nvPr/>
        </p:nvSpPr>
        <p:spPr>
          <a:xfrm rot="10800000" flipH="1">
            <a:off x="0" y="6583684"/>
            <a:ext cx="9144000" cy="27431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0;p44" descr="LOGO.gif"/>
          <p:cNvPicPr preferRelativeResize="0"/>
          <p:nvPr/>
        </p:nvPicPr>
        <p:blipFill rotWithShape="1">
          <a:blip r:embed="rId3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44" descr="LOGO.gif"/>
          <p:cNvPicPr preferRelativeResize="0"/>
          <p:nvPr/>
        </p:nvPicPr>
        <p:blipFill rotWithShape="1">
          <a:blip r:embed="rId3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oogle Shape;12;p44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13" name="Google Shape;13;p44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" name="Google Shape;14;p44" descr="LOGO.gif"/>
            <p:cNvPicPr preferRelativeResize="0"/>
            <p:nvPr/>
          </p:nvPicPr>
          <p:blipFill rotWithShape="1">
            <a:blip r:embed="rId3">
              <a:alphaModFix/>
            </a:blip>
            <a:srcRect b="10713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" name="Google Shape;15;p44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" name="Google Shape;16;p44" descr="logo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44"/>
          <p:cNvSpPr txBox="1">
            <a:spLocks noGrp="1"/>
          </p:cNvSpPr>
          <p:nvPr>
            <p:ph type="dt" idx="10"/>
          </p:nvPr>
        </p:nvSpPr>
        <p:spPr>
          <a:xfrm>
            <a:off x="76200" y="6594307"/>
            <a:ext cx="2362200" cy="263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44"/>
          <p:cNvSpPr txBox="1">
            <a:spLocks noGrp="1"/>
          </p:cNvSpPr>
          <p:nvPr>
            <p:ph type="ftr" idx="11"/>
          </p:nvPr>
        </p:nvSpPr>
        <p:spPr>
          <a:xfrm>
            <a:off x="3086100" y="6596246"/>
            <a:ext cx="2895600" cy="261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44"/>
          <p:cNvSpPr txBox="1">
            <a:spLocks noGrp="1"/>
          </p:cNvSpPr>
          <p:nvPr>
            <p:ph type="sldNum" idx="12"/>
          </p:nvPr>
        </p:nvSpPr>
        <p:spPr>
          <a:xfrm>
            <a:off x="6553200" y="6583684"/>
            <a:ext cx="2133600" cy="274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12700" marR="0" lvl="0" indent="0" algn="r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12700" marR="0" lvl="1" indent="0" algn="r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2700" marR="0" lvl="2" indent="0" algn="r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2700" marR="0" lvl="3" indent="0" algn="r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12700" marR="0" lvl="4" indent="0" algn="r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12700" marR="0" lvl="5" indent="0" algn="r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12700" marR="0" lvl="6" indent="0" algn="r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12700" marR="0" lvl="7" indent="0" algn="r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12700" marR="0" lvl="8" indent="0" algn="r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12700" lvl="0" indent="0" algn="r" rtl="0">
              <a:spcBef>
                <a:spcPts val="15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19BF1-98A0-1D18-BD21-5DD909599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Arrays &amp; Objects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2EFB0-AFC0-7A31-2BC1-39466E4671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Array Methods and Object Manipulation</a:t>
            </a:r>
          </a:p>
          <a:p>
            <a:r>
              <a:rPr lang="en-US" dirty="0"/>
              <a:t>JavaScript provides powerful tools to work with data</a:t>
            </a:r>
          </a:p>
          <a:p>
            <a:r>
              <a:rPr lang="en-US" dirty="0"/>
              <a:t>Arrays and Objects are the </a:t>
            </a:r>
            <a:r>
              <a:rPr lang="en-US" b="1" dirty="0"/>
              <a:t>most used data structures</a:t>
            </a:r>
            <a:endParaRPr lang="en-US" dirty="0"/>
          </a:p>
          <a:p>
            <a:r>
              <a:rPr lang="en-US" dirty="0"/>
              <a:t>This presentation explains common array methods and object handling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737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C8401-6D03-5291-B7AB-6F15373A6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Arrays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3AC233-A3FE-ADBF-B47F-FE626277BC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</a:t>
            </a:r>
            <a:r>
              <a:rPr lang="en-US" b="1" dirty="0"/>
              <a:t>array</a:t>
            </a:r>
            <a:r>
              <a:rPr lang="en-US" dirty="0"/>
              <a:t> is a collection of multiple values</a:t>
            </a:r>
          </a:p>
          <a:p>
            <a:r>
              <a:rPr lang="en-US" dirty="0"/>
              <a:t>Values can be of </a:t>
            </a:r>
            <a:r>
              <a:rPr lang="en-US" b="1" dirty="0"/>
              <a:t>any data type</a:t>
            </a:r>
            <a:endParaRPr lang="en-US" dirty="0"/>
          </a:p>
          <a:p>
            <a:r>
              <a:rPr lang="en-US" dirty="0"/>
              <a:t>Elements are stored in </a:t>
            </a:r>
            <a:r>
              <a:rPr lang="en-US" b="1" dirty="0"/>
              <a:t>ordered sequence</a:t>
            </a:r>
            <a:endParaRPr lang="en-US" dirty="0"/>
          </a:p>
          <a:p>
            <a:r>
              <a:rPr lang="en-US" dirty="0"/>
              <a:t>Index starts from </a:t>
            </a:r>
            <a:r>
              <a:rPr lang="en-US" b="1" dirty="0"/>
              <a:t>0</a:t>
            </a:r>
            <a:endParaRPr lang="en-US" dirty="0"/>
          </a:p>
          <a:p>
            <a:r>
              <a:rPr lang="en-US" b="1" dirty="0"/>
              <a:t>Example:</a:t>
            </a:r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075967-7397-83FE-82FC-DA9EDA24C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625" y="3911044"/>
            <a:ext cx="4363059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070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AD924-77B8-59AD-DC75-98C0BE408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Use Array Methods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8A32F66-7EEE-AE37-AA20-19219F2B0D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2849752"/>
            <a:ext cx="809686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Makes code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shorter and cleaner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Avoids writing long loops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readability and performance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Widely used in real-world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818566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F713D-D474-451C-52C3-A77DD8F76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map() Method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A20E92-B2F3-29FF-6896-AA7F5D9C2F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Used to </a:t>
            </a:r>
            <a:r>
              <a:rPr lang="en-US" b="1" dirty="0"/>
              <a:t>transform data</a:t>
            </a:r>
            <a:endParaRPr lang="en-US" dirty="0"/>
          </a:p>
          <a:p>
            <a:r>
              <a:rPr lang="en-US" dirty="0"/>
              <a:t>Returns a </a:t>
            </a:r>
            <a:r>
              <a:rPr lang="en-US" b="1" dirty="0"/>
              <a:t>new array</a:t>
            </a:r>
            <a:endParaRPr lang="en-US" dirty="0"/>
          </a:p>
          <a:p>
            <a:r>
              <a:rPr lang="en-US" dirty="0"/>
              <a:t>Original array remains unchanged</a:t>
            </a:r>
          </a:p>
          <a:p>
            <a:r>
              <a:rPr lang="en-US" dirty="0"/>
              <a:t>Each element is processed one by one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251485-8F99-0B8B-5555-BA187968E0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020" y="3634581"/>
            <a:ext cx="4163006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78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92DEF-CFB4-5FED-AF00-AAFB4B35E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filter() Method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6C9884-5662-E2BF-3188-06D39F7BC0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Used to </a:t>
            </a:r>
            <a:r>
              <a:rPr lang="en-US" b="1" dirty="0"/>
              <a:t>select specific elements</a:t>
            </a:r>
            <a:endParaRPr lang="en-US" dirty="0"/>
          </a:p>
          <a:p>
            <a:r>
              <a:rPr lang="en-US" dirty="0"/>
              <a:t>Returns a </a:t>
            </a:r>
            <a:r>
              <a:rPr lang="en-US" b="1" dirty="0"/>
              <a:t>new filtered array</a:t>
            </a:r>
            <a:endParaRPr lang="en-US" dirty="0"/>
          </a:p>
          <a:p>
            <a:r>
              <a:rPr lang="en-US" dirty="0"/>
              <a:t>Condition must return true or false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AE3978-B9BB-997C-C314-748233EFD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233" y="3438832"/>
            <a:ext cx="4534533" cy="103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785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41513-8013-935A-C551-733FF061A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reduce() Method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3AA203-BAA2-5188-3896-B97979D724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Converts array into </a:t>
            </a:r>
            <a:r>
              <a:rPr lang="en-US" b="1" dirty="0"/>
              <a:t>one single value</a:t>
            </a:r>
            <a:endParaRPr lang="en-US" dirty="0"/>
          </a:p>
          <a:p>
            <a:r>
              <a:rPr lang="en-US" dirty="0"/>
              <a:t>Used for </a:t>
            </a:r>
            <a:r>
              <a:rPr lang="en-US" b="1" dirty="0"/>
              <a:t>sum, total, average, count</a:t>
            </a:r>
            <a:endParaRPr lang="en-US" dirty="0"/>
          </a:p>
          <a:p>
            <a:r>
              <a:rPr lang="en-US" dirty="0"/>
              <a:t>Uses an accumulator variable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25D5C8-9342-B51B-5366-8C0D183F0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02626"/>
            <a:ext cx="5106113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798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1345E-8062-8576-E77A-6A6BB8CCF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forEach</a:t>
            </a:r>
            <a:r>
              <a:rPr lang="en-IN" dirty="0"/>
              <a:t>() Method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7A9C18-654A-F021-4AD5-BF8EAE4D7B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Executes a function for </a:t>
            </a:r>
            <a:r>
              <a:rPr lang="en-US" b="1" dirty="0"/>
              <a:t>each element</a:t>
            </a:r>
            <a:endParaRPr lang="en-US" dirty="0"/>
          </a:p>
          <a:p>
            <a:r>
              <a:rPr lang="en-US" dirty="0"/>
              <a:t>Mainly used for </a:t>
            </a:r>
            <a:r>
              <a:rPr lang="en-US" b="1" dirty="0"/>
              <a:t>display or logging</a:t>
            </a:r>
            <a:endParaRPr lang="en-US" dirty="0"/>
          </a:p>
          <a:p>
            <a:r>
              <a:rPr lang="en-US" dirty="0"/>
              <a:t>Does not return anything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C5BF9D-83F8-1123-A3FD-5EEAB37C4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305" y="3429000"/>
            <a:ext cx="4153480" cy="68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626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7DE41-EF06-F4E6-00F0-E1F87A12C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some() Method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4BBADC-2FDF-7399-A639-84D20A431D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Checks if </a:t>
            </a:r>
            <a:r>
              <a:rPr lang="en-US" b="1" dirty="0"/>
              <a:t>any one element</a:t>
            </a:r>
            <a:r>
              <a:rPr lang="en-US" dirty="0"/>
              <a:t> satisfies condition</a:t>
            </a:r>
          </a:p>
          <a:p>
            <a:r>
              <a:rPr lang="en-US" dirty="0"/>
              <a:t>Stops execution once true is found</a:t>
            </a:r>
          </a:p>
          <a:p>
            <a:r>
              <a:rPr lang="en-US" dirty="0"/>
              <a:t>Returns </a:t>
            </a:r>
            <a:r>
              <a:rPr lang="en-US" b="1" dirty="0"/>
              <a:t>true or false</a:t>
            </a:r>
            <a:endParaRPr lang="en-US" dirty="0"/>
          </a:p>
          <a:p>
            <a:r>
              <a:rPr lang="en-US" b="1" dirty="0"/>
              <a:t>Example:</a:t>
            </a:r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3782E5-ADA5-728A-0DA2-F4D53C8DE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814" y="3429000"/>
            <a:ext cx="3562847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748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BA65B-F1D2-7C97-9605-C49580DBD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every() Method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6A6735-5408-4FB7-9F8C-C62DC03508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Checks if </a:t>
            </a:r>
            <a:r>
              <a:rPr lang="en-US" b="1" dirty="0"/>
              <a:t>all elements</a:t>
            </a:r>
            <a:r>
              <a:rPr lang="en-US" dirty="0"/>
              <a:t> satisfy condition</a:t>
            </a:r>
          </a:p>
          <a:p>
            <a:r>
              <a:rPr lang="en-US" dirty="0"/>
              <a:t>If one fails, returns false</a:t>
            </a:r>
          </a:p>
          <a:p>
            <a:r>
              <a:rPr lang="en-US" dirty="0"/>
              <a:t>Used for validation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57EB64-D0AB-E684-18F8-468DC0758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101" y="3429000"/>
            <a:ext cx="3353268" cy="57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98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28014-FEED-33FD-0003-DA0C1F67A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find() Method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67C9C4-46C9-FE56-77B2-C95E156CBC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Returns the </a:t>
            </a:r>
            <a:r>
              <a:rPr lang="en-US" b="1" dirty="0"/>
              <a:t>first matching value</a:t>
            </a:r>
            <a:endParaRPr lang="en-US" dirty="0"/>
          </a:p>
          <a:p>
            <a:r>
              <a:rPr lang="en-US" dirty="0"/>
              <a:t>Useful when searching objects or arrays</a:t>
            </a:r>
          </a:p>
          <a:p>
            <a:r>
              <a:rPr lang="en-US" dirty="0"/>
              <a:t>Returns undefined if not found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D0AA6A-53E1-067B-DCCD-6958B2902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60621"/>
            <a:ext cx="4334480" cy="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282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547A7-E0B5-0194-FFE8-B1BA1FCE8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findIndex</a:t>
            </a:r>
            <a:r>
              <a:rPr lang="en-IN" dirty="0"/>
              <a:t>() Method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541B7E-2777-358F-EF6D-9BC9425D67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Returns the </a:t>
            </a:r>
            <a:r>
              <a:rPr lang="en-US" b="1" dirty="0"/>
              <a:t>index number</a:t>
            </a:r>
            <a:endParaRPr lang="en-US" dirty="0"/>
          </a:p>
          <a:p>
            <a:r>
              <a:rPr lang="en-US" dirty="0"/>
              <a:t>Helps in update or delete operations</a:t>
            </a:r>
          </a:p>
          <a:p>
            <a:r>
              <a:rPr lang="en-US" dirty="0"/>
              <a:t>Returns -1 if element not found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B65D5A-3637-4049-BA35-EC73D125A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29000"/>
            <a:ext cx="4696480" cy="60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737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E00A6-2AA9-35C1-30E6-1FDA6B29A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Objects in JavaScript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78993-FB25-703D-D846-620574BA72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Objects store data in </a:t>
            </a:r>
            <a:r>
              <a:rPr lang="en-US" b="1" dirty="0"/>
              <a:t>key–value pairs</a:t>
            </a:r>
            <a:endParaRPr lang="en-US" dirty="0"/>
          </a:p>
          <a:p>
            <a:r>
              <a:rPr lang="en-US" dirty="0"/>
              <a:t>Keys are also called </a:t>
            </a:r>
            <a:r>
              <a:rPr lang="en-US" b="1" dirty="0"/>
              <a:t>properties</a:t>
            </a:r>
            <a:endParaRPr lang="en-US" dirty="0"/>
          </a:p>
          <a:p>
            <a:r>
              <a:rPr lang="en-US" dirty="0"/>
              <a:t>Used to represent </a:t>
            </a:r>
            <a:r>
              <a:rPr lang="en-US" b="1" dirty="0"/>
              <a:t>real-world data</a:t>
            </a:r>
            <a:endParaRPr lang="en-US" dirty="0"/>
          </a:p>
          <a:p>
            <a:r>
              <a:rPr lang="en-US" b="1" dirty="0"/>
              <a:t>Example:</a:t>
            </a:r>
            <a:endParaRPr lang="en-US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30B6F6-1D38-D05B-1236-762D3ED09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3428999"/>
            <a:ext cx="4591691" cy="67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459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1BC41-4BE8-1CE7-C126-D236F5230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 Literal Syntax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A416A7-8D0A-56DB-FF88-744EAF2E41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Simplest way to create objects</a:t>
            </a:r>
          </a:p>
          <a:p>
            <a:r>
              <a:rPr lang="en-US" dirty="0"/>
              <a:t>Easy to read and write</a:t>
            </a:r>
          </a:p>
          <a:p>
            <a:r>
              <a:rPr lang="en-US" dirty="0"/>
              <a:t>Mostly used in programs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D581DA-E348-5B78-2441-0934ED705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318" y="3207055"/>
            <a:ext cx="3791479" cy="148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810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2FEBB-687A-D704-CE5A-AFDEB1ECF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Dot Notation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917B5-767C-41CC-4AB7-1E57CBF09F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commonly used method</a:t>
            </a:r>
          </a:p>
          <a:p>
            <a:r>
              <a:rPr lang="en-US" dirty="0"/>
              <a:t>Simple and readable</a:t>
            </a:r>
          </a:p>
          <a:p>
            <a:r>
              <a:rPr lang="en-US" dirty="0"/>
              <a:t>Cannot be used for dynamic keys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247D2B-668D-AAC5-43BD-7CC0CB0E5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130" y="3429000"/>
            <a:ext cx="2286319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10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60632-84EE-B063-77BD-D8C77DB64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Bracket Notation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CAB72-A721-1668-5063-1306F4846F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Used when property name is </a:t>
            </a:r>
            <a:r>
              <a:rPr lang="en-US" b="1" dirty="0"/>
              <a:t>dynamic</a:t>
            </a:r>
            <a:endParaRPr lang="en-US" dirty="0"/>
          </a:p>
          <a:p>
            <a:r>
              <a:rPr lang="en-US" dirty="0"/>
              <a:t>Works with variables</a:t>
            </a:r>
          </a:p>
          <a:p>
            <a:r>
              <a:rPr lang="en-US" dirty="0"/>
              <a:t>Also used when key has spaces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4548F3-D2E4-0F0D-9CB5-EA6422C87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680" y="3429000"/>
            <a:ext cx="2086266" cy="56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7770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46975-279C-F656-BCB5-3D352ECE9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Dot vs Bracket Notation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452E6D-A14D-47DD-E6D7-E8D866D2BA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Dot notation is </a:t>
            </a:r>
            <a:r>
              <a:rPr lang="en-US" b="1" dirty="0"/>
              <a:t>faster and simpler</a:t>
            </a:r>
            <a:endParaRPr lang="en-US" dirty="0"/>
          </a:p>
          <a:p>
            <a:r>
              <a:rPr lang="en-US" dirty="0"/>
              <a:t>Bracket notation is </a:t>
            </a:r>
            <a:r>
              <a:rPr lang="en-US" b="1" dirty="0"/>
              <a:t>flexible</a:t>
            </a:r>
            <a:endParaRPr lang="en-US" dirty="0"/>
          </a:p>
          <a:p>
            <a:r>
              <a:rPr lang="en-US" dirty="0"/>
              <a:t>Bracket is required for dynamic properties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16A4A1-7390-4630-701B-AD3F6BE25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14" y="3429000"/>
            <a:ext cx="2324424" cy="77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8601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D336F-6DF4-8491-476B-60B2AFC27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Dynamic Property Names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80E7DF-4681-67E2-4683-9ECFD58F42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Property names decided </a:t>
            </a:r>
            <a:r>
              <a:rPr lang="en-US" b="1" dirty="0"/>
              <a:t>at runtime</a:t>
            </a:r>
            <a:endParaRPr lang="en-US" dirty="0"/>
          </a:p>
          <a:p>
            <a:r>
              <a:rPr lang="en-US" dirty="0"/>
              <a:t>Very useful in forms and APIs</a:t>
            </a:r>
          </a:p>
          <a:p>
            <a:r>
              <a:rPr lang="en-US" dirty="0"/>
              <a:t>Adds flexibility to objects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37A731-77D1-3D0F-7649-8F8C1B76E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81299"/>
            <a:ext cx="3000794" cy="90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3002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41B7B-5BDB-2A63-050E-5BE65691A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 Manipulation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73D14C-F63F-E49A-008A-0B7765DEB4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new properties</a:t>
            </a:r>
          </a:p>
          <a:p>
            <a:r>
              <a:rPr lang="en-US" dirty="0"/>
              <a:t>Update existing properties</a:t>
            </a:r>
          </a:p>
          <a:p>
            <a:r>
              <a:rPr lang="en-US" dirty="0"/>
              <a:t>Delete unwanted properties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0A0861-41BF-D8A8-7C29-D19345B41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002" y="3335223"/>
            <a:ext cx="3200847" cy="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480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8D6C1-DEB0-3F56-4672-15C209B21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718B115-3A73-7436-3D13-DCF9518034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2849752"/>
            <a:ext cx="501772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Arrays manage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lists of data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Array methods simplify data handling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Objects store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structured information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Proper use improves code quality</a:t>
            </a:r>
          </a:p>
        </p:txBody>
      </p:sp>
    </p:spTree>
    <p:extLst>
      <p:ext uri="{BB962C8B-B14F-4D97-AF65-F5344CB8AC3E}">
        <p14:creationId xmlns:p14="http://schemas.microsoft.com/office/powerpoint/2010/main" val="424656862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2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1309</TotalTime>
  <Words>412</Words>
  <Application>Microsoft Office PowerPoint</Application>
  <PresentationFormat>On-screen Show (4:3)</PresentationFormat>
  <Paragraphs>97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Theme2</vt:lpstr>
      <vt:lpstr>Arrays &amp; Objects</vt:lpstr>
      <vt:lpstr>Arrays</vt:lpstr>
      <vt:lpstr>Why Use Array Methods</vt:lpstr>
      <vt:lpstr>map() Method</vt:lpstr>
      <vt:lpstr>filter() Method</vt:lpstr>
      <vt:lpstr>reduce() Method</vt:lpstr>
      <vt:lpstr>forEach() Method</vt:lpstr>
      <vt:lpstr>some() Method</vt:lpstr>
      <vt:lpstr>every() Method</vt:lpstr>
      <vt:lpstr>find() Method</vt:lpstr>
      <vt:lpstr>findIndex() Method</vt:lpstr>
      <vt:lpstr>Objects in JavaScript</vt:lpstr>
      <vt:lpstr>Object Literal Syntax</vt:lpstr>
      <vt:lpstr>Dot Notation</vt:lpstr>
      <vt:lpstr>Bracket Notation</vt:lpstr>
      <vt:lpstr>Dot vs Bracket Notation</vt:lpstr>
      <vt:lpstr>Dynamic Property Names</vt:lpstr>
      <vt:lpstr>Object Manipulation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Toshiba</dc:creator>
  <cp:lastModifiedBy>MANU SHARMA</cp:lastModifiedBy>
  <cp:revision>8</cp:revision>
  <dcterms:created xsi:type="dcterms:W3CDTF">2025-08-12T04:51:10Z</dcterms:created>
  <dcterms:modified xsi:type="dcterms:W3CDTF">2026-01-22T14:32:47Z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2019-07-01T00:00:00Z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2025-08-12T00:00:00Z</vt:filetime>
  </property>
  <property fmtid="{D5CDD505-2E9C-101B-9397-08002B2CF9AE}" pid="5" name="Producer">
    <vt:lpwstr>Microsoft® PowerPoint® for Office 365</vt:lpwstr>
  </property>
</Properties>
</file>