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6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</p:sldIdLst>
  <p:sldSz cx="9144000" cy="6858000" type="screen4x3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1" roundtripDataSignature="AMtx7mijA+1eX66IXCUKd/m7FHR3xUNQ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6166CC-40B8-40B7-BD9F-1611220504BA}" v="9" dt="2025-12-19T09:37:45.1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5" descr="LOGO.gif"/>
          <p:cNvPicPr preferRelativeResize="0"/>
          <p:nvPr/>
        </p:nvPicPr>
        <p:blipFill rotWithShape="1">
          <a:blip r:embed="rId2">
            <a:alphaModFix/>
          </a:blip>
          <a:srcRect b="10713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" name="Google Shape;22;p45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3" name="Google Shape;23;p45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4" name="Google Shape;24;p45" descr="LOGO.gif"/>
            <p:cNvPicPr preferRelativeResize="0"/>
            <p:nvPr/>
          </p:nvPicPr>
          <p:blipFill rotWithShape="1">
            <a:blip r:embed="rId2">
              <a:alphaModFix/>
            </a:blip>
            <a:srcRect b="10713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" name="Google Shape;25;p45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6" name="Google Shape;26;p45" descr="logo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45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5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45"/>
          <p:cNvSpPr txBox="1">
            <a:spLocks noGrp="1"/>
          </p:cNvSpPr>
          <p:nvPr>
            <p:ph type="dt" idx="10"/>
          </p:nvPr>
        </p:nvSpPr>
        <p:spPr>
          <a:xfrm>
            <a:off x="152400" y="6629400"/>
            <a:ext cx="2286000" cy="17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5"/>
          <p:cNvSpPr txBox="1">
            <a:spLocks noGrp="1"/>
          </p:cNvSpPr>
          <p:nvPr>
            <p:ph type="ftr" idx="11"/>
          </p:nvPr>
        </p:nvSpPr>
        <p:spPr>
          <a:xfrm>
            <a:off x="3124200" y="6629400"/>
            <a:ext cx="2895600" cy="19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5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12700" marR="0" lvl="0" indent="0" algn="r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12700" marR="0" lvl="1" indent="0" algn="r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2700" marR="0" lvl="2" indent="0" algn="r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2700" marR="0" lvl="3" indent="0" algn="r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12700" marR="0" lvl="4" indent="0" algn="r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12700" marR="0" lvl="5" indent="0" algn="r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12700" marR="0" lvl="6" indent="0" algn="r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12700" marR="0" lvl="7" indent="0" algn="r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12700" marR="0" lvl="8" indent="0" algn="r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12700" lvl="0" indent="0" algn="r" rtl="0">
              <a:spcBef>
                <a:spcPts val="15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4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4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4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9;p44"/>
          <p:cNvSpPr/>
          <p:nvPr/>
        </p:nvSpPr>
        <p:spPr>
          <a:xfrm rot="10800000" flipH="1">
            <a:off x="0" y="6583684"/>
            <a:ext cx="9144000" cy="27431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0;p44" descr="LOGO.gif"/>
          <p:cNvPicPr preferRelativeResize="0"/>
          <p:nvPr/>
        </p:nvPicPr>
        <p:blipFill rotWithShape="1">
          <a:blip r:embed="rId3">
            <a:alphaModFix/>
          </a:blip>
          <a:srcRect b="10713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44" descr="LOGO.gif"/>
          <p:cNvPicPr preferRelativeResize="0"/>
          <p:nvPr/>
        </p:nvPicPr>
        <p:blipFill rotWithShape="1">
          <a:blip r:embed="rId3">
            <a:alphaModFix/>
          </a:blip>
          <a:srcRect b="10713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Google Shape;12;p44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13" name="Google Shape;13;p44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" name="Google Shape;14;p44" descr="LOGO.gif"/>
            <p:cNvPicPr preferRelativeResize="0"/>
            <p:nvPr/>
          </p:nvPicPr>
          <p:blipFill rotWithShape="1">
            <a:blip r:embed="rId3">
              <a:alphaModFix/>
            </a:blip>
            <a:srcRect b="10713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" name="Google Shape;15;p44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6" name="Google Shape;16;p44" descr="logo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44"/>
          <p:cNvSpPr txBox="1">
            <a:spLocks noGrp="1"/>
          </p:cNvSpPr>
          <p:nvPr>
            <p:ph type="dt" idx="10"/>
          </p:nvPr>
        </p:nvSpPr>
        <p:spPr>
          <a:xfrm>
            <a:off x="76200" y="6594307"/>
            <a:ext cx="2362200" cy="263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44"/>
          <p:cNvSpPr txBox="1">
            <a:spLocks noGrp="1"/>
          </p:cNvSpPr>
          <p:nvPr>
            <p:ph type="ftr" idx="11"/>
          </p:nvPr>
        </p:nvSpPr>
        <p:spPr>
          <a:xfrm>
            <a:off x="3086100" y="6596246"/>
            <a:ext cx="2895600" cy="261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44"/>
          <p:cNvSpPr txBox="1">
            <a:spLocks noGrp="1"/>
          </p:cNvSpPr>
          <p:nvPr>
            <p:ph type="sldNum" idx="12"/>
          </p:nvPr>
        </p:nvSpPr>
        <p:spPr>
          <a:xfrm>
            <a:off x="6553200" y="6583684"/>
            <a:ext cx="2133600" cy="274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12700" marR="0" lvl="0" indent="0" algn="r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12700" marR="0" lvl="1" indent="0" algn="r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2700" marR="0" lvl="2" indent="0" algn="r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2700" marR="0" lvl="3" indent="0" algn="r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12700" marR="0" lvl="4" indent="0" algn="r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12700" marR="0" lvl="5" indent="0" algn="r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12700" marR="0" lvl="6" indent="0" algn="r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12700" marR="0" lvl="7" indent="0" algn="r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12700" marR="0" lvl="8" indent="0" algn="r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12700" lvl="0" indent="0" algn="r" rtl="0">
              <a:spcBef>
                <a:spcPts val="15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7E3C9-3E6D-3E60-ED51-CD706F769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Asynchronous JavaScript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13633-559C-62D2-F506-E2FBD1C1F1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JavaScript runs code </a:t>
            </a:r>
            <a:r>
              <a:rPr lang="en-US" b="1" dirty="0"/>
              <a:t>one task at a time</a:t>
            </a:r>
            <a:endParaRPr lang="en-US" dirty="0"/>
          </a:p>
          <a:p>
            <a:r>
              <a:rPr lang="en-US" dirty="0"/>
              <a:t>Asynchronous programming allows </a:t>
            </a:r>
            <a:r>
              <a:rPr lang="en-US" b="1" dirty="0"/>
              <a:t>non-blocking execution</a:t>
            </a:r>
            <a:endParaRPr lang="en-US" dirty="0"/>
          </a:p>
          <a:p>
            <a:r>
              <a:rPr lang="en-US" dirty="0"/>
              <a:t>Long-running tasks do not freeze the application</a:t>
            </a:r>
          </a:p>
          <a:p>
            <a:r>
              <a:rPr lang="en-US" dirty="0"/>
              <a:t>Very important for modern web applications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2327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F7E9A-30CF-0935-692A-4E6448530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Asynchronous JavaScript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BBF8A22-C0DF-B35A-1AF3-7BB447A129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2849752"/>
            <a:ext cx="525175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Tasks are executed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the background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 program continues running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are handled once task completes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heavily in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APIs and servers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381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5DC78-A37B-7557-1447-5CE9D5EE2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Callback Functions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9D3947-2D52-7F8C-B269-97907E9EB8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callback is a function passed into another function</a:t>
            </a:r>
          </a:p>
          <a:p>
            <a:r>
              <a:rPr lang="en-US" dirty="0"/>
              <a:t>Called </a:t>
            </a:r>
            <a:r>
              <a:rPr lang="en-US" b="1" dirty="0"/>
              <a:t>after an asynchronous task finishes</a:t>
            </a:r>
            <a:endParaRPr lang="en-US" dirty="0"/>
          </a:p>
          <a:p>
            <a:r>
              <a:rPr lang="en-US" dirty="0"/>
              <a:t>Used in timers, events, and API calls</a:t>
            </a:r>
          </a:p>
          <a:p>
            <a:r>
              <a:rPr lang="en-US" dirty="0"/>
              <a:t>Helps control execution order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D5CAAB-7E85-EE2A-F812-0DAAD1C6F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855" y="3714355"/>
            <a:ext cx="3553321" cy="123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715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ACF9A-341E-48B6-2824-A3640E474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Callback Hell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5058A36-6E12-3A78-0BA2-8CAAD319C9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2849752"/>
            <a:ext cx="537679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Occurs due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multiple nested callbacks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 becomes hard to read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Debugging becomes difficult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 recommended for large projects</a:t>
            </a:r>
          </a:p>
        </p:txBody>
      </p:sp>
    </p:spTree>
    <p:extLst>
      <p:ext uri="{BB962C8B-B14F-4D97-AF65-F5344CB8AC3E}">
        <p14:creationId xmlns:p14="http://schemas.microsoft.com/office/powerpoint/2010/main" val="2577395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B33E4-8667-BF64-A303-F68309747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Promises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E3BDF45-3D95-85AC-C2F1-5EAD8AB672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2849752"/>
            <a:ext cx="680026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Promise is an object representing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completion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Makes async code more manageable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Avoids deep nesting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chaining</a:t>
            </a:r>
          </a:p>
        </p:txBody>
      </p:sp>
    </p:spTree>
    <p:extLst>
      <p:ext uri="{BB962C8B-B14F-4D97-AF65-F5344CB8AC3E}">
        <p14:creationId xmlns:p14="http://schemas.microsoft.com/office/powerpoint/2010/main" val="384715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4C8C1-4D8B-1458-3D70-9336B66E7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Promise Lifecycle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86DFD9E-F2D3-FAD8-F9DB-C48A778C74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2849752"/>
            <a:ext cx="581601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Pending: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Promise created but not completed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Fulfilled: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Task completed successfully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Rejected: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Task failed with an error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Promise state cannot change once settled</a:t>
            </a:r>
          </a:p>
        </p:txBody>
      </p:sp>
    </p:spTree>
    <p:extLst>
      <p:ext uri="{BB962C8B-B14F-4D97-AF65-F5344CB8AC3E}">
        <p14:creationId xmlns:p14="http://schemas.microsoft.com/office/powerpoint/2010/main" val="2506845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84942-B554-AF49-6371-D290EFF2B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then() Method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7643FD-FF6E-45C3-7140-D6EDA98598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Used when promise is </a:t>
            </a:r>
            <a:r>
              <a:rPr lang="en-US" b="1" dirty="0"/>
              <a:t>fulfilled</a:t>
            </a:r>
            <a:endParaRPr lang="en-US" dirty="0"/>
          </a:p>
          <a:p>
            <a:r>
              <a:rPr lang="en-US" dirty="0"/>
              <a:t>Receives the result</a:t>
            </a:r>
          </a:p>
          <a:p>
            <a:r>
              <a:rPr lang="en-US" dirty="0"/>
              <a:t>Can return another promise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2FD857-6A83-B4AE-3D02-F9FCE9080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224" y="3516793"/>
            <a:ext cx="2896004" cy="118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287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F0E3D-FCE3-10BC-22F1-953CDC722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catch() Method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65D2C-E608-3AC9-FD7F-3630966FBB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Used to handle </a:t>
            </a:r>
            <a:r>
              <a:rPr lang="en-US" b="1" dirty="0"/>
              <a:t>errors</a:t>
            </a:r>
            <a:endParaRPr lang="en-US" dirty="0"/>
          </a:p>
          <a:p>
            <a:r>
              <a:rPr lang="en-US" dirty="0"/>
              <a:t>Catches rejected promises</a:t>
            </a:r>
          </a:p>
          <a:p>
            <a:r>
              <a:rPr lang="en-US" dirty="0"/>
              <a:t>Prevents application crash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B985EB-F159-C1EF-9920-D35D143AE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37" y="3274526"/>
            <a:ext cx="3315163" cy="109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51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13ACA-C231-9CBF-81F4-E080F8A93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finally() Method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E25E8-CF75-B8F7-EEA6-0A6D5B160D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Executes in </a:t>
            </a:r>
            <a:r>
              <a:rPr lang="en-US" b="1" dirty="0"/>
              <a:t>both success and failure</a:t>
            </a:r>
            <a:endParaRPr lang="en-US" dirty="0"/>
          </a:p>
          <a:p>
            <a:r>
              <a:rPr lang="en-US" dirty="0"/>
              <a:t>Used for cleanup operations</a:t>
            </a:r>
          </a:p>
          <a:p>
            <a:r>
              <a:rPr lang="en-US" dirty="0"/>
              <a:t>Does not receive result or error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082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E1FD7-A3F2-7F67-F727-ED98AF5A4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Promise Chaining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B9F42D0-188A-91E8-C569-620F0746BF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3034417"/>
            <a:ext cx="499527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Multiple then() methods can be linked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 of one becomes input of next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code readability</a:t>
            </a:r>
          </a:p>
        </p:txBody>
      </p:sp>
    </p:spTree>
    <p:extLst>
      <p:ext uri="{BB962C8B-B14F-4D97-AF65-F5344CB8AC3E}">
        <p14:creationId xmlns:p14="http://schemas.microsoft.com/office/powerpoint/2010/main" val="3071597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FF50E-00CB-1EEE-334B-1E687DE8D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Promise.all</a:t>
            </a:r>
            <a:r>
              <a:rPr lang="en-IN" dirty="0"/>
              <a:t>()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F088C56-5222-BE15-D2BA-9381CB0971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2849752"/>
            <a:ext cx="4998484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Executes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multiple promises together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Resolves when all promises succeed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Rejects if any promise fails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Useful for parallel tasks</a:t>
            </a:r>
          </a:p>
        </p:txBody>
      </p:sp>
    </p:spTree>
    <p:extLst>
      <p:ext uri="{BB962C8B-B14F-4D97-AF65-F5344CB8AC3E}">
        <p14:creationId xmlns:p14="http://schemas.microsoft.com/office/powerpoint/2010/main" val="257761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616E7-BBC1-B8D9-545A-2D1F4F1E9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Promise.race</a:t>
            </a:r>
            <a:r>
              <a:rPr lang="en-IN" dirty="0"/>
              <a:t>()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81CD8C1-952B-F807-BDE0-5456BFA409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3034417"/>
            <a:ext cx="566533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Resolves with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first completed promise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Ignores remaining promises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Useful for timeout handling</a:t>
            </a:r>
          </a:p>
        </p:txBody>
      </p:sp>
    </p:spTree>
    <p:extLst>
      <p:ext uri="{BB962C8B-B14F-4D97-AF65-F5344CB8AC3E}">
        <p14:creationId xmlns:p14="http://schemas.microsoft.com/office/powerpoint/2010/main" val="2222678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20D43-C207-6F7C-2DA6-2D3D6137E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async and await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CE0AB97-ABE3-87BD-1D86-173F38FA21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2849752"/>
            <a:ext cx="4884671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Modern way to write async code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Looks like synchronous code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await pauses execution until resolved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with promises</a:t>
            </a:r>
          </a:p>
        </p:txBody>
      </p:sp>
    </p:spTree>
    <p:extLst>
      <p:ext uri="{BB962C8B-B14F-4D97-AF65-F5344CB8AC3E}">
        <p14:creationId xmlns:p14="http://schemas.microsoft.com/office/powerpoint/2010/main" val="1222851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ECC2E-FA0A-B5F2-2DAF-CA48B69B7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Fetch API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02A8F98-2ACC-3F54-9D85-7CDA2E8939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2849752"/>
            <a:ext cx="4725974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to make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HTTP requests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Returns a promise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Commonly used to fetch JSON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Replaces older AJAX methods</a:t>
            </a:r>
          </a:p>
        </p:txBody>
      </p:sp>
    </p:spTree>
    <p:extLst>
      <p:ext uri="{BB962C8B-B14F-4D97-AF65-F5344CB8AC3E}">
        <p14:creationId xmlns:p14="http://schemas.microsoft.com/office/powerpoint/2010/main" val="32982960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80AA9-9A8C-DE06-E135-ED9D37B49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AJAX Basics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A225CF5-8894-D082-A8AD-83F473A5C8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2849752"/>
            <a:ext cx="604524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Stands for Asynchronous JavaScript and XML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to update web pages without reload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Works with APIs and servers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user experience</a:t>
            </a:r>
          </a:p>
        </p:txBody>
      </p:sp>
    </p:spTree>
    <p:extLst>
      <p:ext uri="{BB962C8B-B14F-4D97-AF65-F5344CB8AC3E}">
        <p14:creationId xmlns:p14="http://schemas.microsoft.com/office/powerpoint/2010/main" val="30262966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84742-9997-AF43-2D9B-706C2E7C9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Event Loop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FDD131B-0A27-BA44-D441-36B2C2EA83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2849753"/>
            <a:ext cx="486864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Manages asynchronous operations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Executes callbacks after main code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Works with call stack and task queue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Core concept of JavaScript</a:t>
            </a:r>
          </a:p>
        </p:txBody>
      </p:sp>
    </p:spTree>
    <p:extLst>
      <p:ext uri="{BB962C8B-B14F-4D97-AF65-F5344CB8AC3E}">
        <p14:creationId xmlns:p14="http://schemas.microsoft.com/office/powerpoint/2010/main" val="28248718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05A6A-85C5-F5EE-BF95-F7EEAE05E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Concurrency Model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9081D01-220D-4EF2-2CFF-0A6230CA0E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2849752"/>
            <a:ext cx="4431021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JavaScript is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single-threaded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event loop for concurrency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Handles multiple tasks efficiently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Avoids blocking behavior</a:t>
            </a:r>
          </a:p>
        </p:txBody>
      </p:sp>
    </p:spTree>
    <p:extLst>
      <p:ext uri="{BB962C8B-B14F-4D97-AF65-F5344CB8AC3E}">
        <p14:creationId xmlns:p14="http://schemas.microsoft.com/office/powerpoint/2010/main" val="21696249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62AC8-B3D7-0752-0B1B-A05DF9A8A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9A59C23-B19A-5DF1-BECB-AF23716F04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2849752"/>
            <a:ext cx="5288627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Async JavaScript improves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Promises and async/await simplify code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Event loop manages execution flow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Essential for modern web development</a:t>
            </a:r>
          </a:p>
        </p:txBody>
      </p:sp>
    </p:spTree>
    <p:extLst>
      <p:ext uri="{BB962C8B-B14F-4D97-AF65-F5344CB8AC3E}">
        <p14:creationId xmlns:p14="http://schemas.microsoft.com/office/powerpoint/2010/main" val="4059103127"/>
      </p:ext>
    </p:extLst>
  </p:cSld>
  <p:clrMapOvr>
    <a:masterClrMapping/>
  </p:clrMapOvr>
</p:sld>
</file>

<file path=ppt/theme/theme1.xml><?xml version="1.0" encoding="utf-8"?>
<a:theme xmlns:a="http://schemas.openxmlformats.org/drawingml/2006/main" name="Theme2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1303</TotalTime>
  <Words>385</Words>
  <Application>Microsoft Office PowerPoint</Application>
  <PresentationFormat>On-screen Show (4:3)</PresentationFormat>
  <Paragraphs>88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Theme2</vt:lpstr>
      <vt:lpstr>Asynchronous JavaScript </vt:lpstr>
      <vt:lpstr>What is Asynchronous JavaScript</vt:lpstr>
      <vt:lpstr>Callback Functions</vt:lpstr>
      <vt:lpstr>Callback Hell</vt:lpstr>
      <vt:lpstr>Promises</vt:lpstr>
      <vt:lpstr>Promise Lifecycle</vt:lpstr>
      <vt:lpstr>then() Method</vt:lpstr>
      <vt:lpstr>catch() Method</vt:lpstr>
      <vt:lpstr>finally() Method</vt:lpstr>
      <vt:lpstr>Promise Chaining</vt:lpstr>
      <vt:lpstr>Promise.all()</vt:lpstr>
      <vt:lpstr>Promise.race()</vt:lpstr>
      <vt:lpstr>async and await</vt:lpstr>
      <vt:lpstr>Fetch API</vt:lpstr>
      <vt:lpstr>AJAX Basics</vt:lpstr>
      <vt:lpstr>Event Loop</vt:lpstr>
      <vt:lpstr>Concurrency Model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Toshiba</dc:creator>
  <cp:lastModifiedBy>MANU SHARMA</cp:lastModifiedBy>
  <cp:revision>8</cp:revision>
  <dcterms:created xsi:type="dcterms:W3CDTF">2025-08-12T04:51:10Z</dcterms:created>
  <dcterms:modified xsi:type="dcterms:W3CDTF">2026-01-22T14:51:28Z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2019-07-01T00:00:00Z</vt:filetime>
  </property>
  <property fmtid="{D5CDD505-2E9C-101B-9397-08002B2CF9AE}" pid="3" name="Creator">
    <vt:lpwstr>Microsoft® PowerPoint® for Office 365</vt:lpwstr>
  </property>
  <property fmtid="{D5CDD505-2E9C-101B-9397-08002B2CF9AE}" pid="4" name="LastSaved">
    <vt:filetime>2025-08-12T00:00:00Z</vt:filetime>
  </property>
  <property fmtid="{D5CDD505-2E9C-101B-9397-08002B2CF9AE}" pid="5" name="Producer">
    <vt:lpwstr>Microsoft® PowerPoint® for Office 365</vt:lpwstr>
  </property>
</Properties>
</file>