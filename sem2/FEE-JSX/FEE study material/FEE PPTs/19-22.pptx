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45" r:id="rId3"/>
    <p:sldId id="338" r:id="rId4"/>
    <p:sldId id="347" r:id="rId5"/>
    <p:sldId id="348" r:id="rId6"/>
    <p:sldId id="349" r:id="rId7"/>
    <p:sldId id="346" r:id="rId8"/>
    <p:sldId id="350" r:id="rId9"/>
    <p:sldId id="351" r:id="rId10"/>
    <p:sldId id="353" r:id="rId11"/>
    <p:sldId id="298" r:id="rId12"/>
    <p:sldId id="344" r:id="rId13"/>
    <p:sldId id="339" r:id="rId14"/>
    <p:sldId id="323" r:id="rId15"/>
  </p:sldIdLst>
  <p:sldSz cx="9144000" cy="6858000" type="screen4x3"/>
  <p:notesSz cx="6858000" cy="9144000"/>
  <p:embeddedFontLs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Verdana" pitchFamily="34" charset="0"/>
      <p:regular r:id="rId21"/>
      <p:bold r:id="rId22"/>
      <p:italic r:id="rId23"/>
      <p:boldItalic r:id="rId24"/>
    </p:embeddedFont>
    <p:embeddedFont>
      <p:font typeface="Nunito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24CE57-81FB-4CE5-B3F0-45E823DBC8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howGuides="1">
      <p:cViewPr>
        <p:scale>
          <a:sx n="60" d="100"/>
          <a:sy n="60" d="100"/>
        </p:scale>
        <p:origin x="-1456" y="-160"/>
      </p:cViewPr>
      <p:guideLst>
        <p:guide orient="horz" pos="2160"/>
        <p:guide pos="2829"/>
      </p:guideLst>
    </p:cSldViewPr>
  </p:slideViewPr>
  <p:outlineViewPr>
    <p:cViewPr>
      <p:scale>
        <a:sx n="33" d="100"/>
        <a:sy n="33" d="100"/>
      </p:scale>
      <p:origin x="0" y="-2519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9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9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39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39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9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39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9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1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15" name="Google Shape;15;p38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38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38" descr="LOGO.gif"/>
          <p:cNvPicPr preferRelativeResize="0"/>
          <p:nvPr/>
        </p:nvPicPr>
        <p:blipFill rotWithShape="1">
          <a:blip r:embed="rId5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8" descr="LOGO.gif"/>
          <p:cNvPicPr preferRelativeResize="0"/>
          <p:nvPr/>
        </p:nvPicPr>
        <p:blipFill rotWithShape="1">
          <a:blip r:embed="rId5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3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38" descr="LOGO.gif"/>
            <p:cNvPicPr preferRelativeResize="0"/>
            <p:nvPr/>
          </p:nvPicPr>
          <p:blipFill rotWithShape="1">
            <a:blip r:embed="rId5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38" descr="logo.jp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52400" y="914400"/>
            <a:ext cx="8763000" cy="36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Destructuring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 Array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Destructuring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Object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Destructuring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JSON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Handling- Definition and methods -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JSON.stringify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and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JSON.parse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().</a:t>
            </a:r>
            <a:endParaRPr lang="en-US" altLang="en-US" sz="2800" b="1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1905000" y="4953000"/>
            <a:ext cx="476250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</a:t>
            </a:r>
            <a:endParaRPr sz="24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676400" y="5599331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and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Chitkara University, Punjab</a:t>
            </a:r>
          </a:p>
        </p:txBody>
      </p:sp>
      <p:sp>
        <p:nvSpPr>
          <p:cNvPr id="54" name="Google Shape;5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Destructuring</a:t>
            </a:r>
            <a:r>
              <a:rPr lang="en-US" b="1" dirty="0" smtClean="0"/>
              <a:t> in JavaScript</a:t>
            </a:r>
            <a:endParaRPr lang="en-US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1711"/>
            <a:ext cx="8229600" cy="4824095"/>
          </a:xfrm>
        </p:spPr>
        <p:txBody>
          <a:bodyPr/>
          <a:lstStyle/>
          <a:p>
            <a:pPr algn="just">
              <a:buNone/>
            </a:pPr>
            <a:r>
              <a:rPr lang="en-US" sz="2400" b="1" dirty="0" err="1" smtClean="0"/>
              <a:t>Destructuring</a:t>
            </a:r>
            <a:r>
              <a:rPr lang="en-US" sz="2400" dirty="0" smtClean="0"/>
              <a:t> is a feature in JavaScript that allows </a:t>
            </a:r>
            <a:r>
              <a:rPr lang="en-US" sz="2400" dirty="0" smtClean="0"/>
              <a:t>to </a:t>
            </a:r>
            <a:r>
              <a:rPr lang="en-US" sz="2400" dirty="0" smtClean="0"/>
              <a:t>extract 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Values from </a:t>
            </a:r>
            <a:r>
              <a:rPr lang="en-US" sz="2400" dirty="0" smtClean="0"/>
              <a:t>arrays or properties from objects and assign them </a:t>
            </a:r>
            <a:r>
              <a:rPr lang="en-US" sz="2400" dirty="0" smtClean="0"/>
              <a:t>to</a:t>
            </a:r>
          </a:p>
          <a:p>
            <a:pPr algn="just">
              <a:buNone/>
            </a:pPr>
            <a:r>
              <a:rPr lang="en-US" sz="2400" dirty="0" smtClean="0"/>
              <a:t>variables in a </a:t>
            </a:r>
            <a:r>
              <a:rPr lang="en-US" sz="2400" dirty="0" smtClean="0"/>
              <a:t>clean and concise way</a:t>
            </a:r>
            <a:r>
              <a:rPr lang="en-US" sz="2400" dirty="0" smtClean="0"/>
              <a:t>.</a:t>
            </a:r>
          </a:p>
          <a:p>
            <a:pPr algn="just">
              <a:buNone/>
            </a:pPr>
            <a:endParaRPr lang="en-IN" sz="2400" dirty="0" smtClean="0"/>
          </a:p>
          <a:p>
            <a:pPr algn="just"/>
            <a:r>
              <a:rPr lang="en-US" sz="2400" dirty="0" smtClean="0"/>
              <a:t>Array </a:t>
            </a:r>
            <a:r>
              <a:rPr lang="en-US" sz="2400" dirty="0" err="1" smtClean="0"/>
              <a:t>Destructuring</a:t>
            </a:r>
            <a:r>
              <a:rPr lang="en-US" sz="2400" dirty="0" smtClean="0"/>
              <a:t> </a:t>
            </a:r>
          </a:p>
          <a:p>
            <a:pPr algn="just"/>
            <a:r>
              <a:rPr lang="en-US" sz="2400" dirty="0" smtClean="0"/>
              <a:t>Object </a:t>
            </a:r>
            <a:r>
              <a:rPr lang="en-US" sz="2400" dirty="0" err="1" smtClean="0"/>
              <a:t>Destructuring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/>
              <a:t>Array </a:t>
            </a:r>
            <a:r>
              <a:rPr lang="en-US" sz="3200" b="1" dirty="0" err="1" smtClean="0"/>
              <a:t>destructuring</a:t>
            </a:r>
            <a:r>
              <a:rPr lang="en-US" sz="3200" dirty="0" smtClean="0"/>
              <a:t> 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68459"/>
            <a:ext cx="862584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Array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destructuring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allows to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unpack values from an array into individual variables based on their position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smtClean="0">
                <a:latin typeface="Times New Roman" pitchFamily="18" charset="0"/>
                <a:cs typeface="Times New Roman" pitchFamily="18" charset="0"/>
              </a:rPr>
              <a:t>Definition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Array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destructuring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assigns array elements to variables using square brackets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[].</a:t>
            </a:r>
          </a:p>
          <a:p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let numbers = [10, 20, 30];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let [a, b, c] = numbers; 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console.log(a);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console.log(b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);   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// 20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console.log(c);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/>
              <a:t>Array </a:t>
            </a:r>
            <a:r>
              <a:rPr lang="en-US" sz="3200" b="1" dirty="0" err="1" smtClean="0"/>
              <a:t>destructuring</a:t>
            </a:r>
            <a:r>
              <a:rPr lang="en-US" sz="3200" dirty="0" smtClean="0"/>
              <a:t> 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68459"/>
            <a:ext cx="862584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Skipping elements: 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kip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array values using two or more commas: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[x, , z] = [1, 2, 3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console.log(x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);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// 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console.log(z);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// 3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200" dirty="0" smtClean="0"/>
          </a:p>
          <a:p>
            <a:pPr>
              <a:lnSpc>
                <a:spcPct val="150000"/>
              </a:lnSpc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Array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Position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Values: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Pick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up values from specific index locations of an array: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let numbers = [10, 20, 30];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{[0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]: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,[1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]: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numbers;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console.log(x);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// 10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console.log(y);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20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/>
              <a:t>Array </a:t>
            </a:r>
            <a:r>
              <a:rPr lang="en-US" sz="3200" b="1" dirty="0" err="1" smtClean="0"/>
              <a:t>destructuring</a:t>
            </a:r>
            <a:r>
              <a:rPr lang="en-US" sz="3200" dirty="0" smtClean="0"/>
              <a:t> 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68459"/>
            <a:ext cx="86258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The Rest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Property: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destructuring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syntax with a rest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property. This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syntax will store all remaining values into a new array: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numbers = [10, 20, 30, 40, 50, 60, 70];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const [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...rest] =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numbers</a:t>
            </a:r>
          </a:p>
          <a:p>
            <a:pPr>
              <a:lnSpc>
                <a:spcPct val="150000"/>
              </a:lnSpc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/>
              <a:t>Array </a:t>
            </a:r>
            <a:r>
              <a:rPr lang="en-US" sz="3200" b="1" dirty="0" err="1" smtClean="0"/>
              <a:t>Destructuring</a:t>
            </a:r>
            <a:r>
              <a:rPr lang="en-US" sz="3200" dirty="0" smtClean="0"/>
              <a:t> 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68459"/>
            <a:ext cx="862584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Swapping Variables: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Swap the values of two variables using a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destructuring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assignment: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let 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firstName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= “Alan";</a:t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let 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lastName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= “Turing";</a:t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Destructuring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firstName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lastName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] = [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lastName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firstName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88" y="0"/>
            <a:ext cx="6477000" cy="838200"/>
          </a:xfrm>
        </p:spPr>
        <p:txBody>
          <a:bodyPr/>
          <a:lstStyle/>
          <a:p>
            <a:pPr algn="l"/>
            <a:r>
              <a:rPr lang="en-US" b="1" dirty="0" smtClean="0"/>
              <a:t>Object </a:t>
            </a:r>
            <a:r>
              <a:rPr lang="en-US" b="1" dirty="0" err="1" smtClean="0"/>
              <a:t>Destructuring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2393"/>
            <a:ext cx="8229600" cy="5486400"/>
          </a:xfrm>
        </p:spPr>
        <p:txBody>
          <a:bodyPr/>
          <a:lstStyle/>
          <a:p>
            <a:pPr algn="just">
              <a:buNone/>
            </a:pPr>
            <a:r>
              <a:rPr lang="en-US" b="1" dirty="0" smtClean="0"/>
              <a:t>Object </a:t>
            </a:r>
            <a:r>
              <a:rPr lang="en-US" b="1" dirty="0" err="1" smtClean="0"/>
              <a:t>destructuring</a:t>
            </a:r>
            <a:r>
              <a:rPr lang="en-US" dirty="0" smtClean="0"/>
              <a:t> allows you to extract properties from </a:t>
            </a:r>
            <a:r>
              <a:rPr lang="en-US" dirty="0" smtClean="0"/>
              <a:t>objects </a:t>
            </a:r>
          </a:p>
          <a:p>
            <a:pPr algn="just">
              <a:buNone/>
            </a:pPr>
            <a:r>
              <a:rPr lang="en-US" dirty="0" smtClean="0"/>
              <a:t>and </a:t>
            </a:r>
            <a:r>
              <a:rPr lang="en-US" dirty="0" smtClean="0"/>
              <a:t>store them in variables with the same property names.</a:t>
            </a:r>
          </a:p>
          <a:p>
            <a:pPr algn="just">
              <a:buNone/>
            </a:pPr>
            <a:r>
              <a:rPr lang="en-US" b="1" dirty="0" smtClean="0"/>
              <a:t>Definition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Object </a:t>
            </a:r>
            <a:r>
              <a:rPr lang="en-US" dirty="0" err="1" smtClean="0"/>
              <a:t>destructuring</a:t>
            </a:r>
            <a:r>
              <a:rPr lang="en-US" dirty="0" smtClean="0"/>
              <a:t> assigns object properties to variables using curly 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braces</a:t>
            </a:r>
            <a:r>
              <a:rPr lang="en-US" dirty="0" smtClean="0"/>
              <a:t> {}.</a:t>
            </a:r>
          </a:p>
          <a:p>
            <a:pPr algn="just">
              <a:buNone/>
            </a:pPr>
            <a:r>
              <a:rPr lang="en-US" b="1" dirty="0" smtClean="0"/>
              <a:t>Example</a:t>
            </a:r>
            <a:endParaRPr lang="en-US" dirty="0" smtClean="0"/>
          </a:p>
          <a:p>
            <a:pPr algn="just">
              <a:lnSpc>
                <a:spcPct val="150000"/>
              </a:lnSpc>
              <a:buNone/>
            </a:pPr>
            <a:r>
              <a:rPr lang="en-US" dirty="0" smtClean="0"/>
              <a:t>let person = { name: "Alice", age: 25, city: "London" };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 smtClean="0"/>
              <a:t>let { name, age } = person;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 smtClean="0"/>
              <a:t>console.log(name); </a:t>
            </a:r>
            <a:r>
              <a:rPr lang="en-US" i="1" dirty="0" smtClean="0"/>
              <a:t>// Alice</a:t>
            </a:r>
            <a:r>
              <a:rPr lang="en-US" dirty="0" smtClean="0"/>
              <a:t>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 smtClean="0"/>
              <a:t>console.log(age); </a:t>
            </a:r>
            <a:r>
              <a:rPr lang="en-US" i="1" dirty="0" smtClean="0"/>
              <a:t>// 25</a:t>
            </a:r>
            <a:r>
              <a:rPr lang="en-US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88" y="0"/>
            <a:ext cx="6477000" cy="838200"/>
          </a:xfrm>
        </p:spPr>
        <p:txBody>
          <a:bodyPr/>
          <a:lstStyle/>
          <a:p>
            <a:pPr algn="l"/>
            <a:r>
              <a:rPr lang="en-US" b="1" dirty="0" smtClean="0"/>
              <a:t>Object </a:t>
            </a:r>
            <a:r>
              <a:rPr lang="en-US" b="1" dirty="0" err="1" smtClean="0"/>
              <a:t>Destructuring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2393"/>
            <a:ext cx="8229600" cy="5486400"/>
          </a:xfrm>
        </p:spPr>
        <p:txBody>
          <a:bodyPr/>
          <a:lstStyle/>
          <a:p>
            <a:pPr algn="just">
              <a:buNone/>
            </a:pPr>
            <a:r>
              <a:rPr lang="en-US" b="1" dirty="0" smtClean="0"/>
              <a:t>Renaming </a:t>
            </a:r>
            <a:r>
              <a:rPr lang="en-US" b="1" dirty="0" smtClean="0"/>
              <a:t>variables</a:t>
            </a:r>
            <a:endParaRPr lang="en-US" dirty="0" smtClean="0"/>
          </a:p>
          <a:p>
            <a:pPr algn="just">
              <a:lnSpc>
                <a:spcPct val="150000"/>
              </a:lnSpc>
              <a:buNone/>
            </a:pPr>
            <a:r>
              <a:rPr lang="en-US" dirty="0" smtClean="0"/>
              <a:t>let { name: </a:t>
            </a:r>
            <a:r>
              <a:rPr lang="en-US" dirty="0" err="1" smtClean="0"/>
              <a:t>fullName</a:t>
            </a:r>
            <a:r>
              <a:rPr lang="en-US" dirty="0" smtClean="0"/>
              <a:t>, age: years } = person;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 smtClean="0"/>
              <a:t>console.log(</a:t>
            </a:r>
            <a:r>
              <a:rPr lang="en-US" dirty="0" err="1" smtClean="0"/>
              <a:t>fullName</a:t>
            </a:r>
            <a:r>
              <a:rPr lang="en-US" dirty="0" smtClean="0"/>
              <a:t>); </a:t>
            </a:r>
            <a:r>
              <a:rPr lang="en-US" i="1" dirty="0" smtClean="0"/>
              <a:t>// Alice</a:t>
            </a:r>
            <a:r>
              <a:rPr lang="en-US" dirty="0" smtClean="0"/>
              <a:t>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 smtClean="0"/>
              <a:t>console.log(years); </a:t>
            </a:r>
            <a:r>
              <a:rPr lang="en-US" i="1" dirty="0" smtClean="0"/>
              <a:t>// 25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88" y="0"/>
            <a:ext cx="6477000" cy="838200"/>
          </a:xfrm>
        </p:spPr>
        <p:txBody>
          <a:bodyPr/>
          <a:lstStyle/>
          <a:p>
            <a:pPr algn="l"/>
            <a:r>
              <a:rPr lang="en-US" b="1" dirty="0" smtClean="0"/>
              <a:t>Object </a:t>
            </a:r>
            <a:r>
              <a:rPr lang="en-US" b="1" dirty="0" err="1" smtClean="0"/>
              <a:t>Destructuring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2393"/>
            <a:ext cx="8229600" cy="5486400"/>
          </a:xfrm>
        </p:spPr>
        <p:txBody>
          <a:bodyPr/>
          <a:lstStyle/>
          <a:p>
            <a:pPr algn="just">
              <a:buNone/>
            </a:pPr>
            <a:r>
              <a:rPr lang="en-US" b="1" dirty="0" smtClean="0"/>
              <a:t>Example with Rest Operator </a:t>
            </a:r>
            <a:r>
              <a:rPr lang="en-US" dirty="0" smtClean="0"/>
              <a:t>: </a:t>
            </a:r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({</a:t>
            </a:r>
            <a:r>
              <a:rPr lang="en-US" dirty="0" smtClean="0"/>
              <a:t>x, y, ...</a:t>
            </a:r>
            <a:r>
              <a:rPr lang="en-US" dirty="0" err="1" smtClean="0"/>
              <a:t>restof</a:t>
            </a:r>
            <a:r>
              <a:rPr lang="en-US" dirty="0" smtClean="0"/>
              <a:t>} = {x: 10, y: 20, m: 30, n: 40});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 smtClean="0"/>
              <a:t>console.log(x); // 10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 smtClean="0"/>
              <a:t>console.log(y); // 20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 smtClean="0"/>
              <a:t>console.log(</a:t>
            </a:r>
            <a:r>
              <a:rPr lang="en-US" dirty="0" err="1" smtClean="0"/>
              <a:t>restof</a:t>
            </a:r>
            <a:r>
              <a:rPr lang="en-US" dirty="0" smtClean="0"/>
              <a:t>); // {m: 30, n: 40}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88" y="0"/>
            <a:ext cx="6477000" cy="838200"/>
          </a:xfrm>
        </p:spPr>
        <p:txBody>
          <a:bodyPr/>
          <a:lstStyle/>
          <a:p>
            <a:pPr algn="l"/>
            <a:r>
              <a:rPr lang="en-US" b="1" dirty="0" smtClean="0"/>
              <a:t>Object </a:t>
            </a:r>
            <a:r>
              <a:rPr lang="en-US" b="1" dirty="0" err="1" smtClean="0"/>
              <a:t>Destructuring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2393"/>
            <a:ext cx="8229600" cy="5486400"/>
          </a:xfrm>
        </p:spPr>
        <p:txBody>
          <a:bodyPr/>
          <a:lstStyle/>
          <a:p>
            <a:pPr algn="just">
              <a:buNone/>
            </a:pPr>
            <a:r>
              <a:rPr lang="en-US" b="1" dirty="0" smtClean="0"/>
              <a:t>Nested </a:t>
            </a:r>
            <a:r>
              <a:rPr lang="en-US" b="1" dirty="0" smtClean="0"/>
              <a:t>Object </a:t>
            </a:r>
            <a:r>
              <a:rPr lang="en-US" b="1" dirty="0" err="1" smtClean="0"/>
              <a:t>destructuring</a:t>
            </a:r>
            <a:r>
              <a:rPr lang="en-US" b="1" dirty="0" smtClean="0"/>
              <a:t> </a:t>
            </a:r>
            <a:r>
              <a:rPr lang="en-US" b="1" dirty="0" smtClean="0"/>
              <a:t>:</a:t>
            </a:r>
          </a:p>
          <a:p>
            <a:pPr algn="just">
              <a:buNone/>
            </a:pPr>
            <a:endParaRPr lang="en-IN" dirty="0" smtClean="0"/>
          </a:p>
          <a:p>
            <a:pPr algn="just">
              <a:buNone/>
            </a:pPr>
            <a:r>
              <a:rPr lang="en-US" dirty="0" smtClean="0"/>
              <a:t>const marks = {</a:t>
            </a:r>
          </a:p>
          <a:p>
            <a:pPr algn="just">
              <a:buNone/>
            </a:pPr>
            <a:r>
              <a:rPr lang="en-US" dirty="0" smtClean="0"/>
              <a:t>    section1: { alpha: 15, beta: 16 },</a:t>
            </a:r>
          </a:p>
          <a:p>
            <a:pPr algn="just">
              <a:buNone/>
            </a:pPr>
            <a:r>
              <a:rPr lang="en-US" dirty="0" smtClean="0"/>
              <a:t>    section2: { alpha: -31, beta: 19 }</a:t>
            </a:r>
          </a:p>
          <a:p>
            <a:pPr algn="just">
              <a:buNone/>
            </a:pPr>
            <a:r>
              <a:rPr lang="en-US" dirty="0" smtClean="0"/>
              <a:t>};</a:t>
            </a:r>
          </a:p>
          <a:p>
            <a:pPr algn="just">
              <a:buNone/>
            </a:pPr>
            <a:r>
              <a:rPr lang="en-US" dirty="0" smtClean="0"/>
              <a:t>const { section1: { alpha: alpha1, beta: beta1 } } = marks;</a:t>
            </a:r>
          </a:p>
          <a:p>
            <a:pPr algn="just">
              <a:buNone/>
            </a:pPr>
            <a:r>
              <a:rPr lang="en-US" dirty="0" smtClean="0"/>
              <a:t>console.log(alpha1, beta1</a:t>
            </a:r>
            <a:r>
              <a:rPr lang="en-US" dirty="0" smtClean="0"/>
              <a:t>);   // 15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8480" y="152400"/>
            <a:ext cx="3167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sz="3200" b="1" dirty="0" smtClean="0"/>
              <a:t>JSON Handling</a:t>
            </a:r>
            <a:endParaRPr lang="en-US" sz="3200" b="1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9080" y="1341783"/>
            <a:ext cx="862584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JSON (JavaScript Object Notation)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is a lightweight data-interchange format used to store and exchange data between a server and a client.</a:t>
            </a:r>
          </a:p>
          <a:p>
            <a:pPr algn="just"/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Characteristics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of JSON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5" algn="just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Data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is in 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key–value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pairs</a:t>
            </a:r>
          </a:p>
          <a:p>
            <a:pPr lvl="0" algn="just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Keys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and string values must be in 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double quotes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Language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independent but based on JavaScript syntax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Example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JSON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{ "name": "John", "age": 30, "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isStudent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": false }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77078" y="1470990"/>
            <a:ext cx="8269357" cy="4885359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JSON.stringify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() converts a JavaScript object into a JSON string.</a:t>
            </a:r>
          </a:p>
          <a:p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JSON.stringify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(value); </a:t>
            </a:r>
          </a:p>
          <a:p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= { name: "John", age: 30 };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jsonString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JSON.stringify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);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console.log(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jsonString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);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// {"name":"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</a:rPr>
              <a:t>John","age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":30}</a:t>
            </a:r>
            <a:endParaRPr lang="en-US" altLang="zh-CN" sz="2200" dirty="0">
              <a:solidFill>
                <a:srgbClr val="273239"/>
              </a:solidFill>
              <a:latin typeface="Times New Roman" pitchFamily="18" charset="0"/>
              <a:ea typeface="Nunito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62698" y="184044"/>
            <a:ext cx="33041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 smtClean="0"/>
              <a:t>JSON.stringify</a:t>
            </a:r>
            <a:r>
              <a:rPr lang="en-US" sz="3200" b="1" dirty="0" smtClean="0"/>
              <a:t>()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16834" y="1323856"/>
            <a:ext cx="8140149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JSON.parse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() converts a JSON string into a JavaScript object.</a:t>
            </a:r>
          </a:p>
          <a:p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JSON.parse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jsonString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jsonData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= '{"name":"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John","age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":30}';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JSON.parse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jsonData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);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console.log(obj.name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);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John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console.log(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obj.age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);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4156" y="246949"/>
            <a:ext cx="5183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 smtClean="0"/>
              <a:t>JSON.parse</a:t>
            </a:r>
            <a:r>
              <a:rPr lang="en-US" sz="3200" b="1" dirty="0" smtClean="0"/>
              <a:t>()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435634" y="2388215"/>
            <a:ext cx="37240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Thank</a:t>
            </a:r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US" sz="54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You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4012</TotalTime>
  <Words>275</Words>
  <Application>Microsoft Office PowerPoint</Application>
  <PresentationFormat>On-screen Show (4:3)</PresentationFormat>
  <Paragraphs>134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Times New Roman</vt:lpstr>
      <vt:lpstr>Calibri</vt:lpstr>
      <vt:lpstr>Verdana</vt:lpstr>
      <vt:lpstr>Nunito</vt:lpstr>
      <vt:lpstr>Office Theme</vt:lpstr>
      <vt:lpstr>Slide 1</vt:lpstr>
      <vt:lpstr>Destructuring in JavaScript</vt:lpstr>
      <vt:lpstr>Slide 3</vt:lpstr>
      <vt:lpstr>Slide 4</vt:lpstr>
      <vt:lpstr>Slide 5</vt:lpstr>
      <vt:lpstr>Slide 6</vt:lpstr>
      <vt:lpstr>Object Destructuring</vt:lpstr>
      <vt:lpstr>Object Destructuring</vt:lpstr>
      <vt:lpstr>Object Destructuring</vt:lpstr>
      <vt:lpstr>Object Destructuring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Chinmaya</cp:lastModifiedBy>
  <cp:revision>129</cp:revision>
  <dcterms:created xsi:type="dcterms:W3CDTF">2010-04-09T07:36:00Z</dcterms:created>
  <dcterms:modified xsi:type="dcterms:W3CDTF">2026-02-02T04:54:06Z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0816DB4EA2254B8095D92CBE0445F10C_13</vt:lpwstr>
  </property>
  <property fmtid="{D5CDD505-2E9C-101B-9397-08002B2CF9AE}" pid="3" name="KSOProductBuildVer">
    <vt:lpwstr>1033-12.2.0.23196</vt:lpwstr>
  </property>
</Properties>
</file>