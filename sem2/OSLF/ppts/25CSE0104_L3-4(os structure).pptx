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3.xml" ContentType="application/vnd.openxmlformats-officedocument.theme+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2"/>
    <p:sldMasterId id="2147483674" r:id="rId3"/>
    <p:sldMasterId id="2147483687" r:id="rId4"/>
  </p:sldMasterIdLst>
  <p:notesMasterIdLst>
    <p:notesMasterId r:id="rId56"/>
  </p:notesMasterIdLst>
  <p:sldIdLst>
    <p:sldId id="256" r:id="rId5"/>
    <p:sldId id="257" r:id="rId6"/>
    <p:sldId id="258" r:id="rId7"/>
    <p:sldId id="259" r:id="rId8"/>
    <p:sldId id="260" r:id="rId9"/>
    <p:sldId id="261" r:id="rId10"/>
    <p:sldId id="262" r:id="rId11"/>
    <p:sldId id="309" r:id="rId12"/>
    <p:sldId id="263" r:id="rId13"/>
    <p:sldId id="264" r:id="rId14"/>
    <p:sldId id="265" r:id="rId15"/>
    <p:sldId id="266" r:id="rId16"/>
    <p:sldId id="267" r:id="rId17"/>
    <p:sldId id="268" r:id="rId18"/>
    <p:sldId id="269" r:id="rId19"/>
    <p:sldId id="270" r:id="rId20"/>
    <p:sldId id="271" r:id="rId21"/>
    <p:sldId id="272"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 id="297" r:id="rId44"/>
    <p:sldId id="298" r:id="rId45"/>
    <p:sldId id="299" r:id="rId46"/>
    <p:sldId id="300" r:id="rId47"/>
    <p:sldId id="301" r:id="rId48"/>
    <p:sldId id="302" r:id="rId49"/>
    <p:sldId id="303" r:id="rId50"/>
    <p:sldId id="304" r:id="rId51"/>
    <p:sldId id="305" r:id="rId52"/>
    <p:sldId id="306" r:id="rId53"/>
    <p:sldId id="307" r:id="rId54"/>
    <p:sldId id="308" r:id="rId5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303"/>
    <p:restoredTop sz="94671"/>
  </p:normalViewPr>
  <p:slideViewPr>
    <p:cSldViewPr snapToGrid="0">
      <p:cViewPr varScale="1">
        <p:scale>
          <a:sx n="78" d="100"/>
          <a:sy n="78" d="100"/>
        </p:scale>
        <p:origin x="1426"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7" Type="http://schemas.openxmlformats.org/officeDocument/2006/relationships/slide" Target="slides/slide3.xml"/><Relationship Id="rId2" Type="http://schemas.openxmlformats.org/officeDocument/2006/relationships/slideMaster" Target="slideMasters/slideMaster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viewProps" Target="viewProps.xml"/><Relationship Id="rId5" Type="http://schemas.openxmlformats.org/officeDocument/2006/relationships/slide" Target="slides/slide1.xml"/><Relationship Id="rId19" Type="http://schemas.openxmlformats.org/officeDocument/2006/relationships/slide" Target="slides/slide15.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notesMaster" Target="notesMasters/notesMaster1.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theme" Target="theme/theme1.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1" Type="http://schemas.openxmlformats.org/officeDocument/2006/relationships/slideMaster" Target="slideMasters/slideMaster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presProps" Target="presProps.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06" name="PlaceHolder 1"/>
          <p:cNvSpPr>
            <a:spLocks noGrp="1" noRot="1" noChangeAspect="1"/>
          </p:cNvSpPr>
          <p:nvPr>
            <p:ph type="sldImg"/>
          </p:nvPr>
        </p:nvSpPr>
        <p:spPr>
          <a:xfrm>
            <a:off x="216000" y="812520"/>
            <a:ext cx="7127280" cy="4008960"/>
          </a:xfrm>
          <a:prstGeom prst="rect">
            <a:avLst/>
          </a:prstGeom>
          <a:noFill/>
          <a:ln w="0">
            <a:noFill/>
          </a:ln>
        </p:spPr>
        <p:txBody>
          <a:bodyPr lIns="0" tIns="0" rIns="0" bIns="0" anchor="ctr">
            <a:noAutofit/>
          </a:bodyPr>
          <a:lstStyle/>
          <a:p>
            <a:r>
              <a:rPr lang="en-US" sz="1800" b="0" strike="noStrike" spc="-1">
                <a:solidFill>
                  <a:srgbClr val="000000"/>
                </a:solidFill>
                <a:latin typeface="Arial" panose="020B0604020202090204"/>
              </a:rPr>
              <a:t>Click to move the slide</a:t>
            </a:r>
          </a:p>
        </p:txBody>
      </p:sp>
      <p:sp>
        <p:nvSpPr>
          <p:cNvPr id="207"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marL="215900" indent="0">
              <a:buNone/>
            </a:pPr>
            <a:r>
              <a:rPr lang="en-IN" sz="2000" b="0" strike="noStrike" spc="-1">
                <a:solidFill>
                  <a:srgbClr val="000000"/>
                </a:solidFill>
                <a:latin typeface="Arial" panose="020B0604020202090204"/>
              </a:rPr>
              <a:t>Click to edit the notes format</a:t>
            </a:r>
          </a:p>
        </p:txBody>
      </p:sp>
      <p:sp>
        <p:nvSpPr>
          <p:cNvPr id="208" name="PlaceHolder 3"/>
          <p:cNvSpPr>
            <a:spLocks noGrp="1"/>
          </p:cNvSpPr>
          <p:nvPr>
            <p:ph type="hdr"/>
          </p:nvPr>
        </p:nvSpPr>
        <p:spPr>
          <a:xfrm>
            <a:off x="0" y="0"/>
            <a:ext cx="3280680" cy="534240"/>
          </a:xfrm>
          <a:prstGeom prst="rect">
            <a:avLst/>
          </a:prstGeom>
          <a:noFill/>
          <a:ln w="0">
            <a:noFill/>
          </a:ln>
        </p:spPr>
        <p:txBody>
          <a:bodyPr lIns="0" tIns="0" rIns="0" bIns="0" anchor="t">
            <a:noAutofit/>
          </a:bodyPr>
          <a:lstStyle/>
          <a:p>
            <a:pPr indent="0">
              <a:buNone/>
            </a:pPr>
            <a:r>
              <a:rPr lang="en-IN" sz="1400" b="0" strike="noStrike" spc="-1">
                <a:solidFill>
                  <a:srgbClr val="000000"/>
                </a:solidFill>
                <a:latin typeface="Times New Roman" panose="02020503050405090304"/>
              </a:rPr>
              <a:t>&lt;header&gt;</a:t>
            </a:r>
          </a:p>
        </p:txBody>
      </p:sp>
      <p:sp>
        <p:nvSpPr>
          <p:cNvPr id="209" name="PlaceHolder 4"/>
          <p:cNvSpPr>
            <a:spLocks noGrp="1"/>
          </p:cNvSpPr>
          <p:nvPr>
            <p:ph type="dt" idx="7"/>
          </p:nvPr>
        </p:nvSpPr>
        <p:spPr>
          <a:xfrm>
            <a:off x="4278960" y="0"/>
            <a:ext cx="3280680" cy="534240"/>
          </a:xfrm>
          <a:prstGeom prst="rect">
            <a:avLst/>
          </a:prstGeom>
          <a:noFill/>
          <a:ln w="0">
            <a:noFill/>
          </a:ln>
        </p:spPr>
        <p:txBody>
          <a:bodyPr lIns="0" tIns="0" rIns="0" bIns="0" anchor="t">
            <a:noAutofit/>
          </a:bodyPr>
          <a:lstStyle>
            <a:lvl1pPr indent="0" algn="r">
              <a:buNone/>
              <a:defRPr lang="en-IN" sz="1400" b="0" strike="noStrike" spc="-1">
                <a:solidFill>
                  <a:srgbClr val="000000"/>
                </a:solidFill>
                <a:latin typeface="Times New Roman" panose="02020503050405090304"/>
              </a:defRPr>
            </a:lvl1pPr>
          </a:lstStyle>
          <a:p>
            <a:pPr indent="0" algn="r">
              <a:buNone/>
            </a:pPr>
            <a:r>
              <a:rPr lang="en-IN" sz="1400" b="0" strike="noStrike" spc="-1">
                <a:solidFill>
                  <a:srgbClr val="000000"/>
                </a:solidFill>
                <a:latin typeface="Times New Roman" panose="02020503050405090304"/>
              </a:rPr>
              <a:t>&lt;date/time&gt;</a:t>
            </a:r>
          </a:p>
        </p:txBody>
      </p:sp>
      <p:sp>
        <p:nvSpPr>
          <p:cNvPr id="210" name="PlaceHolder 5"/>
          <p:cNvSpPr>
            <a:spLocks noGrp="1"/>
          </p:cNvSpPr>
          <p:nvPr>
            <p:ph type="ftr" idx="8"/>
          </p:nvPr>
        </p:nvSpPr>
        <p:spPr>
          <a:xfrm>
            <a:off x="0" y="10157400"/>
            <a:ext cx="3280680" cy="534240"/>
          </a:xfrm>
          <a:prstGeom prst="rect">
            <a:avLst/>
          </a:prstGeom>
          <a:noFill/>
          <a:ln w="0">
            <a:noFill/>
          </a:ln>
        </p:spPr>
        <p:txBody>
          <a:bodyPr lIns="0" tIns="0" rIns="0" bIns="0" anchor="b">
            <a:noAutofit/>
          </a:bodyPr>
          <a:lstStyle>
            <a:lvl1pPr indent="0">
              <a:buNone/>
              <a:defRPr lang="en-IN" sz="1400" b="0" strike="noStrike" spc="-1">
                <a:solidFill>
                  <a:srgbClr val="000000"/>
                </a:solidFill>
                <a:latin typeface="Times New Roman" panose="02020503050405090304"/>
              </a:defRPr>
            </a:lvl1pPr>
          </a:lstStyle>
          <a:p>
            <a:pPr indent="0">
              <a:buNone/>
            </a:pPr>
            <a:r>
              <a:rPr lang="en-IN" sz="1400" b="0" strike="noStrike" spc="-1">
                <a:solidFill>
                  <a:srgbClr val="000000"/>
                </a:solidFill>
                <a:latin typeface="Times New Roman" panose="02020503050405090304"/>
              </a:rPr>
              <a:t>&lt;footer&gt;</a:t>
            </a:r>
          </a:p>
        </p:txBody>
      </p:sp>
      <p:sp>
        <p:nvSpPr>
          <p:cNvPr id="211" name="PlaceHolder 6"/>
          <p:cNvSpPr>
            <a:spLocks noGrp="1"/>
          </p:cNvSpPr>
          <p:nvPr>
            <p:ph type="sldNum" idx="9"/>
          </p:nvPr>
        </p:nvSpPr>
        <p:spPr>
          <a:xfrm>
            <a:off x="4278960" y="10157400"/>
            <a:ext cx="3280680" cy="534240"/>
          </a:xfrm>
          <a:prstGeom prst="rect">
            <a:avLst/>
          </a:prstGeom>
          <a:noFill/>
          <a:ln w="0">
            <a:noFill/>
          </a:ln>
        </p:spPr>
        <p:txBody>
          <a:bodyPr lIns="0" tIns="0" rIns="0" bIns="0" anchor="b">
            <a:noAutofit/>
          </a:bodyPr>
          <a:lstStyle>
            <a:lvl1pPr indent="0" algn="r">
              <a:buNone/>
              <a:defRPr lang="en-IN" sz="1400" b="0" strike="noStrike" spc="-1">
                <a:solidFill>
                  <a:srgbClr val="000000"/>
                </a:solidFill>
                <a:latin typeface="Times New Roman" panose="02020503050405090304"/>
              </a:defRPr>
            </a:lvl1pPr>
          </a:lstStyle>
          <a:p>
            <a:pPr indent="0" algn="r">
              <a:buNone/>
            </a:pPr>
            <a:fld id="{5CF6CDBC-8062-468B-AD30-53073D56375D}" type="slidenum">
              <a:rPr lang="en-IN" sz="1400" b="0" strike="noStrike" spc="-1">
                <a:solidFill>
                  <a:srgbClr val="000000"/>
                </a:solidFill>
                <a:latin typeface="Times New Roman" panose="02020503050405090304"/>
              </a:rPr>
              <a:t>‹#›</a:t>
            </a:fld>
            <a:endParaRPr lang="en-IN" sz="1400" b="0" strike="noStrike" spc="-1">
              <a:solidFill>
                <a:srgbClr val="000000"/>
              </a:solidFill>
              <a:latin typeface="Times New Roman" panose="02020503050405090304"/>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0" name="Google Shape;48;p5:notes"/>
          <p:cNvSpPr/>
          <p:nvPr/>
        </p:nvSpPr>
        <p:spPr>
          <a:xfrm>
            <a:off x="3900600" y="8832960"/>
            <a:ext cx="2980080" cy="462600"/>
          </a:xfrm>
          <a:prstGeom prst="rect">
            <a:avLst/>
          </a:prstGeom>
          <a:noFill/>
          <a:ln w="0">
            <a:noFill/>
          </a:ln>
        </p:spPr>
        <p:style>
          <a:lnRef idx="0">
            <a:scrgbClr r="0" g="0" b="0"/>
          </a:lnRef>
          <a:fillRef idx="0">
            <a:scrgbClr r="0" g="0" b="0"/>
          </a:fillRef>
          <a:effectRef idx="0">
            <a:scrgbClr r="0" g="0" b="0"/>
          </a:effectRef>
          <a:fontRef idx="minor"/>
        </p:style>
        <p:txBody>
          <a:bodyPr lIns="92520" tIns="46080" rIns="92520" bIns="46080" anchor="b">
            <a:noAutofit/>
          </a:bodyPr>
          <a:lstStyle/>
          <a:p>
            <a:pPr algn="r">
              <a:lnSpc>
                <a:spcPct val="100000"/>
              </a:lnSpc>
              <a:tabLst>
                <a:tab pos="0" algn="l"/>
              </a:tabLst>
            </a:pPr>
            <a:fld id="{73D50937-EFE0-4514-88A1-7A4F8ACF3BBA}" type="slidenum">
              <a:rPr lang="en-US" sz="1200" b="0" strike="noStrike" spc="-1">
                <a:solidFill>
                  <a:srgbClr val="000000"/>
                </a:solidFill>
                <a:latin typeface="Times New Roman" panose="02020503050405090304"/>
                <a:ea typeface="Times New Roman" panose="02020503050405090304"/>
              </a:rPr>
              <a:t>2</a:t>
            </a:fld>
            <a:endParaRPr lang="en-IN" sz="1200" b="0" strike="noStrike" spc="-1">
              <a:solidFill>
                <a:srgbClr val="000000"/>
              </a:solidFill>
              <a:latin typeface="Arial" panose="020B0604020202090204"/>
            </a:endParaRPr>
          </a:p>
        </p:txBody>
      </p:sp>
      <p:sp>
        <p:nvSpPr>
          <p:cNvPr id="341" name="PlaceHolder 1"/>
          <p:cNvSpPr>
            <a:spLocks noGrp="1" noRot="1" noChangeAspect="1"/>
          </p:cNvSpPr>
          <p:nvPr>
            <p:ph type="sldImg"/>
          </p:nvPr>
        </p:nvSpPr>
        <p:spPr>
          <a:xfrm>
            <a:off x="1117440" y="698400"/>
            <a:ext cx="4647960" cy="3485880"/>
          </a:xfrm>
          <a:prstGeom prst="rect">
            <a:avLst/>
          </a:prstGeom>
          <a:ln w="0">
            <a:noFill/>
          </a:ln>
        </p:spPr>
      </p:sp>
      <p:sp>
        <p:nvSpPr>
          <p:cNvPr id="342" name="PlaceHolder 2"/>
          <p:cNvSpPr>
            <a:spLocks noGrp="1"/>
          </p:cNvSpPr>
          <p:nvPr>
            <p:ph type="body"/>
          </p:nvPr>
        </p:nvSpPr>
        <p:spPr>
          <a:xfrm>
            <a:off x="917640" y="4416480"/>
            <a:ext cx="5045760" cy="4180320"/>
          </a:xfrm>
          <a:prstGeom prst="rect">
            <a:avLst/>
          </a:prstGeom>
          <a:noFill/>
          <a:ln w="0">
            <a:noFill/>
          </a:ln>
        </p:spPr>
        <p:txBody>
          <a:bodyPr lIns="92520" tIns="46080" rIns="92520" bIns="46080" anchor="ctr">
            <a:noAutofit/>
          </a:bodyPr>
          <a:lstStyle/>
          <a:p>
            <a:pPr marL="215900" indent="0">
              <a:buNone/>
            </a:pPr>
            <a:endParaRPr lang="en-IN" sz="1800" b="0" strike="noStrike" spc="-1">
              <a:solidFill>
                <a:srgbClr val="000000"/>
              </a:solidFill>
              <a:latin typeface="Arial" panose="020B0604020202090204"/>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3" name="Google Shape;55;p7:notes"/>
          <p:cNvSpPr/>
          <p:nvPr/>
        </p:nvSpPr>
        <p:spPr>
          <a:xfrm>
            <a:off x="3900600" y="8832960"/>
            <a:ext cx="2980080" cy="462600"/>
          </a:xfrm>
          <a:prstGeom prst="rect">
            <a:avLst/>
          </a:prstGeom>
          <a:noFill/>
          <a:ln w="0">
            <a:noFill/>
          </a:ln>
        </p:spPr>
        <p:style>
          <a:lnRef idx="0">
            <a:scrgbClr r="0" g="0" b="0"/>
          </a:lnRef>
          <a:fillRef idx="0">
            <a:scrgbClr r="0" g="0" b="0"/>
          </a:fillRef>
          <a:effectRef idx="0">
            <a:scrgbClr r="0" g="0" b="0"/>
          </a:effectRef>
          <a:fontRef idx="minor"/>
        </p:style>
        <p:txBody>
          <a:bodyPr lIns="92520" tIns="46080" rIns="92520" bIns="46080" anchor="b">
            <a:noAutofit/>
          </a:bodyPr>
          <a:lstStyle/>
          <a:p>
            <a:pPr algn="r">
              <a:lnSpc>
                <a:spcPct val="100000"/>
              </a:lnSpc>
              <a:tabLst>
                <a:tab pos="0" algn="l"/>
              </a:tabLst>
            </a:pPr>
            <a:fld id="{DA06A62D-4EA9-4FAE-9D3D-20643605C957}" type="slidenum">
              <a:rPr lang="en-US" sz="1200" b="0" strike="noStrike" spc="-1">
                <a:solidFill>
                  <a:srgbClr val="000000"/>
                </a:solidFill>
                <a:latin typeface="Times New Roman" panose="02020503050405090304"/>
                <a:ea typeface="Times New Roman" panose="02020503050405090304"/>
              </a:rPr>
              <a:t>19</a:t>
            </a:fld>
            <a:endParaRPr lang="en-IN" sz="1200" b="0" strike="noStrike" spc="-1">
              <a:solidFill>
                <a:srgbClr val="000000"/>
              </a:solidFill>
              <a:latin typeface="Arial" panose="020B0604020202090204"/>
            </a:endParaRPr>
          </a:p>
        </p:txBody>
      </p:sp>
      <p:sp>
        <p:nvSpPr>
          <p:cNvPr id="344" name="PlaceHolder 1"/>
          <p:cNvSpPr>
            <a:spLocks noGrp="1" noRot="1" noChangeAspect="1"/>
          </p:cNvSpPr>
          <p:nvPr>
            <p:ph type="sldImg"/>
          </p:nvPr>
        </p:nvSpPr>
        <p:spPr>
          <a:xfrm>
            <a:off x="1117440" y="698400"/>
            <a:ext cx="4647240" cy="3485160"/>
          </a:xfrm>
          <a:prstGeom prst="rect">
            <a:avLst/>
          </a:prstGeom>
          <a:ln w="0">
            <a:noFill/>
          </a:ln>
        </p:spPr>
      </p:sp>
      <p:sp>
        <p:nvSpPr>
          <p:cNvPr id="345" name="PlaceHolder 2"/>
          <p:cNvSpPr>
            <a:spLocks noGrp="1"/>
          </p:cNvSpPr>
          <p:nvPr>
            <p:ph type="body"/>
          </p:nvPr>
        </p:nvSpPr>
        <p:spPr>
          <a:xfrm>
            <a:off x="917640" y="4416480"/>
            <a:ext cx="5045760" cy="4180320"/>
          </a:xfrm>
          <a:prstGeom prst="rect">
            <a:avLst/>
          </a:prstGeom>
          <a:noFill/>
          <a:ln w="0">
            <a:noFill/>
          </a:ln>
        </p:spPr>
        <p:txBody>
          <a:bodyPr lIns="92520" tIns="46080" rIns="92520" bIns="46080" anchor="ctr">
            <a:noAutofit/>
          </a:bodyPr>
          <a:lstStyle/>
          <a:p>
            <a:pPr marL="215900" indent="0">
              <a:buNone/>
            </a:pPr>
            <a:endParaRPr lang="en-IN" sz="1800" b="0" strike="noStrike" spc="-1">
              <a:solidFill>
                <a:srgbClr val="000000"/>
              </a:solidFill>
              <a:latin typeface="Arial" panose="020B0604020202090204"/>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6" name="Google Shape;62;p8:notes"/>
          <p:cNvSpPr/>
          <p:nvPr/>
        </p:nvSpPr>
        <p:spPr>
          <a:xfrm>
            <a:off x="3900600" y="8832960"/>
            <a:ext cx="2980080" cy="462600"/>
          </a:xfrm>
          <a:prstGeom prst="rect">
            <a:avLst/>
          </a:prstGeom>
          <a:noFill/>
          <a:ln w="0">
            <a:noFill/>
          </a:ln>
        </p:spPr>
        <p:style>
          <a:lnRef idx="0">
            <a:scrgbClr r="0" g="0" b="0"/>
          </a:lnRef>
          <a:fillRef idx="0">
            <a:scrgbClr r="0" g="0" b="0"/>
          </a:fillRef>
          <a:effectRef idx="0">
            <a:scrgbClr r="0" g="0" b="0"/>
          </a:effectRef>
          <a:fontRef idx="minor"/>
        </p:style>
        <p:txBody>
          <a:bodyPr lIns="92520" tIns="46080" rIns="92520" bIns="46080" anchor="b">
            <a:noAutofit/>
          </a:bodyPr>
          <a:lstStyle/>
          <a:p>
            <a:pPr algn="r">
              <a:lnSpc>
                <a:spcPct val="100000"/>
              </a:lnSpc>
              <a:tabLst>
                <a:tab pos="0" algn="l"/>
              </a:tabLst>
            </a:pPr>
            <a:fld id="{B2E4E582-E20A-4875-8CE8-95D1595B63C7}" type="slidenum">
              <a:rPr lang="en-US" sz="1200" b="0" strike="noStrike" spc="-1">
                <a:solidFill>
                  <a:srgbClr val="000000"/>
                </a:solidFill>
                <a:latin typeface="Times New Roman" panose="02020503050405090304"/>
                <a:ea typeface="Times New Roman" panose="02020503050405090304"/>
              </a:rPr>
              <a:t>20</a:t>
            </a:fld>
            <a:endParaRPr lang="en-IN" sz="1200" b="0" strike="noStrike" spc="-1">
              <a:solidFill>
                <a:srgbClr val="000000"/>
              </a:solidFill>
              <a:latin typeface="Arial" panose="020B0604020202090204"/>
            </a:endParaRPr>
          </a:p>
        </p:txBody>
      </p:sp>
      <p:sp>
        <p:nvSpPr>
          <p:cNvPr id="347" name="PlaceHolder 1"/>
          <p:cNvSpPr>
            <a:spLocks noGrp="1" noRot="1" noChangeAspect="1"/>
          </p:cNvSpPr>
          <p:nvPr>
            <p:ph type="sldImg"/>
          </p:nvPr>
        </p:nvSpPr>
        <p:spPr>
          <a:xfrm>
            <a:off x="1117440" y="698400"/>
            <a:ext cx="4647240" cy="3485160"/>
          </a:xfrm>
          <a:prstGeom prst="rect">
            <a:avLst/>
          </a:prstGeom>
          <a:ln w="0">
            <a:noFill/>
          </a:ln>
        </p:spPr>
      </p:sp>
      <p:sp>
        <p:nvSpPr>
          <p:cNvPr id="348" name="PlaceHolder 2"/>
          <p:cNvSpPr>
            <a:spLocks noGrp="1"/>
          </p:cNvSpPr>
          <p:nvPr>
            <p:ph type="body"/>
          </p:nvPr>
        </p:nvSpPr>
        <p:spPr>
          <a:xfrm>
            <a:off x="917640" y="4416480"/>
            <a:ext cx="5045760" cy="4180320"/>
          </a:xfrm>
          <a:prstGeom prst="rect">
            <a:avLst/>
          </a:prstGeom>
          <a:noFill/>
          <a:ln w="0">
            <a:noFill/>
          </a:ln>
        </p:spPr>
        <p:txBody>
          <a:bodyPr lIns="92520" tIns="46080" rIns="92520" bIns="46080" anchor="ctr">
            <a:noAutofit/>
          </a:bodyPr>
          <a:lstStyle/>
          <a:p>
            <a:pPr marL="215900" indent="0">
              <a:buNone/>
            </a:pPr>
            <a:endParaRPr lang="en-IN" sz="1800" b="0" strike="noStrike" spc="-1">
              <a:solidFill>
                <a:srgbClr val="000000"/>
              </a:solidFill>
              <a:latin typeface="Arial" panose="020B0604020202090204"/>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9" name="Google Shape;69;p9:notes"/>
          <p:cNvSpPr/>
          <p:nvPr/>
        </p:nvSpPr>
        <p:spPr>
          <a:xfrm>
            <a:off x="3900600" y="8832960"/>
            <a:ext cx="2980080" cy="462600"/>
          </a:xfrm>
          <a:prstGeom prst="rect">
            <a:avLst/>
          </a:prstGeom>
          <a:noFill/>
          <a:ln w="0">
            <a:noFill/>
          </a:ln>
        </p:spPr>
        <p:style>
          <a:lnRef idx="0">
            <a:scrgbClr r="0" g="0" b="0"/>
          </a:lnRef>
          <a:fillRef idx="0">
            <a:scrgbClr r="0" g="0" b="0"/>
          </a:fillRef>
          <a:effectRef idx="0">
            <a:scrgbClr r="0" g="0" b="0"/>
          </a:effectRef>
          <a:fontRef idx="minor"/>
        </p:style>
        <p:txBody>
          <a:bodyPr lIns="92520" tIns="46080" rIns="92520" bIns="46080" anchor="b">
            <a:noAutofit/>
          </a:bodyPr>
          <a:lstStyle/>
          <a:p>
            <a:pPr algn="r">
              <a:lnSpc>
                <a:spcPct val="100000"/>
              </a:lnSpc>
              <a:tabLst>
                <a:tab pos="0" algn="l"/>
              </a:tabLst>
            </a:pPr>
            <a:fld id="{DD7D9440-B638-4D8D-A6BF-65E85D4E9755}" type="slidenum">
              <a:rPr lang="en-US" sz="1200" b="0" strike="noStrike" spc="-1">
                <a:solidFill>
                  <a:srgbClr val="000000"/>
                </a:solidFill>
                <a:latin typeface="Times New Roman" panose="02020503050405090304"/>
                <a:ea typeface="Times New Roman" panose="02020503050405090304"/>
              </a:rPr>
              <a:t>21</a:t>
            </a:fld>
            <a:endParaRPr lang="en-IN" sz="1200" b="0" strike="noStrike" spc="-1">
              <a:solidFill>
                <a:srgbClr val="000000"/>
              </a:solidFill>
              <a:latin typeface="Arial" panose="020B0604020202090204"/>
            </a:endParaRPr>
          </a:p>
        </p:txBody>
      </p:sp>
      <p:sp>
        <p:nvSpPr>
          <p:cNvPr id="350" name="PlaceHolder 1"/>
          <p:cNvSpPr>
            <a:spLocks noGrp="1" noRot="1" noChangeAspect="1"/>
          </p:cNvSpPr>
          <p:nvPr>
            <p:ph type="sldImg"/>
          </p:nvPr>
        </p:nvSpPr>
        <p:spPr>
          <a:xfrm>
            <a:off x="1117440" y="698400"/>
            <a:ext cx="4647240" cy="3485160"/>
          </a:xfrm>
          <a:prstGeom prst="rect">
            <a:avLst/>
          </a:prstGeom>
          <a:ln w="0">
            <a:noFill/>
          </a:ln>
        </p:spPr>
      </p:sp>
      <p:sp>
        <p:nvSpPr>
          <p:cNvPr id="351" name="PlaceHolder 2"/>
          <p:cNvSpPr>
            <a:spLocks noGrp="1"/>
          </p:cNvSpPr>
          <p:nvPr>
            <p:ph type="body"/>
          </p:nvPr>
        </p:nvSpPr>
        <p:spPr>
          <a:xfrm>
            <a:off x="917640" y="4416480"/>
            <a:ext cx="5045760" cy="4180320"/>
          </a:xfrm>
          <a:prstGeom prst="rect">
            <a:avLst/>
          </a:prstGeom>
          <a:noFill/>
          <a:ln w="0">
            <a:noFill/>
          </a:ln>
        </p:spPr>
        <p:txBody>
          <a:bodyPr lIns="92520" tIns="46080" rIns="92520" bIns="46080" anchor="ctr">
            <a:noAutofit/>
          </a:bodyPr>
          <a:lstStyle/>
          <a:p>
            <a:pPr marL="215900" indent="0">
              <a:buNone/>
            </a:pPr>
            <a:endParaRPr lang="en-IN" sz="1800" b="0" strike="noStrike" spc="-1">
              <a:solidFill>
                <a:srgbClr val="000000"/>
              </a:solidFill>
              <a:latin typeface="Arial" panose="020B0604020202090204"/>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2" name="Google Shape;82;p11:notes"/>
          <p:cNvSpPr/>
          <p:nvPr/>
        </p:nvSpPr>
        <p:spPr>
          <a:xfrm>
            <a:off x="3900600" y="8832960"/>
            <a:ext cx="2980080" cy="462600"/>
          </a:xfrm>
          <a:prstGeom prst="rect">
            <a:avLst/>
          </a:prstGeom>
          <a:noFill/>
          <a:ln w="0">
            <a:noFill/>
          </a:ln>
        </p:spPr>
        <p:style>
          <a:lnRef idx="0">
            <a:scrgbClr r="0" g="0" b="0"/>
          </a:lnRef>
          <a:fillRef idx="0">
            <a:scrgbClr r="0" g="0" b="0"/>
          </a:fillRef>
          <a:effectRef idx="0">
            <a:scrgbClr r="0" g="0" b="0"/>
          </a:effectRef>
          <a:fontRef idx="minor"/>
        </p:style>
        <p:txBody>
          <a:bodyPr lIns="92520" tIns="46080" rIns="92520" bIns="46080" anchor="b">
            <a:noAutofit/>
          </a:bodyPr>
          <a:lstStyle/>
          <a:p>
            <a:pPr algn="r">
              <a:lnSpc>
                <a:spcPct val="100000"/>
              </a:lnSpc>
              <a:tabLst>
                <a:tab pos="0" algn="l"/>
              </a:tabLst>
            </a:pPr>
            <a:fld id="{88E18B3B-A3DC-4484-920A-423501058693}" type="slidenum">
              <a:rPr lang="en-US" sz="1200" b="0" strike="noStrike" spc="-1">
                <a:solidFill>
                  <a:srgbClr val="000000"/>
                </a:solidFill>
                <a:latin typeface="Times New Roman" panose="02020503050405090304"/>
                <a:ea typeface="Times New Roman" panose="02020503050405090304"/>
              </a:rPr>
              <a:t>23</a:t>
            </a:fld>
            <a:endParaRPr lang="en-IN" sz="1200" b="0" strike="noStrike" spc="-1">
              <a:solidFill>
                <a:srgbClr val="000000"/>
              </a:solidFill>
              <a:latin typeface="Arial" panose="020B0604020202090204"/>
            </a:endParaRPr>
          </a:p>
        </p:txBody>
      </p:sp>
      <p:sp>
        <p:nvSpPr>
          <p:cNvPr id="353" name="PlaceHolder 1"/>
          <p:cNvSpPr>
            <a:spLocks noGrp="1" noRot="1" noChangeAspect="1"/>
          </p:cNvSpPr>
          <p:nvPr>
            <p:ph type="sldImg"/>
          </p:nvPr>
        </p:nvSpPr>
        <p:spPr>
          <a:xfrm>
            <a:off x="1117440" y="698400"/>
            <a:ext cx="4647240" cy="3485160"/>
          </a:xfrm>
          <a:prstGeom prst="rect">
            <a:avLst/>
          </a:prstGeom>
          <a:ln w="0">
            <a:noFill/>
          </a:ln>
        </p:spPr>
      </p:sp>
      <p:sp>
        <p:nvSpPr>
          <p:cNvPr id="354" name="PlaceHolder 2"/>
          <p:cNvSpPr>
            <a:spLocks noGrp="1"/>
          </p:cNvSpPr>
          <p:nvPr>
            <p:ph type="body"/>
          </p:nvPr>
        </p:nvSpPr>
        <p:spPr>
          <a:xfrm>
            <a:off x="917640" y="4416480"/>
            <a:ext cx="5045760" cy="4180320"/>
          </a:xfrm>
          <a:prstGeom prst="rect">
            <a:avLst/>
          </a:prstGeom>
          <a:noFill/>
          <a:ln w="0">
            <a:noFill/>
          </a:ln>
        </p:spPr>
        <p:txBody>
          <a:bodyPr lIns="92520" tIns="46080" rIns="92520" bIns="46080" anchor="ctr">
            <a:noAutofit/>
          </a:bodyPr>
          <a:lstStyle/>
          <a:p>
            <a:pPr marL="215900" indent="0">
              <a:buNone/>
            </a:pPr>
            <a:endParaRPr lang="en-IN" sz="1800" b="0" strike="noStrike" spc="-1">
              <a:solidFill>
                <a:srgbClr val="000000"/>
              </a:solidFill>
              <a:latin typeface="Arial" panose="020B0604020202090204"/>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5" name="Google Shape;89;p16:notes"/>
          <p:cNvSpPr/>
          <p:nvPr/>
        </p:nvSpPr>
        <p:spPr>
          <a:xfrm>
            <a:off x="3900600" y="8832960"/>
            <a:ext cx="2980080" cy="462600"/>
          </a:xfrm>
          <a:prstGeom prst="rect">
            <a:avLst/>
          </a:prstGeom>
          <a:noFill/>
          <a:ln w="0">
            <a:noFill/>
          </a:ln>
        </p:spPr>
        <p:style>
          <a:lnRef idx="0">
            <a:scrgbClr r="0" g="0" b="0"/>
          </a:lnRef>
          <a:fillRef idx="0">
            <a:scrgbClr r="0" g="0" b="0"/>
          </a:fillRef>
          <a:effectRef idx="0">
            <a:scrgbClr r="0" g="0" b="0"/>
          </a:effectRef>
          <a:fontRef idx="minor"/>
        </p:style>
        <p:txBody>
          <a:bodyPr lIns="92520" tIns="46080" rIns="92520" bIns="46080" anchor="b">
            <a:noAutofit/>
          </a:bodyPr>
          <a:lstStyle/>
          <a:p>
            <a:pPr algn="r">
              <a:lnSpc>
                <a:spcPct val="100000"/>
              </a:lnSpc>
              <a:tabLst>
                <a:tab pos="0" algn="l"/>
              </a:tabLst>
            </a:pPr>
            <a:fld id="{B3CDC173-3F1E-4DC1-A491-DFBF3E5C92A6}" type="slidenum">
              <a:rPr lang="en-US" sz="1200" b="0" strike="noStrike" spc="-1">
                <a:solidFill>
                  <a:srgbClr val="000000"/>
                </a:solidFill>
                <a:latin typeface="Times New Roman" panose="02020503050405090304"/>
                <a:ea typeface="Times New Roman" panose="02020503050405090304"/>
              </a:rPr>
              <a:t>24</a:t>
            </a:fld>
            <a:endParaRPr lang="en-IN" sz="1200" b="0" strike="noStrike" spc="-1">
              <a:solidFill>
                <a:srgbClr val="000000"/>
              </a:solidFill>
              <a:latin typeface="Arial" panose="020B0604020202090204"/>
            </a:endParaRPr>
          </a:p>
        </p:txBody>
      </p:sp>
      <p:sp>
        <p:nvSpPr>
          <p:cNvPr id="356" name="PlaceHolder 1"/>
          <p:cNvSpPr>
            <a:spLocks noGrp="1" noRot="1" noChangeAspect="1"/>
          </p:cNvSpPr>
          <p:nvPr>
            <p:ph type="sldImg"/>
          </p:nvPr>
        </p:nvSpPr>
        <p:spPr>
          <a:xfrm>
            <a:off x="1117440" y="698400"/>
            <a:ext cx="4647960" cy="3485880"/>
          </a:xfrm>
          <a:prstGeom prst="rect">
            <a:avLst/>
          </a:prstGeom>
          <a:ln w="0">
            <a:noFill/>
          </a:ln>
        </p:spPr>
      </p:sp>
      <p:sp>
        <p:nvSpPr>
          <p:cNvPr id="357" name="PlaceHolder 2"/>
          <p:cNvSpPr>
            <a:spLocks noGrp="1"/>
          </p:cNvSpPr>
          <p:nvPr>
            <p:ph type="body"/>
          </p:nvPr>
        </p:nvSpPr>
        <p:spPr>
          <a:xfrm>
            <a:off x="917640" y="4416480"/>
            <a:ext cx="5045760" cy="4180320"/>
          </a:xfrm>
          <a:prstGeom prst="rect">
            <a:avLst/>
          </a:prstGeom>
          <a:noFill/>
          <a:ln w="0">
            <a:noFill/>
          </a:ln>
        </p:spPr>
        <p:txBody>
          <a:bodyPr lIns="92520" tIns="46080" rIns="92520" bIns="46080" anchor="ctr">
            <a:noAutofit/>
          </a:bodyPr>
          <a:lstStyle/>
          <a:p>
            <a:pPr marL="215900" indent="0">
              <a:buNone/>
            </a:pPr>
            <a:endParaRPr lang="en-IN" sz="1800" b="0" strike="noStrike" spc="-1">
              <a:solidFill>
                <a:srgbClr val="000000"/>
              </a:solidFill>
              <a:latin typeface="Arial" panose="020B0604020202090204"/>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 name="Google Shape;96;p17:notes"/>
          <p:cNvSpPr/>
          <p:nvPr/>
        </p:nvSpPr>
        <p:spPr>
          <a:xfrm>
            <a:off x="3900600" y="8832960"/>
            <a:ext cx="2980080" cy="462600"/>
          </a:xfrm>
          <a:prstGeom prst="rect">
            <a:avLst/>
          </a:prstGeom>
          <a:noFill/>
          <a:ln w="0">
            <a:noFill/>
          </a:ln>
        </p:spPr>
        <p:style>
          <a:lnRef idx="0">
            <a:scrgbClr r="0" g="0" b="0"/>
          </a:lnRef>
          <a:fillRef idx="0">
            <a:scrgbClr r="0" g="0" b="0"/>
          </a:fillRef>
          <a:effectRef idx="0">
            <a:scrgbClr r="0" g="0" b="0"/>
          </a:effectRef>
          <a:fontRef idx="minor"/>
        </p:style>
        <p:txBody>
          <a:bodyPr lIns="92520" tIns="46080" rIns="92520" bIns="46080" anchor="b">
            <a:noAutofit/>
          </a:bodyPr>
          <a:lstStyle/>
          <a:p>
            <a:pPr algn="r">
              <a:lnSpc>
                <a:spcPct val="100000"/>
              </a:lnSpc>
              <a:tabLst>
                <a:tab pos="0" algn="l"/>
              </a:tabLst>
            </a:pPr>
            <a:fld id="{7799A114-418D-4E20-A92A-FFBC7EE7D99D}" type="slidenum">
              <a:rPr lang="en-US" sz="1200" b="0" strike="noStrike" spc="-1">
                <a:solidFill>
                  <a:srgbClr val="000000"/>
                </a:solidFill>
                <a:latin typeface="Times New Roman" panose="02020503050405090304"/>
                <a:ea typeface="Times New Roman" panose="02020503050405090304"/>
              </a:rPr>
              <a:t>25</a:t>
            </a:fld>
            <a:endParaRPr lang="en-IN" sz="1200" b="0" strike="noStrike" spc="-1">
              <a:solidFill>
                <a:srgbClr val="000000"/>
              </a:solidFill>
              <a:latin typeface="Arial" panose="020B0604020202090204"/>
            </a:endParaRPr>
          </a:p>
        </p:txBody>
      </p:sp>
      <p:sp>
        <p:nvSpPr>
          <p:cNvPr id="359" name="PlaceHolder 1"/>
          <p:cNvSpPr>
            <a:spLocks noGrp="1" noRot="1" noChangeAspect="1"/>
          </p:cNvSpPr>
          <p:nvPr>
            <p:ph type="sldImg"/>
          </p:nvPr>
        </p:nvSpPr>
        <p:spPr>
          <a:xfrm>
            <a:off x="1117440" y="698400"/>
            <a:ext cx="4647960" cy="3485880"/>
          </a:xfrm>
          <a:prstGeom prst="rect">
            <a:avLst/>
          </a:prstGeom>
          <a:ln w="0">
            <a:noFill/>
          </a:ln>
        </p:spPr>
      </p:sp>
      <p:sp>
        <p:nvSpPr>
          <p:cNvPr id="360" name="PlaceHolder 2"/>
          <p:cNvSpPr>
            <a:spLocks noGrp="1"/>
          </p:cNvSpPr>
          <p:nvPr>
            <p:ph type="body"/>
          </p:nvPr>
        </p:nvSpPr>
        <p:spPr>
          <a:xfrm>
            <a:off x="917640" y="4416480"/>
            <a:ext cx="5045760" cy="4180320"/>
          </a:xfrm>
          <a:prstGeom prst="rect">
            <a:avLst/>
          </a:prstGeom>
          <a:noFill/>
          <a:ln w="0">
            <a:noFill/>
          </a:ln>
        </p:spPr>
        <p:txBody>
          <a:bodyPr lIns="92520" tIns="46080" rIns="92520" bIns="46080" anchor="ctr">
            <a:noAutofit/>
          </a:bodyPr>
          <a:lstStyle/>
          <a:p>
            <a:pPr marL="215900" indent="0">
              <a:buNone/>
            </a:pPr>
            <a:endParaRPr lang="en-IN" sz="1800" b="0" strike="noStrike" spc="-1">
              <a:solidFill>
                <a:srgbClr val="000000"/>
              </a:solidFill>
              <a:latin typeface="Arial" panose="020B0604020202090204"/>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1" name="Google Shape;110;p19:notes"/>
          <p:cNvSpPr/>
          <p:nvPr/>
        </p:nvSpPr>
        <p:spPr>
          <a:xfrm>
            <a:off x="3900600" y="8832960"/>
            <a:ext cx="2980080" cy="462600"/>
          </a:xfrm>
          <a:prstGeom prst="rect">
            <a:avLst/>
          </a:prstGeom>
          <a:noFill/>
          <a:ln w="0">
            <a:noFill/>
          </a:ln>
        </p:spPr>
        <p:style>
          <a:lnRef idx="0">
            <a:scrgbClr r="0" g="0" b="0"/>
          </a:lnRef>
          <a:fillRef idx="0">
            <a:scrgbClr r="0" g="0" b="0"/>
          </a:fillRef>
          <a:effectRef idx="0">
            <a:scrgbClr r="0" g="0" b="0"/>
          </a:effectRef>
          <a:fontRef idx="minor"/>
        </p:style>
        <p:txBody>
          <a:bodyPr lIns="92520" tIns="46080" rIns="92520" bIns="46080" anchor="b">
            <a:noAutofit/>
          </a:bodyPr>
          <a:lstStyle/>
          <a:p>
            <a:pPr algn="r">
              <a:lnSpc>
                <a:spcPct val="100000"/>
              </a:lnSpc>
              <a:tabLst>
                <a:tab pos="0" algn="l"/>
              </a:tabLst>
            </a:pPr>
            <a:fld id="{7BCC9D0C-34AC-485E-B187-8F33821000D2}" type="slidenum">
              <a:rPr lang="en-US" sz="1200" b="0" strike="noStrike" spc="-1">
                <a:solidFill>
                  <a:srgbClr val="000000"/>
                </a:solidFill>
                <a:latin typeface="Times New Roman" panose="02020503050405090304"/>
                <a:ea typeface="Times New Roman" panose="02020503050405090304"/>
              </a:rPr>
              <a:t>27</a:t>
            </a:fld>
            <a:endParaRPr lang="en-IN" sz="1200" b="0" strike="noStrike" spc="-1">
              <a:solidFill>
                <a:srgbClr val="000000"/>
              </a:solidFill>
              <a:latin typeface="Arial" panose="020B0604020202090204"/>
            </a:endParaRPr>
          </a:p>
        </p:txBody>
      </p:sp>
      <p:sp>
        <p:nvSpPr>
          <p:cNvPr id="362" name="PlaceHolder 1"/>
          <p:cNvSpPr>
            <a:spLocks noGrp="1" noRot="1" noChangeAspect="1"/>
          </p:cNvSpPr>
          <p:nvPr>
            <p:ph type="sldImg"/>
          </p:nvPr>
        </p:nvSpPr>
        <p:spPr>
          <a:xfrm>
            <a:off x="1117440" y="698400"/>
            <a:ext cx="4647960" cy="3485880"/>
          </a:xfrm>
          <a:prstGeom prst="rect">
            <a:avLst/>
          </a:prstGeom>
          <a:ln w="0">
            <a:noFill/>
          </a:ln>
        </p:spPr>
      </p:sp>
      <p:sp>
        <p:nvSpPr>
          <p:cNvPr id="363" name="PlaceHolder 2"/>
          <p:cNvSpPr>
            <a:spLocks noGrp="1"/>
          </p:cNvSpPr>
          <p:nvPr>
            <p:ph type="body"/>
          </p:nvPr>
        </p:nvSpPr>
        <p:spPr>
          <a:xfrm>
            <a:off x="917640" y="4416480"/>
            <a:ext cx="5045760" cy="4180320"/>
          </a:xfrm>
          <a:prstGeom prst="rect">
            <a:avLst/>
          </a:prstGeom>
          <a:noFill/>
          <a:ln w="0">
            <a:noFill/>
          </a:ln>
        </p:spPr>
        <p:txBody>
          <a:bodyPr lIns="92520" tIns="46080" rIns="92520" bIns="46080" anchor="ctr">
            <a:noAutofit/>
          </a:bodyPr>
          <a:lstStyle/>
          <a:p>
            <a:pPr marL="215900" indent="0">
              <a:buNone/>
            </a:pPr>
            <a:endParaRPr lang="en-IN" sz="1800" b="0" strike="noStrike" spc="-1">
              <a:solidFill>
                <a:srgbClr val="000000"/>
              </a:solidFill>
              <a:latin typeface="Arial" panose="020B0604020202090204"/>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4" name="Google Shape;117;p20:notes"/>
          <p:cNvSpPr/>
          <p:nvPr/>
        </p:nvSpPr>
        <p:spPr>
          <a:xfrm>
            <a:off x="3900600" y="8832960"/>
            <a:ext cx="2980080" cy="462600"/>
          </a:xfrm>
          <a:prstGeom prst="rect">
            <a:avLst/>
          </a:prstGeom>
          <a:noFill/>
          <a:ln w="0">
            <a:noFill/>
          </a:ln>
        </p:spPr>
        <p:style>
          <a:lnRef idx="0">
            <a:scrgbClr r="0" g="0" b="0"/>
          </a:lnRef>
          <a:fillRef idx="0">
            <a:scrgbClr r="0" g="0" b="0"/>
          </a:fillRef>
          <a:effectRef idx="0">
            <a:scrgbClr r="0" g="0" b="0"/>
          </a:effectRef>
          <a:fontRef idx="minor"/>
        </p:style>
        <p:txBody>
          <a:bodyPr lIns="92520" tIns="46080" rIns="92520" bIns="46080" anchor="b">
            <a:noAutofit/>
          </a:bodyPr>
          <a:lstStyle/>
          <a:p>
            <a:pPr algn="r">
              <a:lnSpc>
                <a:spcPct val="100000"/>
              </a:lnSpc>
              <a:tabLst>
                <a:tab pos="0" algn="l"/>
              </a:tabLst>
            </a:pPr>
            <a:fld id="{B3BF7564-48D0-41DC-A2DF-81DC91312202}" type="slidenum">
              <a:rPr lang="en-US" sz="1200" b="0" strike="noStrike" spc="-1">
                <a:solidFill>
                  <a:srgbClr val="000000"/>
                </a:solidFill>
                <a:latin typeface="Times New Roman" panose="02020503050405090304"/>
                <a:ea typeface="Times New Roman" panose="02020503050405090304"/>
              </a:rPr>
              <a:t>28</a:t>
            </a:fld>
            <a:endParaRPr lang="en-IN" sz="1200" b="0" strike="noStrike" spc="-1">
              <a:solidFill>
                <a:srgbClr val="000000"/>
              </a:solidFill>
              <a:latin typeface="Arial" panose="020B0604020202090204"/>
            </a:endParaRPr>
          </a:p>
        </p:txBody>
      </p:sp>
      <p:sp>
        <p:nvSpPr>
          <p:cNvPr id="365" name="PlaceHolder 1"/>
          <p:cNvSpPr>
            <a:spLocks noGrp="1" noRot="1" noChangeAspect="1"/>
          </p:cNvSpPr>
          <p:nvPr>
            <p:ph type="sldImg"/>
          </p:nvPr>
        </p:nvSpPr>
        <p:spPr>
          <a:xfrm>
            <a:off x="1117440" y="698400"/>
            <a:ext cx="4647240" cy="3485160"/>
          </a:xfrm>
          <a:prstGeom prst="rect">
            <a:avLst/>
          </a:prstGeom>
          <a:ln w="0">
            <a:noFill/>
          </a:ln>
        </p:spPr>
      </p:sp>
      <p:sp>
        <p:nvSpPr>
          <p:cNvPr id="366" name="PlaceHolder 2"/>
          <p:cNvSpPr>
            <a:spLocks noGrp="1"/>
          </p:cNvSpPr>
          <p:nvPr>
            <p:ph type="body"/>
          </p:nvPr>
        </p:nvSpPr>
        <p:spPr>
          <a:xfrm>
            <a:off x="917640" y="4416480"/>
            <a:ext cx="5045760" cy="4180320"/>
          </a:xfrm>
          <a:prstGeom prst="rect">
            <a:avLst/>
          </a:prstGeom>
          <a:noFill/>
          <a:ln w="0">
            <a:noFill/>
          </a:ln>
        </p:spPr>
        <p:txBody>
          <a:bodyPr lIns="92520" tIns="46080" rIns="92520" bIns="46080" anchor="ctr">
            <a:noAutofit/>
          </a:bodyPr>
          <a:lstStyle/>
          <a:p>
            <a:pPr marL="215900" indent="0">
              <a:buNone/>
            </a:pPr>
            <a:endParaRPr lang="en-IN" sz="1800" b="0" strike="noStrike" spc="-1">
              <a:solidFill>
                <a:srgbClr val="000000"/>
              </a:solidFill>
              <a:latin typeface="Arial" panose="020B0604020202090204"/>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7" name="Google Shape;127;p21:notes"/>
          <p:cNvSpPr/>
          <p:nvPr/>
        </p:nvSpPr>
        <p:spPr>
          <a:xfrm>
            <a:off x="3900600" y="8832960"/>
            <a:ext cx="2980080" cy="462600"/>
          </a:xfrm>
          <a:prstGeom prst="rect">
            <a:avLst/>
          </a:prstGeom>
          <a:noFill/>
          <a:ln w="0">
            <a:noFill/>
          </a:ln>
        </p:spPr>
        <p:style>
          <a:lnRef idx="0">
            <a:scrgbClr r="0" g="0" b="0"/>
          </a:lnRef>
          <a:fillRef idx="0">
            <a:scrgbClr r="0" g="0" b="0"/>
          </a:fillRef>
          <a:effectRef idx="0">
            <a:scrgbClr r="0" g="0" b="0"/>
          </a:effectRef>
          <a:fontRef idx="minor"/>
        </p:style>
        <p:txBody>
          <a:bodyPr lIns="92520" tIns="46080" rIns="92520" bIns="46080" anchor="b">
            <a:noAutofit/>
          </a:bodyPr>
          <a:lstStyle/>
          <a:p>
            <a:pPr algn="r">
              <a:lnSpc>
                <a:spcPct val="100000"/>
              </a:lnSpc>
              <a:tabLst>
                <a:tab pos="0" algn="l"/>
              </a:tabLst>
            </a:pPr>
            <a:fld id="{EC5B70E6-0526-4A4E-9A09-25D70F1A25DC}" type="slidenum">
              <a:rPr lang="en-US" sz="1200" b="0" strike="noStrike" spc="-1">
                <a:solidFill>
                  <a:srgbClr val="000000"/>
                </a:solidFill>
                <a:latin typeface="Times New Roman" panose="02020503050405090304"/>
                <a:ea typeface="Times New Roman" panose="02020503050405090304"/>
              </a:rPr>
              <a:t>29</a:t>
            </a:fld>
            <a:endParaRPr lang="en-IN" sz="1200" b="0" strike="noStrike" spc="-1">
              <a:solidFill>
                <a:srgbClr val="000000"/>
              </a:solidFill>
              <a:latin typeface="Arial" panose="020B0604020202090204"/>
            </a:endParaRPr>
          </a:p>
        </p:txBody>
      </p:sp>
      <p:sp>
        <p:nvSpPr>
          <p:cNvPr id="368" name="PlaceHolder 1"/>
          <p:cNvSpPr>
            <a:spLocks noGrp="1" noRot="1" noChangeAspect="1"/>
          </p:cNvSpPr>
          <p:nvPr>
            <p:ph type="sldImg"/>
          </p:nvPr>
        </p:nvSpPr>
        <p:spPr>
          <a:xfrm>
            <a:off x="1117440" y="698400"/>
            <a:ext cx="4647240" cy="3485160"/>
          </a:xfrm>
          <a:prstGeom prst="rect">
            <a:avLst/>
          </a:prstGeom>
          <a:ln w="0">
            <a:noFill/>
          </a:ln>
        </p:spPr>
      </p:sp>
      <p:sp>
        <p:nvSpPr>
          <p:cNvPr id="369" name="PlaceHolder 2"/>
          <p:cNvSpPr>
            <a:spLocks noGrp="1"/>
          </p:cNvSpPr>
          <p:nvPr>
            <p:ph type="body"/>
          </p:nvPr>
        </p:nvSpPr>
        <p:spPr>
          <a:xfrm>
            <a:off x="917640" y="4416480"/>
            <a:ext cx="5045760" cy="4180320"/>
          </a:xfrm>
          <a:prstGeom prst="rect">
            <a:avLst/>
          </a:prstGeom>
          <a:noFill/>
          <a:ln w="0">
            <a:noFill/>
          </a:ln>
        </p:spPr>
        <p:txBody>
          <a:bodyPr lIns="92520" tIns="46080" rIns="92520" bIns="46080" anchor="ctr">
            <a:noAutofit/>
          </a:bodyPr>
          <a:lstStyle/>
          <a:p>
            <a:pPr marL="215900" indent="0">
              <a:buNone/>
            </a:pPr>
            <a:endParaRPr lang="en-IN" sz="1800" b="0" strike="noStrike" spc="-1">
              <a:solidFill>
                <a:srgbClr val="000000"/>
              </a:solidFill>
              <a:latin typeface="Arial" panose="020B0604020202090204"/>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0" name="Google Shape;134;p22:notes"/>
          <p:cNvSpPr/>
          <p:nvPr/>
        </p:nvSpPr>
        <p:spPr>
          <a:xfrm>
            <a:off x="3900600" y="8832960"/>
            <a:ext cx="2980080" cy="462600"/>
          </a:xfrm>
          <a:prstGeom prst="rect">
            <a:avLst/>
          </a:prstGeom>
          <a:noFill/>
          <a:ln w="0">
            <a:noFill/>
          </a:ln>
        </p:spPr>
        <p:style>
          <a:lnRef idx="0">
            <a:scrgbClr r="0" g="0" b="0"/>
          </a:lnRef>
          <a:fillRef idx="0">
            <a:scrgbClr r="0" g="0" b="0"/>
          </a:fillRef>
          <a:effectRef idx="0">
            <a:scrgbClr r="0" g="0" b="0"/>
          </a:effectRef>
          <a:fontRef idx="minor"/>
        </p:style>
        <p:txBody>
          <a:bodyPr lIns="92520" tIns="46080" rIns="92520" bIns="46080" anchor="b">
            <a:noAutofit/>
          </a:bodyPr>
          <a:lstStyle/>
          <a:p>
            <a:pPr algn="r">
              <a:lnSpc>
                <a:spcPct val="100000"/>
              </a:lnSpc>
              <a:tabLst>
                <a:tab pos="0" algn="l"/>
              </a:tabLst>
            </a:pPr>
            <a:fld id="{5616BF29-628E-4AD4-8769-BEB98028BFB0}" type="slidenum">
              <a:rPr lang="en-US" sz="1200" b="0" strike="noStrike" spc="-1">
                <a:solidFill>
                  <a:srgbClr val="000000"/>
                </a:solidFill>
                <a:latin typeface="Times New Roman" panose="02020503050405090304"/>
                <a:ea typeface="Times New Roman" panose="02020503050405090304"/>
              </a:rPr>
              <a:t>30</a:t>
            </a:fld>
            <a:endParaRPr lang="en-IN" sz="1200" b="0" strike="noStrike" spc="-1">
              <a:solidFill>
                <a:srgbClr val="000000"/>
              </a:solidFill>
              <a:latin typeface="Arial" panose="020B0604020202090204"/>
            </a:endParaRPr>
          </a:p>
        </p:txBody>
      </p:sp>
      <p:sp>
        <p:nvSpPr>
          <p:cNvPr id="371" name="PlaceHolder 1"/>
          <p:cNvSpPr>
            <a:spLocks noGrp="1" noRot="1" noChangeAspect="1"/>
          </p:cNvSpPr>
          <p:nvPr>
            <p:ph type="sldImg"/>
          </p:nvPr>
        </p:nvSpPr>
        <p:spPr>
          <a:xfrm>
            <a:off x="1117440" y="698400"/>
            <a:ext cx="4647240" cy="3485160"/>
          </a:xfrm>
          <a:prstGeom prst="rect">
            <a:avLst/>
          </a:prstGeom>
          <a:ln w="0">
            <a:noFill/>
          </a:ln>
        </p:spPr>
      </p:sp>
      <p:sp>
        <p:nvSpPr>
          <p:cNvPr id="372" name="PlaceHolder 2"/>
          <p:cNvSpPr>
            <a:spLocks noGrp="1"/>
          </p:cNvSpPr>
          <p:nvPr>
            <p:ph type="body"/>
          </p:nvPr>
        </p:nvSpPr>
        <p:spPr>
          <a:xfrm>
            <a:off x="917640" y="4416480"/>
            <a:ext cx="5045760" cy="4180320"/>
          </a:xfrm>
          <a:prstGeom prst="rect">
            <a:avLst/>
          </a:prstGeom>
          <a:noFill/>
          <a:ln w="0">
            <a:noFill/>
          </a:ln>
        </p:spPr>
        <p:txBody>
          <a:bodyPr lIns="92520" tIns="46080" rIns="92520" bIns="46080" anchor="ctr">
            <a:noAutofit/>
          </a:bodyPr>
          <a:lstStyle/>
          <a:p>
            <a:pPr marL="215900" indent="0">
              <a:buNone/>
            </a:pPr>
            <a:endParaRPr lang="en-IN" sz="1800" b="0" strike="noStrike" spc="-1">
              <a:solidFill>
                <a:srgbClr val="000000"/>
              </a:solidFill>
              <a:latin typeface="Arial" panose="020B0604020202090204"/>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3" name="Google Shape;141;p23:notes"/>
          <p:cNvSpPr/>
          <p:nvPr/>
        </p:nvSpPr>
        <p:spPr>
          <a:xfrm>
            <a:off x="3900600" y="8832960"/>
            <a:ext cx="2980080" cy="462600"/>
          </a:xfrm>
          <a:prstGeom prst="rect">
            <a:avLst/>
          </a:prstGeom>
          <a:noFill/>
          <a:ln w="0">
            <a:noFill/>
          </a:ln>
        </p:spPr>
        <p:style>
          <a:lnRef idx="0">
            <a:scrgbClr r="0" g="0" b="0"/>
          </a:lnRef>
          <a:fillRef idx="0">
            <a:scrgbClr r="0" g="0" b="0"/>
          </a:fillRef>
          <a:effectRef idx="0">
            <a:scrgbClr r="0" g="0" b="0"/>
          </a:effectRef>
          <a:fontRef idx="minor"/>
        </p:style>
        <p:txBody>
          <a:bodyPr lIns="92520" tIns="46080" rIns="92520" bIns="46080" anchor="b">
            <a:noAutofit/>
          </a:bodyPr>
          <a:lstStyle/>
          <a:p>
            <a:pPr algn="r">
              <a:lnSpc>
                <a:spcPct val="100000"/>
              </a:lnSpc>
              <a:tabLst>
                <a:tab pos="0" algn="l"/>
              </a:tabLst>
            </a:pPr>
            <a:fld id="{56066709-22B1-4E05-A6E9-4D5CB81FCFFA}" type="slidenum">
              <a:rPr lang="en-US" sz="1200" b="0" strike="noStrike" spc="-1">
                <a:solidFill>
                  <a:srgbClr val="000000"/>
                </a:solidFill>
                <a:latin typeface="Times New Roman" panose="02020503050405090304"/>
                <a:ea typeface="Times New Roman" panose="02020503050405090304"/>
              </a:rPr>
              <a:t>31</a:t>
            </a:fld>
            <a:endParaRPr lang="en-IN" sz="1200" b="0" strike="noStrike" spc="-1">
              <a:solidFill>
                <a:srgbClr val="000000"/>
              </a:solidFill>
              <a:latin typeface="Arial" panose="020B0604020202090204"/>
            </a:endParaRPr>
          </a:p>
        </p:txBody>
      </p:sp>
      <p:sp>
        <p:nvSpPr>
          <p:cNvPr id="374" name="PlaceHolder 1"/>
          <p:cNvSpPr>
            <a:spLocks noGrp="1" noRot="1" noChangeAspect="1"/>
          </p:cNvSpPr>
          <p:nvPr>
            <p:ph type="sldImg"/>
          </p:nvPr>
        </p:nvSpPr>
        <p:spPr>
          <a:xfrm>
            <a:off x="1117440" y="698400"/>
            <a:ext cx="4647240" cy="3485160"/>
          </a:xfrm>
          <a:prstGeom prst="rect">
            <a:avLst/>
          </a:prstGeom>
          <a:ln w="0">
            <a:noFill/>
          </a:ln>
        </p:spPr>
      </p:sp>
      <p:sp>
        <p:nvSpPr>
          <p:cNvPr id="375" name="PlaceHolder 2"/>
          <p:cNvSpPr>
            <a:spLocks noGrp="1"/>
          </p:cNvSpPr>
          <p:nvPr>
            <p:ph type="body"/>
          </p:nvPr>
        </p:nvSpPr>
        <p:spPr>
          <a:xfrm>
            <a:off x="917640" y="4416480"/>
            <a:ext cx="5045760" cy="4180320"/>
          </a:xfrm>
          <a:prstGeom prst="rect">
            <a:avLst/>
          </a:prstGeom>
          <a:noFill/>
          <a:ln w="0">
            <a:noFill/>
          </a:ln>
        </p:spPr>
        <p:txBody>
          <a:bodyPr lIns="92520" tIns="46080" rIns="92520" bIns="46080" anchor="ctr">
            <a:noAutofit/>
          </a:bodyPr>
          <a:lstStyle/>
          <a:p>
            <a:pPr marL="215900" indent="0">
              <a:buNone/>
            </a:pPr>
            <a:endParaRPr lang="en-IN" sz="1800" b="0" strike="noStrike" spc="-1">
              <a:solidFill>
                <a:srgbClr val="000000"/>
              </a:solidFill>
              <a:latin typeface="Arial" panose="020B0604020202090204"/>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6" name="Google Shape;148;p24:notes"/>
          <p:cNvSpPr/>
          <p:nvPr/>
        </p:nvSpPr>
        <p:spPr>
          <a:xfrm>
            <a:off x="3900600" y="8832960"/>
            <a:ext cx="2980080" cy="462600"/>
          </a:xfrm>
          <a:prstGeom prst="rect">
            <a:avLst/>
          </a:prstGeom>
          <a:noFill/>
          <a:ln w="0">
            <a:noFill/>
          </a:ln>
        </p:spPr>
        <p:style>
          <a:lnRef idx="0">
            <a:scrgbClr r="0" g="0" b="0"/>
          </a:lnRef>
          <a:fillRef idx="0">
            <a:scrgbClr r="0" g="0" b="0"/>
          </a:fillRef>
          <a:effectRef idx="0">
            <a:scrgbClr r="0" g="0" b="0"/>
          </a:effectRef>
          <a:fontRef idx="minor"/>
        </p:style>
        <p:txBody>
          <a:bodyPr lIns="92520" tIns="46080" rIns="92520" bIns="46080" anchor="b">
            <a:noAutofit/>
          </a:bodyPr>
          <a:lstStyle/>
          <a:p>
            <a:pPr algn="r">
              <a:lnSpc>
                <a:spcPct val="100000"/>
              </a:lnSpc>
              <a:tabLst>
                <a:tab pos="0" algn="l"/>
              </a:tabLst>
            </a:pPr>
            <a:fld id="{ED8E40F6-53C9-4995-AA32-4C2DE0668BEB}" type="slidenum">
              <a:rPr lang="en-US" sz="1200" b="0" strike="noStrike" spc="-1">
                <a:solidFill>
                  <a:srgbClr val="000000"/>
                </a:solidFill>
                <a:latin typeface="Times New Roman" panose="02020503050405090304"/>
                <a:ea typeface="Times New Roman" panose="02020503050405090304"/>
              </a:rPr>
              <a:t>32</a:t>
            </a:fld>
            <a:endParaRPr lang="en-IN" sz="1200" b="0" strike="noStrike" spc="-1">
              <a:solidFill>
                <a:srgbClr val="000000"/>
              </a:solidFill>
              <a:latin typeface="Arial" panose="020B0604020202090204"/>
            </a:endParaRPr>
          </a:p>
        </p:txBody>
      </p:sp>
      <p:sp>
        <p:nvSpPr>
          <p:cNvPr id="377" name="PlaceHolder 1"/>
          <p:cNvSpPr>
            <a:spLocks noGrp="1" noRot="1" noChangeAspect="1"/>
          </p:cNvSpPr>
          <p:nvPr>
            <p:ph type="sldImg"/>
          </p:nvPr>
        </p:nvSpPr>
        <p:spPr>
          <a:xfrm>
            <a:off x="1117440" y="698400"/>
            <a:ext cx="4647240" cy="3485160"/>
          </a:xfrm>
          <a:prstGeom prst="rect">
            <a:avLst/>
          </a:prstGeom>
          <a:ln w="0">
            <a:noFill/>
          </a:ln>
        </p:spPr>
      </p:sp>
      <p:sp>
        <p:nvSpPr>
          <p:cNvPr id="378" name="PlaceHolder 2"/>
          <p:cNvSpPr>
            <a:spLocks noGrp="1"/>
          </p:cNvSpPr>
          <p:nvPr>
            <p:ph type="body"/>
          </p:nvPr>
        </p:nvSpPr>
        <p:spPr>
          <a:xfrm>
            <a:off x="917640" y="4416480"/>
            <a:ext cx="5045760" cy="4180320"/>
          </a:xfrm>
          <a:prstGeom prst="rect">
            <a:avLst/>
          </a:prstGeom>
          <a:noFill/>
          <a:ln w="0">
            <a:noFill/>
          </a:ln>
        </p:spPr>
        <p:txBody>
          <a:bodyPr lIns="92520" tIns="46080" rIns="92520" bIns="46080" anchor="ctr">
            <a:noAutofit/>
          </a:bodyPr>
          <a:lstStyle/>
          <a:p>
            <a:pPr marL="215900" indent="0">
              <a:buNone/>
            </a:pPr>
            <a:endParaRPr lang="en-IN" sz="1800" b="0" strike="noStrike" spc="-1">
              <a:solidFill>
                <a:srgbClr val="000000"/>
              </a:solidFill>
              <a:latin typeface="Arial" panose="020B0604020202090204"/>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9" name="Google Shape;155;p25:notes"/>
          <p:cNvSpPr/>
          <p:nvPr/>
        </p:nvSpPr>
        <p:spPr>
          <a:xfrm>
            <a:off x="3900600" y="8832960"/>
            <a:ext cx="2980080" cy="462600"/>
          </a:xfrm>
          <a:prstGeom prst="rect">
            <a:avLst/>
          </a:prstGeom>
          <a:noFill/>
          <a:ln w="0">
            <a:noFill/>
          </a:ln>
        </p:spPr>
        <p:style>
          <a:lnRef idx="0">
            <a:scrgbClr r="0" g="0" b="0"/>
          </a:lnRef>
          <a:fillRef idx="0">
            <a:scrgbClr r="0" g="0" b="0"/>
          </a:fillRef>
          <a:effectRef idx="0">
            <a:scrgbClr r="0" g="0" b="0"/>
          </a:effectRef>
          <a:fontRef idx="minor"/>
        </p:style>
        <p:txBody>
          <a:bodyPr lIns="92520" tIns="46080" rIns="92520" bIns="46080" anchor="b">
            <a:noAutofit/>
          </a:bodyPr>
          <a:lstStyle/>
          <a:p>
            <a:pPr algn="r">
              <a:lnSpc>
                <a:spcPct val="100000"/>
              </a:lnSpc>
              <a:tabLst>
                <a:tab pos="0" algn="l"/>
              </a:tabLst>
            </a:pPr>
            <a:fld id="{B1BDBA82-2E28-466E-B275-F6641BFF30EA}" type="slidenum">
              <a:rPr lang="en-US" sz="1200" b="0" strike="noStrike" spc="-1">
                <a:solidFill>
                  <a:srgbClr val="000000"/>
                </a:solidFill>
                <a:latin typeface="Times New Roman" panose="02020503050405090304"/>
                <a:ea typeface="Times New Roman" panose="02020503050405090304"/>
              </a:rPr>
              <a:t>33</a:t>
            </a:fld>
            <a:endParaRPr lang="en-IN" sz="1200" b="0" strike="noStrike" spc="-1">
              <a:solidFill>
                <a:srgbClr val="000000"/>
              </a:solidFill>
              <a:latin typeface="Arial" panose="020B0604020202090204"/>
            </a:endParaRPr>
          </a:p>
        </p:txBody>
      </p:sp>
      <p:sp>
        <p:nvSpPr>
          <p:cNvPr id="380" name="PlaceHolder 1"/>
          <p:cNvSpPr>
            <a:spLocks noGrp="1" noRot="1" noChangeAspect="1"/>
          </p:cNvSpPr>
          <p:nvPr>
            <p:ph type="sldImg"/>
          </p:nvPr>
        </p:nvSpPr>
        <p:spPr>
          <a:xfrm>
            <a:off x="1117440" y="698400"/>
            <a:ext cx="4647240" cy="3485160"/>
          </a:xfrm>
          <a:prstGeom prst="rect">
            <a:avLst/>
          </a:prstGeom>
          <a:ln w="0">
            <a:noFill/>
          </a:ln>
        </p:spPr>
      </p:sp>
      <p:sp>
        <p:nvSpPr>
          <p:cNvPr id="381" name="PlaceHolder 2"/>
          <p:cNvSpPr>
            <a:spLocks noGrp="1"/>
          </p:cNvSpPr>
          <p:nvPr>
            <p:ph type="body"/>
          </p:nvPr>
        </p:nvSpPr>
        <p:spPr>
          <a:xfrm>
            <a:off x="917640" y="4416480"/>
            <a:ext cx="5045760" cy="4180320"/>
          </a:xfrm>
          <a:prstGeom prst="rect">
            <a:avLst/>
          </a:prstGeom>
          <a:noFill/>
          <a:ln w="0">
            <a:noFill/>
          </a:ln>
        </p:spPr>
        <p:txBody>
          <a:bodyPr lIns="92520" tIns="46080" rIns="92520" bIns="46080" anchor="ctr">
            <a:noAutofit/>
          </a:bodyPr>
          <a:lstStyle/>
          <a:p>
            <a:pPr marL="215900" indent="0">
              <a:buNone/>
            </a:pPr>
            <a:endParaRPr lang="en-IN" sz="1800" b="0" strike="noStrike" spc="-1">
              <a:solidFill>
                <a:srgbClr val="000000"/>
              </a:solidFill>
              <a:latin typeface="Arial" panose="020B0604020202090204"/>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2" name="Google Shape;162;p26:notes"/>
          <p:cNvSpPr/>
          <p:nvPr/>
        </p:nvSpPr>
        <p:spPr>
          <a:xfrm>
            <a:off x="3900600" y="8832960"/>
            <a:ext cx="2980080" cy="462600"/>
          </a:xfrm>
          <a:prstGeom prst="rect">
            <a:avLst/>
          </a:prstGeom>
          <a:noFill/>
          <a:ln w="0">
            <a:noFill/>
          </a:ln>
        </p:spPr>
        <p:style>
          <a:lnRef idx="0">
            <a:scrgbClr r="0" g="0" b="0"/>
          </a:lnRef>
          <a:fillRef idx="0">
            <a:scrgbClr r="0" g="0" b="0"/>
          </a:fillRef>
          <a:effectRef idx="0">
            <a:scrgbClr r="0" g="0" b="0"/>
          </a:effectRef>
          <a:fontRef idx="minor"/>
        </p:style>
        <p:txBody>
          <a:bodyPr lIns="92520" tIns="46080" rIns="92520" bIns="46080" anchor="b">
            <a:noAutofit/>
          </a:bodyPr>
          <a:lstStyle/>
          <a:p>
            <a:pPr algn="r">
              <a:lnSpc>
                <a:spcPct val="100000"/>
              </a:lnSpc>
              <a:tabLst>
                <a:tab pos="0" algn="l"/>
              </a:tabLst>
            </a:pPr>
            <a:fld id="{58952DBB-6B3E-464E-AA08-654AB7367D8B}" type="slidenum">
              <a:rPr lang="en-US" sz="1200" b="0" strike="noStrike" spc="-1">
                <a:solidFill>
                  <a:srgbClr val="000000"/>
                </a:solidFill>
                <a:latin typeface="Times New Roman" panose="02020503050405090304"/>
                <a:ea typeface="Times New Roman" panose="02020503050405090304"/>
              </a:rPr>
              <a:t>34</a:t>
            </a:fld>
            <a:endParaRPr lang="en-IN" sz="1200" b="0" strike="noStrike" spc="-1">
              <a:solidFill>
                <a:srgbClr val="000000"/>
              </a:solidFill>
              <a:latin typeface="Arial" panose="020B0604020202090204"/>
            </a:endParaRPr>
          </a:p>
        </p:txBody>
      </p:sp>
      <p:sp>
        <p:nvSpPr>
          <p:cNvPr id="383" name="PlaceHolder 1"/>
          <p:cNvSpPr>
            <a:spLocks noGrp="1" noRot="1" noChangeAspect="1"/>
          </p:cNvSpPr>
          <p:nvPr>
            <p:ph type="sldImg"/>
          </p:nvPr>
        </p:nvSpPr>
        <p:spPr>
          <a:xfrm>
            <a:off x="1117440" y="698400"/>
            <a:ext cx="4647960" cy="3485880"/>
          </a:xfrm>
          <a:prstGeom prst="rect">
            <a:avLst/>
          </a:prstGeom>
          <a:ln w="0">
            <a:noFill/>
          </a:ln>
        </p:spPr>
      </p:sp>
      <p:sp>
        <p:nvSpPr>
          <p:cNvPr id="384" name="PlaceHolder 2"/>
          <p:cNvSpPr>
            <a:spLocks noGrp="1"/>
          </p:cNvSpPr>
          <p:nvPr>
            <p:ph type="body"/>
          </p:nvPr>
        </p:nvSpPr>
        <p:spPr>
          <a:xfrm>
            <a:off x="917640" y="4416480"/>
            <a:ext cx="5045760" cy="4180320"/>
          </a:xfrm>
          <a:prstGeom prst="rect">
            <a:avLst/>
          </a:prstGeom>
          <a:noFill/>
          <a:ln w="0">
            <a:noFill/>
          </a:ln>
        </p:spPr>
        <p:txBody>
          <a:bodyPr lIns="92520" tIns="46080" rIns="92520" bIns="46080" anchor="ctr">
            <a:noAutofit/>
          </a:bodyPr>
          <a:lstStyle/>
          <a:p>
            <a:pPr marL="215900" indent="0">
              <a:buNone/>
            </a:pPr>
            <a:endParaRPr lang="en-IN" sz="1800" b="0" strike="noStrike" spc="-1">
              <a:solidFill>
                <a:srgbClr val="000000"/>
              </a:solidFill>
              <a:latin typeface="Arial" panose="020B0604020202090204"/>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5" name="Google Shape;169;p27:notes"/>
          <p:cNvSpPr/>
          <p:nvPr/>
        </p:nvSpPr>
        <p:spPr>
          <a:xfrm>
            <a:off x="3900600" y="8832960"/>
            <a:ext cx="2980080" cy="462600"/>
          </a:xfrm>
          <a:prstGeom prst="rect">
            <a:avLst/>
          </a:prstGeom>
          <a:noFill/>
          <a:ln w="0">
            <a:noFill/>
          </a:ln>
        </p:spPr>
        <p:style>
          <a:lnRef idx="0">
            <a:scrgbClr r="0" g="0" b="0"/>
          </a:lnRef>
          <a:fillRef idx="0">
            <a:scrgbClr r="0" g="0" b="0"/>
          </a:fillRef>
          <a:effectRef idx="0">
            <a:scrgbClr r="0" g="0" b="0"/>
          </a:effectRef>
          <a:fontRef idx="minor"/>
        </p:style>
        <p:txBody>
          <a:bodyPr lIns="92520" tIns="46080" rIns="92520" bIns="46080" anchor="b">
            <a:noAutofit/>
          </a:bodyPr>
          <a:lstStyle/>
          <a:p>
            <a:pPr algn="r">
              <a:lnSpc>
                <a:spcPct val="100000"/>
              </a:lnSpc>
              <a:tabLst>
                <a:tab pos="0" algn="l"/>
              </a:tabLst>
            </a:pPr>
            <a:fld id="{8465C8CB-5755-4B04-A2B5-D031A3A85247}" type="slidenum">
              <a:rPr lang="en-US" sz="1200" b="0" strike="noStrike" spc="-1">
                <a:solidFill>
                  <a:srgbClr val="000000"/>
                </a:solidFill>
                <a:latin typeface="Times New Roman" panose="02020503050405090304"/>
                <a:ea typeface="Times New Roman" panose="02020503050405090304"/>
              </a:rPr>
              <a:t>35</a:t>
            </a:fld>
            <a:endParaRPr lang="en-IN" sz="1200" b="0" strike="noStrike" spc="-1">
              <a:solidFill>
                <a:srgbClr val="000000"/>
              </a:solidFill>
              <a:latin typeface="Arial" panose="020B0604020202090204"/>
            </a:endParaRPr>
          </a:p>
        </p:txBody>
      </p:sp>
      <p:sp>
        <p:nvSpPr>
          <p:cNvPr id="386" name="PlaceHolder 1"/>
          <p:cNvSpPr>
            <a:spLocks noGrp="1" noRot="1" noChangeAspect="1"/>
          </p:cNvSpPr>
          <p:nvPr>
            <p:ph type="sldImg"/>
          </p:nvPr>
        </p:nvSpPr>
        <p:spPr>
          <a:xfrm>
            <a:off x="1117440" y="698400"/>
            <a:ext cx="4647960" cy="3485880"/>
          </a:xfrm>
          <a:prstGeom prst="rect">
            <a:avLst/>
          </a:prstGeom>
          <a:ln w="0">
            <a:noFill/>
          </a:ln>
        </p:spPr>
      </p:sp>
      <p:sp>
        <p:nvSpPr>
          <p:cNvPr id="387" name="PlaceHolder 2"/>
          <p:cNvSpPr>
            <a:spLocks noGrp="1"/>
          </p:cNvSpPr>
          <p:nvPr>
            <p:ph type="body"/>
          </p:nvPr>
        </p:nvSpPr>
        <p:spPr>
          <a:xfrm>
            <a:off x="917640" y="4416480"/>
            <a:ext cx="5045760" cy="4180320"/>
          </a:xfrm>
          <a:prstGeom prst="rect">
            <a:avLst/>
          </a:prstGeom>
          <a:noFill/>
          <a:ln w="0">
            <a:noFill/>
          </a:ln>
        </p:spPr>
        <p:txBody>
          <a:bodyPr lIns="92520" tIns="46080" rIns="92520" bIns="46080" anchor="ctr">
            <a:noAutofit/>
          </a:bodyPr>
          <a:lstStyle/>
          <a:p>
            <a:pPr marL="215900" indent="0">
              <a:buNone/>
            </a:pPr>
            <a:endParaRPr lang="en-IN" sz="1800" b="0" strike="noStrike" spc="-1">
              <a:solidFill>
                <a:srgbClr val="000000"/>
              </a:solidFill>
              <a:latin typeface="Arial" panose="020B0604020202090204"/>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8" name="Google Shape;176;p28:notes"/>
          <p:cNvSpPr/>
          <p:nvPr/>
        </p:nvSpPr>
        <p:spPr>
          <a:xfrm>
            <a:off x="3900600" y="8832960"/>
            <a:ext cx="2980080" cy="462600"/>
          </a:xfrm>
          <a:prstGeom prst="rect">
            <a:avLst/>
          </a:prstGeom>
          <a:noFill/>
          <a:ln w="0">
            <a:noFill/>
          </a:ln>
        </p:spPr>
        <p:style>
          <a:lnRef idx="0">
            <a:scrgbClr r="0" g="0" b="0"/>
          </a:lnRef>
          <a:fillRef idx="0">
            <a:scrgbClr r="0" g="0" b="0"/>
          </a:fillRef>
          <a:effectRef idx="0">
            <a:scrgbClr r="0" g="0" b="0"/>
          </a:effectRef>
          <a:fontRef idx="minor"/>
        </p:style>
        <p:txBody>
          <a:bodyPr lIns="92520" tIns="46080" rIns="92520" bIns="46080" anchor="b">
            <a:noAutofit/>
          </a:bodyPr>
          <a:lstStyle/>
          <a:p>
            <a:pPr algn="r">
              <a:lnSpc>
                <a:spcPct val="100000"/>
              </a:lnSpc>
              <a:tabLst>
                <a:tab pos="0" algn="l"/>
              </a:tabLst>
            </a:pPr>
            <a:fld id="{2907DE5F-C5D0-4338-ACEB-565C2D3630B5}" type="slidenum">
              <a:rPr lang="en-US" sz="1200" b="0" strike="noStrike" spc="-1">
                <a:solidFill>
                  <a:srgbClr val="000000"/>
                </a:solidFill>
                <a:latin typeface="Times New Roman" panose="02020503050405090304"/>
                <a:ea typeface="Times New Roman" panose="02020503050405090304"/>
              </a:rPr>
              <a:t>36</a:t>
            </a:fld>
            <a:endParaRPr lang="en-IN" sz="1200" b="0" strike="noStrike" spc="-1">
              <a:solidFill>
                <a:srgbClr val="000000"/>
              </a:solidFill>
              <a:latin typeface="Arial" panose="020B0604020202090204"/>
            </a:endParaRPr>
          </a:p>
        </p:txBody>
      </p:sp>
      <p:sp>
        <p:nvSpPr>
          <p:cNvPr id="389" name="PlaceHolder 1"/>
          <p:cNvSpPr>
            <a:spLocks noGrp="1" noRot="1" noChangeAspect="1"/>
          </p:cNvSpPr>
          <p:nvPr>
            <p:ph type="sldImg"/>
          </p:nvPr>
        </p:nvSpPr>
        <p:spPr>
          <a:xfrm>
            <a:off x="1117440" y="698400"/>
            <a:ext cx="4647960" cy="3485880"/>
          </a:xfrm>
          <a:prstGeom prst="rect">
            <a:avLst/>
          </a:prstGeom>
          <a:ln w="0">
            <a:noFill/>
          </a:ln>
        </p:spPr>
      </p:sp>
      <p:sp>
        <p:nvSpPr>
          <p:cNvPr id="390" name="PlaceHolder 2"/>
          <p:cNvSpPr>
            <a:spLocks noGrp="1"/>
          </p:cNvSpPr>
          <p:nvPr>
            <p:ph type="body"/>
          </p:nvPr>
        </p:nvSpPr>
        <p:spPr>
          <a:xfrm>
            <a:off x="917640" y="4416480"/>
            <a:ext cx="5045760" cy="4180320"/>
          </a:xfrm>
          <a:prstGeom prst="rect">
            <a:avLst/>
          </a:prstGeom>
          <a:noFill/>
          <a:ln w="0">
            <a:noFill/>
          </a:ln>
        </p:spPr>
        <p:txBody>
          <a:bodyPr lIns="92520" tIns="46080" rIns="92520" bIns="46080" anchor="ctr">
            <a:noAutofit/>
          </a:bodyPr>
          <a:lstStyle/>
          <a:p>
            <a:pPr marL="215900" indent="0">
              <a:buNone/>
            </a:pPr>
            <a:endParaRPr lang="en-IN" sz="1800" b="0" strike="noStrike" spc="-1">
              <a:solidFill>
                <a:srgbClr val="000000"/>
              </a:solidFill>
              <a:latin typeface="Arial" panose="020B0604020202090204"/>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1" name="Google Shape;183;p29:notes"/>
          <p:cNvSpPr/>
          <p:nvPr/>
        </p:nvSpPr>
        <p:spPr>
          <a:xfrm>
            <a:off x="3900600" y="8832960"/>
            <a:ext cx="2980080" cy="462600"/>
          </a:xfrm>
          <a:prstGeom prst="rect">
            <a:avLst/>
          </a:prstGeom>
          <a:noFill/>
          <a:ln w="0">
            <a:noFill/>
          </a:ln>
        </p:spPr>
        <p:style>
          <a:lnRef idx="0">
            <a:scrgbClr r="0" g="0" b="0"/>
          </a:lnRef>
          <a:fillRef idx="0">
            <a:scrgbClr r="0" g="0" b="0"/>
          </a:fillRef>
          <a:effectRef idx="0">
            <a:scrgbClr r="0" g="0" b="0"/>
          </a:effectRef>
          <a:fontRef idx="minor"/>
        </p:style>
        <p:txBody>
          <a:bodyPr lIns="92520" tIns="46080" rIns="92520" bIns="46080" anchor="b">
            <a:noAutofit/>
          </a:bodyPr>
          <a:lstStyle/>
          <a:p>
            <a:pPr algn="r">
              <a:lnSpc>
                <a:spcPct val="100000"/>
              </a:lnSpc>
              <a:tabLst>
                <a:tab pos="0" algn="l"/>
              </a:tabLst>
            </a:pPr>
            <a:fld id="{D7DF67CC-19BD-49F7-A310-F9FEEB456D8A}" type="slidenum">
              <a:rPr lang="en-US" sz="1200" b="0" strike="noStrike" spc="-1">
                <a:solidFill>
                  <a:srgbClr val="000000"/>
                </a:solidFill>
                <a:latin typeface="Times New Roman" panose="02020503050405090304"/>
                <a:ea typeface="Times New Roman" panose="02020503050405090304"/>
              </a:rPr>
              <a:t>37</a:t>
            </a:fld>
            <a:endParaRPr lang="en-IN" sz="1200" b="0" strike="noStrike" spc="-1">
              <a:solidFill>
                <a:srgbClr val="000000"/>
              </a:solidFill>
              <a:latin typeface="Arial" panose="020B0604020202090204"/>
            </a:endParaRPr>
          </a:p>
        </p:txBody>
      </p:sp>
      <p:sp>
        <p:nvSpPr>
          <p:cNvPr id="392" name="PlaceHolder 1"/>
          <p:cNvSpPr>
            <a:spLocks noGrp="1" noRot="1" noChangeAspect="1"/>
          </p:cNvSpPr>
          <p:nvPr>
            <p:ph type="sldImg"/>
          </p:nvPr>
        </p:nvSpPr>
        <p:spPr>
          <a:xfrm>
            <a:off x="1117440" y="698400"/>
            <a:ext cx="4647960" cy="3485880"/>
          </a:xfrm>
          <a:prstGeom prst="rect">
            <a:avLst/>
          </a:prstGeom>
          <a:ln w="0">
            <a:noFill/>
          </a:ln>
        </p:spPr>
      </p:sp>
      <p:sp>
        <p:nvSpPr>
          <p:cNvPr id="393" name="PlaceHolder 2"/>
          <p:cNvSpPr>
            <a:spLocks noGrp="1"/>
          </p:cNvSpPr>
          <p:nvPr>
            <p:ph type="body"/>
          </p:nvPr>
        </p:nvSpPr>
        <p:spPr>
          <a:xfrm>
            <a:off x="917640" y="4416480"/>
            <a:ext cx="5045760" cy="4180320"/>
          </a:xfrm>
          <a:prstGeom prst="rect">
            <a:avLst/>
          </a:prstGeom>
          <a:noFill/>
          <a:ln w="0">
            <a:noFill/>
          </a:ln>
        </p:spPr>
        <p:txBody>
          <a:bodyPr lIns="92520" tIns="46080" rIns="92520" bIns="46080" anchor="ctr">
            <a:noAutofit/>
          </a:bodyPr>
          <a:lstStyle/>
          <a:p>
            <a:pPr marL="215900" indent="0">
              <a:buNone/>
            </a:pPr>
            <a:endParaRPr lang="en-IN" sz="1800" b="0" strike="noStrike" spc="-1">
              <a:solidFill>
                <a:srgbClr val="000000"/>
              </a:solidFill>
              <a:latin typeface="Arial" panose="020B0604020202090204"/>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Google Shape;196;p31:notes"/>
          <p:cNvSpPr/>
          <p:nvPr/>
        </p:nvSpPr>
        <p:spPr>
          <a:xfrm>
            <a:off x="3900600" y="8832960"/>
            <a:ext cx="2980080" cy="462600"/>
          </a:xfrm>
          <a:prstGeom prst="rect">
            <a:avLst/>
          </a:prstGeom>
          <a:noFill/>
          <a:ln w="0">
            <a:noFill/>
          </a:ln>
        </p:spPr>
        <p:style>
          <a:lnRef idx="0">
            <a:scrgbClr r="0" g="0" b="0"/>
          </a:lnRef>
          <a:fillRef idx="0">
            <a:scrgbClr r="0" g="0" b="0"/>
          </a:fillRef>
          <a:effectRef idx="0">
            <a:scrgbClr r="0" g="0" b="0"/>
          </a:effectRef>
          <a:fontRef idx="minor"/>
        </p:style>
        <p:txBody>
          <a:bodyPr lIns="92520" tIns="46080" rIns="92520" bIns="46080" anchor="b">
            <a:noAutofit/>
          </a:bodyPr>
          <a:lstStyle/>
          <a:p>
            <a:pPr algn="r">
              <a:lnSpc>
                <a:spcPct val="100000"/>
              </a:lnSpc>
              <a:tabLst>
                <a:tab pos="0" algn="l"/>
              </a:tabLst>
            </a:pPr>
            <a:fld id="{C76BD808-85C3-4919-8092-BA275580210B}" type="slidenum">
              <a:rPr lang="en-US" sz="1200" b="0" strike="noStrike" spc="-1">
                <a:solidFill>
                  <a:srgbClr val="000000"/>
                </a:solidFill>
                <a:latin typeface="Times New Roman" panose="02020503050405090304"/>
                <a:ea typeface="Times New Roman" panose="02020503050405090304"/>
              </a:rPr>
              <a:t>39</a:t>
            </a:fld>
            <a:endParaRPr lang="en-IN" sz="1200" b="0" strike="noStrike" spc="-1">
              <a:solidFill>
                <a:srgbClr val="000000"/>
              </a:solidFill>
              <a:latin typeface="Arial" panose="020B0604020202090204"/>
            </a:endParaRPr>
          </a:p>
        </p:txBody>
      </p:sp>
      <p:sp>
        <p:nvSpPr>
          <p:cNvPr id="395" name="PlaceHolder 1"/>
          <p:cNvSpPr>
            <a:spLocks noGrp="1" noRot="1" noChangeAspect="1"/>
          </p:cNvSpPr>
          <p:nvPr>
            <p:ph type="sldImg"/>
          </p:nvPr>
        </p:nvSpPr>
        <p:spPr>
          <a:xfrm>
            <a:off x="1117440" y="698400"/>
            <a:ext cx="4647240" cy="3485160"/>
          </a:xfrm>
          <a:prstGeom prst="rect">
            <a:avLst/>
          </a:prstGeom>
          <a:ln w="0">
            <a:noFill/>
          </a:ln>
        </p:spPr>
      </p:sp>
      <p:sp>
        <p:nvSpPr>
          <p:cNvPr id="396" name="PlaceHolder 2"/>
          <p:cNvSpPr>
            <a:spLocks noGrp="1"/>
          </p:cNvSpPr>
          <p:nvPr>
            <p:ph type="body"/>
          </p:nvPr>
        </p:nvSpPr>
        <p:spPr>
          <a:xfrm>
            <a:off x="917640" y="4416480"/>
            <a:ext cx="5045760" cy="4180320"/>
          </a:xfrm>
          <a:prstGeom prst="rect">
            <a:avLst/>
          </a:prstGeom>
          <a:noFill/>
          <a:ln w="0">
            <a:noFill/>
          </a:ln>
        </p:spPr>
        <p:txBody>
          <a:bodyPr lIns="92520" tIns="46080" rIns="92520" bIns="46080" anchor="ctr">
            <a:noAutofit/>
          </a:bodyPr>
          <a:lstStyle/>
          <a:p>
            <a:pPr marL="215900" indent="0">
              <a:buNone/>
            </a:pPr>
            <a:endParaRPr lang="en-IN" sz="1800" b="0" strike="noStrike" spc="-1">
              <a:solidFill>
                <a:srgbClr val="000000"/>
              </a:solidFill>
              <a:latin typeface="Arial" panose="020B0604020202090204"/>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7" name="Google Shape;212;p33:notes"/>
          <p:cNvSpPr/>
          <p:nvPr/>
        </p:nvSpPr>
        <p:spPr>
          <a:xfrm>
            <a:off x="3900600" y="8832960"/>
            <a:ext cx="2980080" cy="462600"/>
          </a:xfrm>
          <a:prstGeom prst="rect">
            <a:avLst/>
          </a:prstGeom>
          <a:noFill/>
          <a:ln w="0">
            <a:noFill/>
          </a:ln>
        </p:spPr>
        <p:style>
          <a:lnRef idx="0">
            <a:scrgbClr r="0" g="0" b="0"/>
          </a:lnRef>
          <a:fillRef idx="0">
            <a:scrgbClr r="0" g="0" b="0"/>
          </a:fillRef>
          <a:effectRef idx="0">
            <a:scrgbClr r="0" g="0" b="0"/>
          </a:effectRef>
          <a:fontRef idx="minor"/>
        </p:style>
        <p:txBody>
          <a:bodyPr lIns="92520" tIns="46080" rIns="92520" bIns="46080" anchor="b">
            <a:noAutofit/>
          </a:bodyPr>
          <a:lstStyle/>
          <a:p>
            <a:pPr algn="r">
              <a:lnSpc>
                <a:spcPct val="100000"/>
              </a:lnSpc>
              <a:tabLst>
                <a:tab pos="0" algn="l"/>
              </a:tabLst>
            </a:pPr>
            <a:fld id="{25022661-23C8-4378-9368-E824DF91AA81}" type="slidenum">
              <a:rPr lang="en-US" sz="1200" b="0" strike="noStrike" spc="-1">
                <a:solidFill>
                  <a:srgbClr val="000000"/>
                </a:solidFill>
                <a:latin typeface="Times New Roman" panose="02020503050405090304"/>
                <a:ea typeface="Times New Roman" panose="02020503050405090304"/>
              </a:rPr>
              <a:t>41</a:t>
            </a:fld>
            <a:endParaRPr lang="en-IN" sz="1200" b="0" strike="noStrike" spc="-1">
              <a:solidFill>
                <a:srgbClr val="000000"/>
              </a:solidFill>
              <a:latin typeface="Arial" panose="020B0604020202090204"/>
            </a:endParaRPr>
          </a:p>
        </p:txBody>
      </p:sp>
      <p:sp>
        <p:nvSpPr>
          <p:cNvPr id="398" name="PlaceHolder 1"/>
          <p:cNvSpPr>
            <a:spLocks noGrp="1" noRot="1" noChangeAspect="1"/>
          </p:cNvSpPr>
          <p:nvPr>
            <p:ph type="sldImg"/>
          </p:nvPr>
        </p:nvSpPr>
        <p:spPr>
          <a:xfrm>
            <a:off x="1117440" y="698400"/>
            <a:ext cx="4647240" cy="3485160"/>
          </a:xfrm>
          <a:prstGeom prst="rect">
            <a:avLst/>
          </a:prstGeom>
          <a:ln w="0">
            <a:noFill/>
          </a:ln>
        </p:spPr>
      </p:sp>
      <p:sp>
        <p:nvSpPr>
          <p:cNvPr id="399" name="PlaceHolder 2"/>
          <p:cNvSpPr>
            <a:spLocks noGrp="1"/>
          </p:cNvSpPr>
          <p:nvPr>
            <p:ph type="body"/>
          </p:nvPr>
        </p:nvSpPr>
        <p:spPr>
          <a:xfrm>
            <a:off x="917640" y="4416480"/>
            <a:ext cx="5045760" cy="4180320"/>
          </a:xfrm>
          <a:prstGeom prst="rect">
            <a:avLst/>
          </a:prstGeom>
          <a:noFill/>
          <a:ln w="0">
            <a:noFill/>
          </a:ln>
        </p:spPr>
        <p:txBody>
          <a:bodyPr lIns="92520" tIns="46080" rIns="92520" bIns="46080" anchor="ctr">
            <a:noAutofit/>
          </a:bodyPr>
          <a:lstStyle/>
          <a:p>
            <a:pPr marL="215900" indent="0">
              <a:buNone/>
            </a:pPr>
            <a:endParaRPr lang="en-IN" sz="1800" b="0" strike="noStrike" spc="-1">
              <a:solidFill>
                <a:srgbClr val="000000"/>
              </a:solidFill>
              <a:latin typeface="Arial" panose="020B0604020202090204"/>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0" name="Google Shape;219;p34:notes"/>
          <p:cNvSpPr/>
          <p:nvPr/>
        </p:nvSpPr>
        <p:spPr>
          <a:xfrm>
            <a:off x="3900600" y="8832960"/>
            <a:ext cx="2980080" cy="462600"/>
          </a:xfrm>
          <a:prstGeom prst="rect">
            <a:avLst/>
          </a:prstGeom>
          <a:noFill/>
          <a:ln w="0">
            <a:noFill/>
          </a:ln>
        </p:spPr>
        <p:style>
          <a:lnRef idx="0">
            <a:scrgbClr r="0" g="0" b="0"/>
          </a:lnRef>
          <a:fillRef idx="0">
            <a:scrgbClr r="0" g="0" b="0"/>
          </a:fillRef>
          <a:effectRef idx="0">
            <a:scrgbClr r="0" g="0" b="0"/>
          </a:effectRef>
          <a:fontRef idx="minor"/>
        </p:style>
        <p:txBody>
          <a:bodyPr lIns="92520" tIns="46080" rIns="92520" bIns="46080" anchor="b">
            <a:noAutofit/>
          </a:bodyPr>
          <a:lstStyle/>
          <a:p>
            <a:pPr algn="r">
              <a:lnSpc>
                <a:spcPct val="100000"/>
              </a:lnSpc>
              <a:tabLst>
                <a:tab pos="0" algn="l"/>
              </a:tabLst>
            </a:pPr>
            <a:fld id="{974854A7-01F1-4589-8C7B-AD9D35C982C1}" type="slidenum">
              <a:rPr lang="en-US" sz="1200" b="0" strike="noStrike" spc="-1">
                <a:solidFill>
                  <a:srgbClr val="000000"/>
                </a:solidFill>
                <a:latin typeface="Times New Roman" panose="02020503050405090304"/>
                <a:ea typeface="Times New Roman" panose="02020503050405090304"/>
              </a:rPr>
              <a:t>42</a:t>
            </a:fld>
            <a:endParaRPr lang="en-IN" sz="1200" b="0" strike="noStrike" spc="-1">
              <a:solidFill>
                <a:srgbClr val="000000"/>
              </a:solidFill>
              <a:latin typeface="Arial" panose="020B0604020202090204"/>
            </a:endParaRPr>
          </a:p>
        </p:txBody>
      </p:sp>
      <p:sp>
        <p:nvSpPr>
          <p:cNvPr id="401" name="PlaceHolder 1"/>
          <p:cNvSpPr>
            <a:spLocks noGrp="1" noRot="1" noChangeAspect="1"/>
          </p:cNvSpPr>
          <p:nvPr>
            <p:ph type="sldImg"/>
          </p:nvPr>
        </p:nvSpPr>
        <p:spPr>
          <a:xfrm>
            <a:off x="1117440" y="698400"/>
            <a:ext cx="4647240" cy="3485160"/>
          </a:xfrm>
          <a:prstGeom prst="rect">
            <a:avLst/>
          </a:prstGeom>
          <a:ln w="0">
            <a:noFill/>
          </a:ln>
        </p:spPr>
      </p:sp>
      <p:sp>
        <p:nvSpPr>
          <p:cNvPr id="402" name="PlaceHolder 2"/>
          <p:cNvSpPr>
            <a:spLocks noGrp="1"/>
          </p:cNvSpPr>
          <p:nvPr>
            <p:ph type="body"/>
          </p:nvPr>
        </p:nvSpPr>
        <p:spPr>
          <a:xfrm>
            <a:off x="917640" y="4416480"/>
            <a:ext cx="5045760" cy="4180320"/>
          </a:xfrm>
          <a:prstGeom prst="rect">
            <a:avLst/>
          </a:prstGeom>
          <a:noFill/>
          <a:ln w="0">
            <a:noFill/>
          </a:ln>
        </p:spPr>
        <p:txBody>
          <a:bodyPr lIns="92520" tIns="46080" rIns="92520" bIns="46080" anchor="ctr">
            <a:noAutofit/>
          </a:bodyPr>
          <a:lstStyle/>
          <a:p>
            <a:pPr marL="215900" indent="0">
              <a:buNone/>
            </a:pPr>
            <a:endParaRPr lang="en-IN" sz="1800" b="0" strike="noStrike" spc="-1">
              <a:solidFill>
                <a:srgbClr val="000000"/>
              </a:solidFill>
              <a:latin typeface="Arial" panose="020B0604020202090204"/>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3" name="Google Shape;226;p35:notes"/>
          <p:cNvSpPr/>
          <p:nvPr/>
        </p:nvSpPr>
        <p:spPr>
          <a:xfrm>
            <a:off x="3900600" y="8832960"/>
            <a:ext cx="2980080" cy="462600"/>
          </a:xfrm>
          <a:prstGeom prst="rect">
            <a:avLst/>
          </a:prstGeom>
          <a:noFill/>
          <a:ln w="0">
            <a:noFill/>
          </a:ln>
        </p:spPr>
        <p:style>
          <a:lnRef idx="0">
            <a:scrgbClr r="0" g="0" b="0"/>
          </a:lnRef>
          <a:fillRef idx="0">
            <a:scrgbClr r="0" g="0" b="0"/>
          </a:fillRef>
          <a:effectRef idx="0">
            <a:scrgbClr r="0" g="0" b="0"/>
          </a:effectRef>
          <a:fontRef idx="minor"/>
        </p:style>
        <p:txBody>
          <a:bodyPr lIns="92520" tIns="46080" rIns="92520" bIns="46080" anchor="b">
            <a:noAutofit/>
          </a:bodyPr>
          <a:lstStyle/>
          <a:p>
            <a:pPr algn="r">
              <a:lnSpc>
                <a:spcPct val="100000"/>
              </a:lnSpc>
              <a:tabLst>
                <a:tab pos="0" algn="l"/>
              </a:tabLst>
            </a:pPr>
            <a:fld id="{30D8AF85-3991-4F18-8084-03C2B031ED08}" type="slidenum">
              <a:rPr lang="en-US" sz="1200" b="0" strike="noStrike" spc="-1">
                <a:solidFill>
                  <a:srgbClr val="000000"/>
                </a:solidFill>
                <a:latin typeface="Times New Roman" panose="02020503050405090304"/>
                <a:ea typeface="Times New Roman" panose="02020503050405090304"/>
              </a:rPr>
              <a:t>43</a:t>
            </a:fld>
            <a:endParaRPr lang="en-IN" sz="1200" b="0" strike="noStrike" spc="-1">
              <a:solidFill>
                <a:srgbClr val="000000"/>
              </a:solidFill>
              <a:latin typeface="Arial" panose="020B0604020202090204"/>
            </a:endParaRPr>
          </a:p>
        </p:txBody>
      </p:sp>
      <p:sp>
        <p:nvSpPr>
          <p:cNvPr id="404" name="PlaceHolder 1"/>
          <p:cNvSpPr>
            <a:spLocks noGrp="1" noRot="1" noChangeAspect="1"/>
          </p:cNvSpPr>
          <p:nvPr>
            <p:ph type="sldImg"/>
          </p:nvPr>
        </p:nvSpPr>
        <p:spPr>
          <a:xfrm>
            <a:off x="1117440" y="698400"/>
            <a:ext cx="4647240" cy="3485160"/>
          </a:xfrm>
          <a:prstGeom prst="rect">
            <a:avLst/>
          </a:prstGeom>
          <a:ln w="0">
            <a:noFill/>
          </a:ln>
        </p:spPr>
      </p:sp>
      <p:sp>
        <p:nvSpPr>
          <p:cNvPr id="405" name="PlaceHolder 2"/>
          <p:cNvSpPr>
            <a:spLocks noGrp="1"/>
          </p:cNvSpPr>
          <p:nvPr>
            <p:ph type="body"/>
          </p:nvPr>
        </p:nvSpPr>
        <p:spPr>
          <a:xfrm>
            <a:off x="917640" y="4416480"/>
            <a:ext cx="5045760" cy="4180320"/>
          </a:xfrm>
          <a:prstGeom prst="rect">
            <a:avLst/>
          </a:prstGeom>
          <a:noFill/>
          <a:ln w="0">
            <a:noFill/>
          </a:ln>
        </p:spPr>
        <p:txBody>
          <a:bodyPr lIns="92520" tIns="46080" rIns="92520" bIns="46080" anchor="ctr">
            <a:noAutofit/>
          </a:bodyPr>
          <a:lstStyle/>
          <a:p>
            <a:pPr marL="215900" indent="0">
              <a:buNone/>
            </a:pPr>
            <a:endParaRPr lang="en-IN" sz="1800" b="0" strike="noStrike" spc="-1">
              <a:solidFill>
                <a:srgbClr val="000000"/>
              </a:solidFill>
              <a:latin typeface="Arial" panose="020B0604020202090204"/>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6" name="Google Shape;233;p36:notes"/>
          <p:cNvSpPr/>
          <p:nvPr/>
        </p:nvSpPr>
        <p:spPr>
          <a:xfrm>
            <a:off x="3900600" y="8832960"/>
            <a:ext cx="2980080" cy="462600"/>
          </a:xfrm>
          <a:prstGeom prst="rect">
            <a:avLst/>
          </a:prstGeom>
          <a:noFill/>
          <a:ln w="0">
            <a:noFill/>
          </a:ln>
        </p:spPr>
        <p:style>
          <a:lnRef idx="0">
            <a:scrgbClr r="0" g="0" b="0"/>
          </a:lnRef>
          <a:fillRef idx="0">
            <a:scrgbClr r="0" g="0" b="0"/>
          </a:fillRef>
          <a:effectRef idx="0">
            <a:scrgbClr r="0" g="0" b="0"/>
          </a:effectRef>
          <a:fontRef idx="minor"/>
        </p:style>
        <p:txBody>
          <a:bodyPr lIns="92520" tIns="46080" rIns="92520" bIns="46080" anchor="b">
            <a:noAutofit/>
          </a:bodyPr>
          <a:lstStyle/>
          <a:p>
            <a:pPr algn="r">
              <a:lnSpc>
                <a:spcPct val="100000"/>
              </a:lnSpc>
              <a:tabLst>
                <a:tab pos="0" algn="l"/>
              </a:tabLst>
            </a:pPr>
            <a:fld id="{1233EFDE-3183-4520-844A-30F53D6F0E44}" type="slidenum">
              <a:rPr lang="en-US" sz="1200" b="0" strike="noStrike" spc="-1">
                <a:solidFill>
                  <a:srgbClr val="000000"/>
                </a:solidFill>
                <a:latin typeface="Times New Roman" panose="02020503050405090304"/>
                <a:ea typeface="Times New Roman" panose="02020503050405090304"/>
              </a:rPr>
              <a:t>44</a:t>
            </a:fld>
            <a:endParaRPr lang="en-IN" sz="1200" b="0" strike="noStrike" spc="-1">
              <a:solidFill>
                <a:srgbClr val="000000"/>
              </a:solidFill>
              <a:latin typeface="Arial" panose="020B0604020202090204"/>
            </a:endParaRPr>
          </a:p>
        </p:txBody>
      </p:sp>
      <p:sp>
        <p:nvSpPr>
          <p:cNvPr id="407" name="PlaceHolder 1"/>
          <p:cNvSpPr>
            <a:spLocks noGrp="1" noRot="1" noChangeAspect="1"/>
          </p:cNvSpPr>
          <p:nvPr>
            <p:ph type="sldImg"/>
          </p:nvPr>
        </p:nvSpPr>
        <p:spPr>
          <a:xfrm>
            <a:off x="1117440" y="698400"/>
            <a:ext cx="4647960" cy="3485880"/>
          </a:xfrm>
          <a:prstGeom prst="rect">
            <a:avLst/>
          </a:prstGeom>
          <a:ln w="0">
            <a:noFill/>
          </a:ln>
        </p:spPr>
      </p:sp>
      <p:sp>
        <p:nvSpPr>
          <p:cNvPr id="408" name="PlaceHolder 2"/>
          <p:cNvSpPr>
            <a:spLocks noGrp="1"/>
          </p:cNvSpPr>
          <p:nvPr>
            <p:ph type="body"/>
          </p:nvPr>
        </p:nvSpPr>
        <p:spPr>
          <a:xfrm>
            <a:off x="917640" y="4416480"/>
            <a:ext cx="5045760" cy="4180320"/>
          </a:xfrm>
          <a:prstGeom prst="rect">
            <a:avLst/>
          </a:prstGeom>
          <a:noFill/>
          <a:ln w="0">
            <a:noFill/>
          </a:ln>
        </p:spPr>
        <p:txBody>
          <a:bodyPr lIns="92520" tIns="46080" rIns="92520" bIns="46080" anchor="ctr">
            <a:noAutofit/>
          </a:bodyPr>
          <a:lstStyle/>
          <a:p>
            <a:pPr marL="215900" indent="0">
              <a:buNone/>
            </a:pPr>
            <a:endParaRPr lang="en-IN" sz="1800" b="0" strike="noStrike" spc="-1">
              <a:solidFill>
                <a:srgbClr val="000000"/>
              </a:solidFill>
              <a:latin typeface="Arial" panose="020B0604020202090204"/>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 name="Google Shape;240;p37:notes"/>
          <p:cNvSpPr/>
          <p:nvPr/>
        </p:nvSpPr>
        <p:spPr>
          <a:xfrm>
            <a:off x="3900600" y="8832960"/>
            <a:ext cx="2980080" cy="462600"/>
          </a:xfrm>
          <a:prstGeom prst="rect">
            <a:avLst/>
          </a:prstGeom>
          <a:noFill/>
          <a:ln w="0">
            <a:noFill/>
          </a:ln>
        </p:spPr>
        <p:style>
          <a:lnRef idx="0">
            <a:scrgbClr r="0" g="0" b="0"/>
          </a:lnRef>
          <a:fillRef idx="0">
            <a:scrgbClr r="0" g="0" b="0"/>
          </a:fillRef>
          <a:effectRef idx="0">
            <a:scrgbClr r="0" g="0" b="0"/>
          </a:effectRef>
          <a:fontRef idx="minor"/>
        </p:style>
        <p:txBody>
          <a:bodyPr lIns="92520" tIns="46080" rIns="92520" bIns="46080" anchor="b">
            <a:noAutofit/>
          </a:bodyPr>
          <a:lstStyle/>
          <a:p>
            <a:pPr algn="r">
              <a:lnSpc>
                <a:spcPct val="100000"/>
              </a:lnSpc>
              <a:tabLst>
                <a:tab pos="0" algn="l"/>
              </a:tabLst>
            </a:pPr>
            <a:fld id="{6DE76B3C-30EB-4B08-9F0A-F4BBB022E82A}" type="slidenum">
              <a:rPr lang="en-US" sz="1200" b="0" strike="noStrike" spc="-1">
                <a:solidFill>
                  <a:srgbClr val="000000"/>
                </a:solidFill>
                <a:latin typeface="Times New Roman" panose="02020503050405090304"/>
                <a:ea typeface="Times New Roman" panose="02020503050405090304"/>
              </a:rPr>
              <a:t>45</a:t>
            </a:fld>
            <a:endParaRPr lang="en-IN" sz="1200" b="0" strike="noStrike" spc="-1">
              <a:solidFill>
                <a:srgbClr val="000000"/>
              </a:solidFill>
              <a:latin typeface="Arial" panose="020B0604020202090204"/>
            </a:endParaRPr>
          </a:p>
        </p:txBody>
      </p:sp>
      <p:sp>
        <p:nvSpPr>
          <p:cNvPr id="410" name="PlaceHolder 1"/>
          <p:cNvSpPr>
            <a:spLocks noGrp="1" noRot="1" noChangeAspect="1"/>
          </p:cNvSpPr>
          <p:nvPr>
            <p:ph type="sldImg"/>
          </p:nvPr>
        </p:nvSpPr>
        <p:spPr>
          <a:xfrm>
            <a:off x="1117440" y="698400"/>
            <a:ext cx="4647960" cy="3485880"/>
          </a:xfrm>
          <a:prstGeom prst="rect">
            <a:avLst/>
          </a:prstGeom>
          <a:ln w="0">
            <a:noFill/>
          </a:ln>
        </p:spPr>
      </p:sp>
      <p:sp>
        <p:nvSpPr>
          <p:cNvPr id="411" name="PlaceHolder 2"/>
          <p:cNvSpPr>
            <a:spLocks noGrp="1"/>
          </p:cNvSpPr>
          <p:nvPr>
            <p:ph type="body"/>
          </p:nvPr>
        </p:nvSpPr>
        <p:spPr>
          <a:xfrm>
            <a:off x="917640" y="4416480"/>
            <a:ext cx="5045760" cy="4180320"/>
          </a:xfrm>
          <a:prstGeom prst="rect">
            <a:avLst/>
          </a:prstGeom>
          <a:noFill/>
          <a:ln w="0">
            <a:noFill/>
          </a:ln>
        </p:spPr>
        <p:txBody>
          <a:bodyPr lIns="92520" tIns="46080" rIns="92520" bIns="46080" anchor="ctr">
            <a:noAutofit/>
          </a:bodyPr>
          <a:lstStyle/>
          <a:p>
            <a:pPr marL="215900" indent="0">
              <a:buNone/>
            </a:pPr>
            <a:endParaRPr lang="en-IN" sz="1800" b="0" strike="noStrike" spc="-1">
              <a:solidFill>
                <a:srgbClr val="000000"/>
              </a:solidFill>
              <a:latin typeface="Arial" panose="020B0604020202090204"/>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1"/>
          </p:nvPr>
        </p:nvSpPr>
        <p:spPr/>
        <p:txBody>
          <a:bodyPr/>
          <a:lstStyle/>
          <a:p>
            <a:r>
              <a:t>Footer</a:t>
            </a:r>
          </a:p>
        </p:txBody>
      </p:sp>
      <p:sp>
        <p:nvSpPr>
          <p:cNvPr id="3" name="PlaceHolder 2"/>
          <p:cNvSpPr>
            <a:spLocks noGrp="1"/>
          </p:cNvSpPr>
          <p:nvPr>
            <p:ph type="sldNum" idx="2"/>
          </p:nvPr>
        </p:nvSpPr>
        <p:spPr/>
        <p:txBody>
          <a:bodyPr/>
          <a:lstStyle/>
          <a:p>
            <a:fld id="{1AAA5C9A-404D-419B-88B9-9C51284DF541}" type="slidenum">
              <a:rPr/>
              <a:t>‹#›</a:t>
            </a:fld>
            <a:endParaRPr/>
          </a:p>
        </p:txBody>
      </p:sp>
      <p:sp>
        <p:nvSpPr>
          <p:cNvPr id="4" name="PlaceHolder 3"/>
          <p:cNvSpPr>
            <a:spLocks noGrp="1"/>
          </p:cNvSpPr>
          <p:nvPr>
            <p:ph type="dt" idx="3"/>
          </p:nvPr>
        </p:nvSpPr>
        <p:spPr/>
        <p:txBody>
          <a:body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0" name="PlaceHolder 1"/>
          <p:cNvSpPr>
            <a:spLocks noGrp="1"/>
          </p:cNvSpPr>
          <p:nvPr>
            <p:ph type="title"/>
          </p:nvPr>
        </p:nvSpPr>
        <p:spPr>
          <a:xfrm>
            <a:off x="685800" y="685800"/>
            <a:ext cx="7771320" cy="212616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Arial" panose="020B0604020202090204"/>
            </a:endParaRPr>
          </a:p>
        </p:txBody>
      </p:sp>
      <p:sp>
        <p:nvSpPr>
          <p:cNvPr id="21" name="PlaceHolder 2"/>
          <p:cNvSpPr>
            <a:spLocks noGrp="1"/>
          </p:cNvSpPr>
          <p:nvPr>
            <p:ph type="subTitle"/>
          </p:nvPr>
        </p:nvSpPr>
        <p:spPr>
          <a:xfrm>
            <a:off x="457200" y="1604520"/>
            <a:ext cx="8228880" cy="3976920"/>
          </a:xfrm>
          <a:prstGeom prst="rect">
            <a:avLst/>
          </a:prstGeom>
          <a:noFill/>
          <a:ln w="0">
            <a:noFill/>
          </a:ln>
        </p:spPr>
        <p:txBody>
          <a:bodyPr lIns="0" tIns="0" rIns="0" bIns="0" anchor="ctr">
            <a:noAutofit/>
          </a:bodyPr>
          <a:lstStyle/>
          <a:p>
            <a:pPr indent="0" algn="ctr">
              <a:buNone/>
            </a:pPr>
            <a:endParaRPr lang="en-IN" sz="3200" b="0" strike="noStrike" spc="-1">
              <a:solidFill>
                <a:srgbClr val="000000"/>
              </a:solidFill>
              <a:latin typeface="Arial" panose="020B0604020202090204"/>
            </a:endParaRPr>
          </a:p>
        </p:txBody>
      </p:sp>
      <p:sp>
        <p:nvSpPr>
          <p:cNvPr id="4" name="PlaceHolder 3"/>
          <p:cNvSpPr>
            <a:spLocks noGrp="1"/>
          </p:cNvSpPr>
          <p:nvPr>
            <p:ph type="ftr" idx="1"/>
          </p:nvPr>
        </p:nvSpPr>
        <p:spPr/>
        <p:txBody>
          <a:bodyPr/>
          <a:lstStyle/>
          <a:p>
            <a:r>
              <a:t>Footer</a:t>
            </a:r>
          </a:p>
        </p:txBody>
      </p:sp>
      <p:sp>
        <p:nvSpPr>
          <p:cNvPr id="5" name="PlaceHolder 4"/>
          <p:cNvSpPr>
            <a:spLocks noGrp="1"/>
          </p:cNvSpPr>
          <p:nvPr>
            <p:ph type="sldNum" idx="2"/>
          </p:nvPr>
        </p:nvSpPr>
        <p:spPr/>
        <p:txBody>
          <a:bodyPr/>
          <a:lstStyle/>
          <a:p>
            <a:fld id="{DCDB9252-6987-4B4A-A907-8C1E101CA052}" type="slidenum">
              <a:rPr/>
              <a:t>‹#›</a:t>
            </a:fld>
            <a:endParaRPr/>
          </a:p>
        </p:txBody>
      </p:sp>
      <p:sp>
        <p:nvSpPr>
          <p:cNvPr id="6" name="PlaceHolder 5"/>
          <p:cNvSpPr>
            <a:spLocks noGrp="1"/>
          </p:cNvSpPr>
          <p:nvPr>
            <p:ph type="dt" idx="3"/>
          </p:nvPr>
        </p:nvSpPr>
        <p:spPr/>
        <p:txBody>
          <a:body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685800" y="685800"/>
            <a:ext cx="7771320" cy="212616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Arial" panose="020B0604020202090204"/>
            </a:endParaRPr>
          </a:p>
        </p:txBody>
      </p:sp>
      <p:sp>
        <p:nvSpPr>
          <p:cNvPr id="23" name="PlaceHolder 2"/>
          <p:cNvSpPr>
            <a:spLocks noGrp="1"/>
          </p:cNvSpPr>
          <p:nvPr>
            <p:ph/>
          </p:nvPr>
        </p:nvSpPr>
        <p:spPr>
          <a:xfrm>
            <a:off x="457200" y="1604520"/>
            <a:ext cx="8228880" cy="3976920"/>
          </a:xfrm>
          <a:prstGeom prst="rect">
            <a:avLst/>
          </a:prstGeom>
          <a:noFill/>
          <a:ln w="0">
            <a:noFill/>
          </a:ln>
        </p:spPr>
        <p:txBody>
          <a:bodyPr lIns="0" tIns="0" rIns="0" bIns="0" anchor="t">
            <a:normAutofit/>
          </a:bodyPr>
          <a:lstStyle/>
          <a:p>
            <a:pPr indent="0">
              <a:lnSpc>
                <a:spcPct val="90000"/>
              </a:lnSpc>
              <a:spcBef>
                <a:spcPts val="1415"/>
              </a:spcBef>
              <a:buNone/>
            </a:pPr>
            <a:endParaRPr lang="en-US" sz="2800" b="0" strike="noStrike" spc="-1">
              <a:solidFill>
                <a:srgbClr val="000000"/>
              </a:solidFill>
              <a:latin typeface="Arial" panose="020B0604020202090204"/>
            </a:endParaRPr>
          </a:p>
        </p:txBody>
      </p:sp>
      <p:sp>
        <p:nvSpPr>
          <p:cNvPr id="4" name="PlaceHolder 3"/>
          <p:cNvSpPr>
            <a:spLocks noGrp="1"/>
          </p:cNvSpPr>
          <p:nvPr>
            <p:ph type="ftr" idx="1"/>
          </p:nvPr>
        </p:nvSpPr>
        <p:spPr/>
        <p:txBody>
          <a:bodyPr/>
          <a:lstStyle/>
          <a:p>
            <a:r>
              <a:t>Footer</a:t>
            </a:r>
          </a:p>
        </p:txBody>
      </p:sp>
      <p:sp>
        <p:nvSpPr>
          <p:cNvPr id="5" name="PlaceHolder 4"/>
          <p:cNvSpPr>
            <a:spLocks noGrp="1"/>
          </p:cNvSpPr>
          <p:nvPr>
            <p:ph type="sldNum" idx="2"/>
          </p:nvPr>
        </p:nvSpPr>
        <p:spPr/>
        <p:txBody>
          <a:bodyPr/>
          <a:lstStyle/>
          <a:p>
            <a:fld id="{F24E3136-BD9D-4F90-97AF-19C56CBFFE8E}" type="slidenum">
              <a:rPr/>
              <a:t>‹#›</a:t>
            </a:fld>
            <a:endParaRPr/>
          </a:p>
        </p:txBody>
      </p:sp>
      <p:sp>
        <p:nvSpPr>
          <p:cNvPr id="6" name="PlaceHolder 5"/>
          <p:cNvSpPr>
            <a:spLocks noGrp="1"/>
          </p:cNvSpPr>
          <p:nvPr>
            <p:ph type="dt" idx="3"/>
          </p:nvPr>
        </p:nvSpPr>
        <p:spPr/>
        <p:txBody>
          <a:body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24" name="PlaceHolder 1"/>
          <p:cNvSpPr>
            <a:spLocks noGrp="1"/>
          </p:cNvSpPr>
          <p:nvPr>
            <p:ph type="title"/>
          </p:nvPr>
        </p:nvSpPr>
        <p:spPr>
          <a:xfrm>
            <a:off x="685800" y="685800"/>
            <a:ext cx="7771320" cy="212616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Arial" panose="020B0604020202090204"/>
            </a:endParaRPr>
          </a:p>
        </p:txBody>
      </p:sp>
      <p:sp>
        <p:nvSpPr>
          <p:cNvPr id="25" name="PlaceHolder 2"/>
          <p:cNvSpPr>
            <a:spLocks noGrp="1"/>
          </p:cNvSpPr>
          <p:nvPr>
            <p:ph/>
          </p:nvPr>
        </p:nvSpPr>
        <p:spPr>
          <a:xfrm>
            <a:off x="457200" y="1604520"/>
            <a:ext cx="4015440" cy="3976920"/>
          </a:xfrm>
          <a:prstGeom prst="rect">
            <a:avLst/>
          </a:prstGeom>
          <a:noFill/>
          <a:ln w="0">
            <a:noFill/>
          </a:ln>
        </p:spPr>
        <p:txBody>
          <a:bodyPr lIns="0" tIns="0" rIns="0" bIns="0" anchor="t">
            <a:normAutofit/>
          </a:bodyPr>
          <a:lstStyle/>
          <a:p>
            <a:pPr indent="0">
              <a:lnSpc>
                <a:spcPct val="90000"/>
              </a:lnSpc>
              <a:spcBef>
                <a:spcPts val="1415"/>
              </a:spcBef>
              <a:buNone/>
            </a:pPr>
            <a:endParaRPr lang="en-US" sz="2800" b="0" strike="noStrike" spc="-1">
              <a:solidFill>
                <a:srgbClr val="000000"/>
              </a:solidFill>
              <a:latin typeface="Arial" panose="020B0604020202090204"/>
            </a:endParaRPr>
          </a:p>
        </p:txBody>
      </p:sp>
      <p:sp>
        <p:nvSpPr>
          <p:cNvPr id="26" name="PlaceHolder 3"/>
          <p:cNvSpPr>
            <a:spLocks noGrp="1"/>
          </p:cNvSpPr>
          <p:nvPr>
            <p:ph/>
          </p:nvPr>
        </p:nvSpPr>
        <p:spPr>
          <a:xfrm>
            <a:off x="4673880" y="1604520"/>
            <a:ext cx="4015440" cy="3976920"/>
          </a:xfrm>
          <a:prstGeom prst="rect">
            <a:avLst/>
          </a:prstGeom>
          <a:noFill/>
          <a:ln w="0">
            <a:noFill/>
          </a:ln>
        </p:spPr>
        <p:txBody>
          <a:bodyPr lIns="0" tIns="0" rIns="0" bIns="0" anchor="t">
            <a:normAutofit/>
          </a:bodyPr>
          <a:lstStyle/>
          <a:p>
            <a:pPr indent="0">
              <a:lnSpc>
                <a:spcPct val="90000"/>
              </a:lnSpc>
              <a:spcBef>
                <a:spcPts val="1415"/>
              </a:spcBef>
              <a:buNone/>
            </a:pPr>
            <a:endParaRPr lang="en-US" sz="2800" b="0" strike="noStrike" spc="-1">
              <a:solidFill>
                <a:srgbClr val="000000"/>
              </a:solidFill>
              <a:latin typeface="Arial" panose="020B0604020202090204"/>
            </a:endParaRPr>
          </a:p>
        </p:txBody>
      </p:sp>
      <p:sp>
        <p:nvSpPr>
          <p:cNvPr id="5" name="PlaceHolder 4"/>
          <p:cNvSpPr>
            <a:spLocks noGrp="1"/>
          </p:cNvSpPr>
          <p:nvPr>
            <p:ph type="ftr" idx="1"/>
          </p:nvPr>
        </p:nvSpPr>
        <p:spPr/>
        <p:txBody>
          <a:bodyPr/>
          <a:lstStyle/>
          <a:p>
            <a:r>
              <a:t>Footer</a:t>
            </a:r>
          </a:p>
        </p:txBody>
      </p:sp>
      <p:sp>
        <p:nvSpPr>
          <p:cNvPr id="6" name="PlaceHolder 5"/>
          <p:cNvSpPr>
            <a:spLocks noGrp="1"/>
          </p:cNvSpPr>
          <p:nvPr>
            <p:ph type="sldNum" idx="2"/>
          </p:nvPr>
        </p:nvSpPr>
        <p:spPr/>
        <p:txBody>
          <a:bodyPr/>
          <a:lstStyle/>
          <a:p>
            <a:fld id="{AF8FD769-91D6-4A91-9457-F0900C575C89}" type="slidenum">
              <a:rPr/>
              <a:t>‹#›</a:t>
            </a:fld>
            <a:endParaRPr/>
          </a:p>
        </p:txBody>
      </p:sp>
      <p:sp>
        <p:nvSpPr>
          <p:cNvPr id="7" name="PlaceHolder 6"/>
          <p:cNvSpPr>
            <a:spLocks noGrp="1"/>
          </p:cNvSpPr>
          <p:nvPr>
            <p:ph type="dt" idx="3"/>
          </p:nvPr>
        </p:nvSpPr>
        <p:spPr/>
        <p:txBody>
          <a:body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7" name="PlaceHolder 1"/>
          <p:cNvSpPr>
            <a:spLocks noGrp="1"/>
          </p:cNvSpPr>
          <p:nvPr>
            <p:ph type="title"/>
          </p:nvPr>
        </p:nvSpPr>
        <p:spPr>
          <a:xfrm>
            <a:off x="685800" y="685800"/>
            <a:ext cx="7771320" cy="212616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Arial" panose="020B0604020202090204"/>
            </a:endParaRPr>
          </a:p>
        </p:txBody>
      </p:sp>
      <p:sp>
        <p:nvSpPr>
          <p:cNvPr id="3" name="PlaceHolder 2"/>
          <p:cNvSpPr>
            <a:spLocks noGrp="1"/>
          </p:cNvSpPr>
          <p:nvPr>
            <p:ph type="ftr" idx="1"/>
          </p:nvPr>
        </p:nvSpPr>
        <p:spPr/>
        <p:txBody>
          <a:bodyPr/>
          <a:lstStyle/>
          <a:p>
            <a:r>
              <a:t>Footer</a:t>
            </a:r>
          </a:p>
        </p:txBody>
      </p:sp>
      <p:sp>
        <p:nvSpPr>
          <p:cNvPr id="4" name="PlaceHolder 3"/>
          <p:cNvSpPr>
            <a:spLocks noGrp="1"/>
          </p:cNvSpPr>
          <p:nvPr>
            <p:ph type="sldNum" idx="2"/>
          </p:nvPr>
        </p:nvSpPr>
        <p:spPr/>
        <p:txBody>
          <a:bodyPr/>
          <a:lstStyle/>
          <a:p>
            <a:fld id="{5383A6A0-AEE5-4165-A701-673D9B26F48D}" type="slidenum">
              <a:rPr/>
              <a:t>‹#›</a:t>
            </a:fld>
            <a:endParaRPr/>
          </a:p>
        </p:txBody>
      </p:sp>
      <p:sp>
        <p:nvSpPr>
          <p:cNvPr id="5" name="PlaceHolder 4"/>
          <p:cNvSpPr>
            <a:spLocks noGrp="1"/>
          </p:cNvSpPr>
          <p:nvPr>
            <p:ph type="dt" idx="3"/>
          </p:nvPr>
        </p:nvSpPr>
        <p:spPr/>
        <p:txBody>
          <a:body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28" name="PlaceHolder 1"/>
          <p:cNvSpPr>
            <a:spLocks noGrp="1"/>
          </p:cNvSpPr>
          <p:nvPr>
            <p:ph type="subTitle"/>
          </p:nvPr>
        </p:nvSpPr>
        <p:spPr>
          <a:xfrm>
            <a:off x="685800" y="685800"/>
            <a:ext cx="7771320" cy="9856800"/>
          </a:xfrm>
          <a:prstGeom prst="rect">
            <a:avLst/>
          </a:prstGeom>
          <a:noFill/>
          <a:ln w="0">
            <a:noFill/>
          </a:ln>
        </p:spPr>
        <p:txBody>
          <a:bodyPr lIns="0" tIns="0" rIns="0" bIns="0" anchor="ctr">
            <a:noAutofit/>
          </a:bodyPr>
          <a:lstStyle/>
          <a:p>
            <a:pPr algn="ctr"/>
            <a:endParaRPr lang="en-IN" sz="3200" b="0" strike="noStrike" spc="-1">
              <a:solidFill>
                <a:srgbClr val="000000"/>
              </a:solidFill>
              <a:latin typeface="Arial" panose="020B0604020202090204"/>
            </a:endParaRPr>
          </a:p>
        </p:txBody>
      </p:sp>
      <p:sp>
        <p:nvSpPr>
          <p:cNvPr id="3" name="PlaceHolder 2"/>
          <p:cNvSpPr>
            <a:spLocks noGrp="1"/>
          </p:cNvSpPr>
          <p:nvPr>
            <p:ph type="ftr" idx="1"/>
          </p:nvPr>
        </p:nvSpPr>
        <p:spPr/>
        <p:txBody>
          <a:bodyPr/>
          <a:lstStyle/>
          <a:p>
            <a:r>
              <a:t>Footer</a:t>
            </a:r>
          </a:p>
        </p:txBody>
      </p:sp>
      <p:sp>
        <p:nvSpPr>
          <p:cNvPr id="4" name="PlaceHolder 3"/>
          <p:cNvSpPr>
            <a:spLocks noGrp="1"/>
          </p:cNvSpPr>
          <p:nvPr>
            <p:ph type="sldNum" idx="2"/>
          </p:nvPr>
        </p:nvSpPr>
        <p:spPr/>
        <p:txBody>
          <a:bodyPr/>
          <a:lstStyle/>
          <a:p>
            <a:fld id="{17F1C540-4A46-43C0-B98F-EAB1B8BFABEF}" type="slidenum">
              <a:rPr/>
              <a:t>‹#›</a:t>
            </a:fld>
            <a:endParaRPr/>
          </a:p>
        </p:txBody>
      </p:sp>
      <p:sp>
        <p:nvSpPr>
          <p:cNvPr id="5" name="PlaceHolder 4"/>
          <p:cNvSpPr>
            <a:spLocks noGrp="1"/>
          </p:cNvSpPr>
          <p:nvPr>
            <p:ph type="dt" idx="3"/>
          </p:nvPr>
        </p:nvSpPr>
        <p:spPr/>
        <p:txBody>
          <a:body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685800" y="685800"/>
            <a:ext cx="7771320" cy="212616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Arial" panose="020B0604020202090204"/>
            </a:endParaRPr>
          </a:p>
        </p:txBody>
      </p:sp>
      <p:sp>
        <p:nvSpPr>
          <p:cNvPr id="30" name="PlaceHolder 2"/>
          <p:cNvSpPr>
            <a:spLocks noGrp="1"/>
          </p:cNvSpPr>
          <p:nvPr>
            <p:ph/>
          </p:nvPr>
        </p:nvSpPr>
        <p:spPr>
          <a:xfrm>
            <a:off x="457200" y="1604520"/>
            <a:ext cx="4015440" cy="1896840"/>
          </a:xfrm>
          <a:prstGeom prst="rect">
            <a:avLst/>
          </a:prstGeom>
          <a:noFill/>
          <a:ln w="0">
            <a:noFill/>
          </a:ln>
        </p:spPr>
        <p:txBody>
          <a:bodyPr lIns="0" tIns="0" rIns="0" bIns="0" anchor="t">
            <a:normAutofit/>
          </a:bodyPr>
          <a:lstStyle/>
          <a:p>
            <a:pPr indent="0">
              <a:lnSpc>
                <a:spcPct val="90000"/>
              </a:lnSpc>
              <a:spcBef>
                <a:spcPts val="1415"/>
              </a:spcBef>
              <a:buNone/>
            </a:pPr>
            <a:endParaRPr lang="en-US" sz="2800" b="0" strike="noStrike" spc="-1">
              <a:solidFill>
                <a:srgbClr val="000000"/>
              </a:solidFill>
              <a:latin typeface="Arial" panose="020B0604020202090204"/>
            </a:endParaRPr>
          </a:p>
        </p:txBody>
      </p:sp>
      <p:sp>
        <p:nvSpPr>
          <p:cNvPr id="31" name="PlaceHolder 3"/>
          <p:cNvSpPr>
            <a:spLocks noGrp="1"/>
          </p:cNvSpPr>
          <p:nvPr>
            <p:ph/>
          </p:nvPr>
        </p:nvSpPr>
        <p:spPr>
          <a:xfrm>
            <a:off x="4673880" y="1604520"/>
            <a:ext cx="4015440" cy="3976920"/>
          </a:xfrm>
          <a:prstGeom prst="rect">
            <a:avLst/>
          </a:prstGeom>
          <a:noFill/>
          <a:ln w="0">
            <a:noFill/>
          </a:ln>
        </p:spPr>
        <p:txBody>
          <a:bodyPr lIns="0" tIns="0" rIns="0" bIns="0" anchor="t">
            <a:normAutofit/>
          </a:bodyPr>
          <a:lstStyle/>
          <a:p>
            <a:pPr indent="0">
              <a:lnSpc>
                <a:spcPct val="90000"/>
              </a:lnSpc>
              <a:spcBef>
                <a:spcPts val="1415"/>
              </a:spcBef>
              <a:buNone/>
            </a:pPr>
            <a:endParaRPr lang="en-US" sz="2800" b="0" strike="noStrike" spc="-1">
              <a:solidFill>
                <a:srgbClr val="000000"/>
              </a:solidFill>
              <a:latin typeface="Arial" panose="020B0604020202090204"/>
            </a:endParaRPr>
          </a:p>
        </p:txBody>
      </p:sp>
      <p:sp>
        <p:nvSpPr>
          <p:cNvPr id="32" name="PlaceHolder 4"/>
          <p:cNvSpPr>
            <a:spLocks noGrp="1"/>
          </p:cNvSpPr>
          <p:nvPr>
            <p:ph/>
          </p:nvPr>
        </p:nvSpPr>
        <p:spPr>
          <a:xfrm>
            <a:off x="457200" y="3682080"/>
            <a:ext cx="4015440" cy="1896840"/>
          </a:xfrm>
          <a:prstGeom prst="rect">
            <a:avLst/>
          </a:prstGeom>
          <a:noFill/>
          <a:ln w="0">
            <a:noFill/>
          </a:ln>
        </p:spPr>
        <p:txBody>
          <a:bodyPr lIns="0" tIns="0" rIns="0" bIns="0" anchor="t">
            <a:normAutofit/>
          </a:bodyPr>
          <a:lstStyle/>
          <a:p>
            <a:pPr indent="0">
              <a:lnSpc>
                <a:spcPct val="90000"/>
              </a:lnSpc>
              <a:spcBef>
                <a:spcPts val="1415"/>
              </a:spcBef>
              <a:buNone/>
            </a:pPr>
            <a:endParaRPr lang="en-US" sz="2800" b="0" strike="noStrike" spc="-1">
              <a:solidFill>
                <a:srgbClr val="000000"/>
              </a:solidFill>
              <a:latin typeface="Arial" panose="020B0604020202090204"/>
            </a:endParaRPr>
          </a:p>
        </p:txBody>
      </p:sp>
      <p:sp>
        <p:nvSpPr>
          <p:cNvPr id="6" name="PlaceHolder 5"/>
          <p:cNvSpPr>
            <a:spLocks noGrp="1"/>
          </p:cNvSpPr>
          <p:nvPr>
            <p:ph type="ftr" idx="1"/>
          </p:nvPr>
        </p:nvSpPr>
        <p:spPr/>
        <p:txBody>
          <a:bodyPr/>
          <a:lstStyle/>
          <a:p>
            <a:r>
              <a:t>Footer</a:t>
            </a:r>
          </a:p>
        </p:txBody>
      </p:sp>
      <p:sp>
        <p:nvSpPr>
          <p:cNvPr id="7" name="PlaceHolder 6"/>
          <p:cNvSpPr>
            <a:spLocks noGrp="1"/>
          </p:cNvSpPr>
          <p:nvPr>
            <p:ph type="sldNum" idx="2"/>
          </p:nvPr>
        </p:nvSpPr>
        <p:spPr/>
        <p:txBody>
          <a:bodyPr/>
          <a:lstStyle/>
          <a:p>
            <a:fld id="{0D03C13A-99F3-40C0-BB90-26BBE7278D85}" type="slidenum">
              <a:rPr/>
              <a:t>‹#›</a:t>
            </a:fld>
            <a:endParaRPr/>
          </a:p>
        </p:txBody>
      </p:sp>
      <p:sp>
        <p:nvSpPr>
          <p:cNvPr id="8" name="PlaceHolder 7"/>
          <p:cNvSpPr>
            <a:spLocks noGrp="1"/>
          </p:cNvSpPr>
          <p:nvPr>
            <p:ph type="dt" idx="3"/>
          </p:nvPr>
        </p:nvSpPr>
        <p:spPr/>
        <p:txBody>
          <a:body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33" name="PlaceHolder 1"/>
          <p:cNvSpPr>
            <a:spLocks noGrp="1"/>
          </p:cNvSpPr>
          <p:nvPr>
            <p:ph type="title"/>
          </p:nvPr>
        </p:nvSpPr>
        <p:spPr>
          <a:xfrm>
            <a:off x="685800" y="685800"/>
            <a:ext cx="7771320" cy="212616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Arial" panose="020B0604020202090204"/>
            </a:endParaRPr>
          </a:p>
        </p:txBody>
      </p:sp>
      <p:sp>
        <p:nvSpPr>
          <p:cNvPr id="34" name="PlaceHolder 2"/>
          <p:cNvSpPr>
            <a:spLocks noGrp="1"/>
          </p:cNvSpPr>
          <p:nvPr>
            <p:ph/>
          </p:nvPr>
        </p:nvSpPr>
        <p:spPr>
          <a:xfrm>
            <a:off x="457200" y="1604520"/>
            <a:ext cx="4015440" cy="3976920"/>
          </a:xfrm>
          <a:prstGeom prst="rect">
            <a:avLst/>
          </a:prstGeom>
          <a:noFill/>
          <a:ln w="0">
            <a:noFill/>
          </a:ln>
        </p:spPr>
        <p:txBody>
          <a:bodyPr lIns="0" tIns="0" rIns="0" bIns="0" anchor="t">
            <a:normAutofit/>
          </a:bodyPr>
          <a:lstStyle/>
          <a:p>
            <a:pPr indent="0">
              <a:lnSpc>
                <a:spcPct val="90000"/>
              </a:lnSpc>
              <a:spcBef>
                <a:spcPts val="1415"/>
              </a:spcBef>
              <a:buNone/>
            </a:pPr>
            <a:endParaRPr lang="en-US" sz="2800" b="0" strike="noStrike" spc="-1">
              <a:solidFill>
                <a:srgbClr val="000000"/>
              </a:solidFill>
              <a:latin typeface="Arial" panose="020B0604020202090204"/>
            </a:endParaRPr>
          </a:p>
        </p:txBody>
      </p:sp>
      <p:sp>
        <p:nvSpPr>
          <p:cNvPr id="35" name="PlaceHolder 3"/>
          <p:cNvSpPr>
            <a:spLocks noGrp="1"/>
          </p:cNvSpPr>
          <p:nvPr>
            <p:ph/>
          </p:nvPr>
        </p:nvSpPr>
        <p:spPr>
          <a:xfrm>
            <a:off x="4673880" y="1604520"/>
            <a:ext cx="4015440" cy="1896840"/>
          </a:xfrm>
          <a:prstGeom prst="rect">
            <a:avLst/>
          </a:prstGeom>
          <a:noFill/>
          <a:ln w="0">
            <a:noFill/>
          </a:ln>
        </p:spPr>
        <p:txBody>
          <a:bodyPr lIns="0" tIns="0" rIns="0" bIns="0" anchor="t">
            <a:normAutofit/>
          </a:bodyPr>
          <a:lstStyle/>
          <a:p>
            <a:pPr indent="0">
              <a:lnSpc>
                <a:spcPct val="90000"/>
              </a:lnSpc>
              <a:spcBef>
                <a:spcPts val="1415"/>
              </a:spcBef>
              <a:buNone/>
            </a:pPr>
            <a:endParaRPr lang="en-US" sz="2800" b="0" strike="noStrike" spc="-1">
              <a:solidFill>
                <a:srgbClr val="000000"/>
              </a:solidFill>
              <a:latin typeface="Arial" panose="020B0604020202090204"/>
            </a:endParaRPr>
          </a:p>
        </p:txBody>
      </p:sp>
      <p:sp>
        <p:nvSpPr>
          <p:cNvPr id="36" name="PlaceHolder 4"/>
          <p:cNvSpPr>
            <a:spLocks noGrp="1"/>
          </p:cNvSpPr>
          <p:nvPr>
            <p:ph/>
          </p:nvPr>
        </p:nvSpPr>
        <p:spPr>
          <a:xfrm>
            <a:off x="4673880" y="3682080"/>
            <a:ext cx="4015440" cy="1896840"/>
          </a:xfrm>
          <a:prstGeom prst="rect">
            <a:avLst/>
          </a:prstGeom>
          <a:noFill/>
          <a:ln w="0">
            <a:noFill/>
          </a:ln>
        </p:spPr>
        <p:txBody>
          <a:bodyPr lIns="0" tIns="0" rIns="0" bIns="0" anchor="t">
            <a:normAutofit/>
          </a:bodyPr>
          <a:lstStyle/>
          <a:p>
            <a:pPr indent="0">
              <a:lnSpc>
                <a:spcPct val="90000"/>
              </a:lnSpc>
              <a:spcBef>
                <a:spcPts val="1415"/>
              </a:spcBef>
              <a:buNone/>
            </a:pPr>
            <a:endParaRPr lang="en-US" sz="2800" b="0" strike="noStrike" spc="-1">
              <a:solidFill>
                <a:srgbClr val="000000"/>
              </a:solidFill>
              <a:latin typeface="Arial" panose="020B0604020202090204"/>
            </a:endParaRPr>
          </a:p>
        </p:txBody>
      </p:sp>
      <p:sp>
        <p:nvSpPr>
          <p:cNvPr id="6" name="PlaceHolder 5"/>
          <p:cNvSpPr>
            <a:spLocks noGrp="1"/>
          </p:cNvSpPr>
          <p:nvPr>
            <p:ph type="ftr" idx="1"/>
          </p:nvPr>
        </p:nvSpPr>
        <p:spPr/>
        <p:txBody>
          <a:bodyPr/>
          <a:lstStyle/>
          <a:p>
            <a:r>
              <a:t>Footer</a:t>
            </a:r>
          </a:p>
        </p:txBody>
      </p:sp>
      <p:sp>
        <p:nvSpPr>
          <p:cNvPr id="7" name="PlaceHolder 6"/>
          <p:cNvSpPr>
            <a:spLocks noGrp="1"/>
          </p:cNvSpPr>
          <p:nvPr>
            <p:ph type="sldNum" idx="2"/>
          </p:nvPr>
        </p:nvSpPr>
        <p:spPr/>
        <p:txBody>
          <a:bodyPr/>
          <a:lstStyle/>
          <a:p>
            <a:fld id="{5B3DC177-85FD-4C41-9BF5-8C1103D36017}" type="slidenum">
              <a:rPr/>
              <a:t>‹#›</a:t>
            </a:fld>
            <a:endParaRPr/>
          </a:p>
        </p:txBody>
      </p:sp>
      <p:sp>
        <p:nvSpPr>
          <p:cNvPr id="8" name="PlaceHolder 7"/>
          <p:cNvSpPr>
            <a:spLocks noGrp="1"/>
          </p:cNvSpPr>
          <p:nvPr>
            <p:ph type="dt" idx="3"/>
          </p:nvPr>
        </p:nvSpPr>
        <p:spPr/>
        <p:txBody>
          <a:body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37" name="PlaceHolder 1"/>
          <p:cNvSpPr>
            <a:spLocks noGrp="1"/>
          </p:cNvSpPr>
          <p:nvPr>
            <p:ph type="title"/>
          </p:nvPr>
        </p:nvSpPr>
        <p:spPr>
          <a:xfrm>
            <a:off x="685800" y="685800"/>
            <a:ext cx="7771320" cy="212616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Arial" panose="020B0604020202090204"/>
            </a:endParaRPr>
          </a:p>
        </p:txBody>
      </p:sp>
      <p:sp>
        <p:nvSpPr>
          <p:cNvPr id="38" name="PlaceHolder 2"/>
          <p:cNvSpPr>
            <a:spLocks noGrp="1"/>
          </p:cNvSpPr>
          <p:nvPr>
            <p:ph/>
          </p:nvPr>
        </p:nvSpPr>
        <p:spPr>
          <a:xfrm>
            <a:off x="457200" y="1604520"/>
            <a:ext cx="4015440" cy="1896840"/>
          </a:xfrm>
          <a:prstGeom prst="rect">
            <a:avLst/>
          </a:prstGeom>
          <a:noFill/>
          <a:ln w="0">
            <a:noFill/>
          </a:ln>
        </p:spPr>
        <p:txBody>
          <a:bodyPr lIns="0" tIns="0" rIns="0" bIns="0" anchor="t">
            <a:normAutofit/>
          </a:bodyPr>
          <a:lstStyle/>
          <a:p>
            <a:pPr indent="0">
              <a:lnSpc>
                <a:spcPct val="90000"/>
              </a:lnSpc>
              <a:spcBef>
                <a:spcPts val="1415"/>
              </a:spcBef>
              <a:buNone/>
            </a:pPr>
            <a:endParaRPr lang="en-US" sz="2800" b="0" strike="noStrike" spc="-1">
              <a:solidFill>
                <a:srgbClr val="000000"/>
              </a:solidFill>
              <a:latin typeface="Arial" panose="020B0604020202090204"/>
            </a:endParaRPr>
          </a:p>
        </p:txBody>
      </p:sp>
      <p:sp>
        <p:nvSpPr>
          <p:cNvPr id="39" name="PlaceHolder 3"/>
          <p:cNvSpPr>
            <a:spLocks noGrp="1"/>
          </p:cNvSpPr>
          <p:nvPr>
            <p:ph/>
          </p:nvPr>
        </p:nvSpPr>
        <p:spPr>
          <a:xfrm>
            <a:off x="4673880" y="1604520"/>
            <a:ext cx="4015440" cy="1896840"/>
          </a:xfrm>
          <a:prstGeom prst="rect">
            <a:avLst/>
          </a:prstGeom>
          <a:noFill/>
          <a:ln w="0">
            <a:noFill/>
          </a:ln>
        </p:spPr>
        <p:txBody>
          <a:bodyPr lIns="0" tIns="0" rIns="0" bIns="0" anchor="t">
            <a:normAutofit/>
          </a:bodyPr>
          <a:lstStyle/>
          <a:p>
            <a:pPr indent="0">
              <a:lnSpc>
                <a:spcPct val="90000"/>
              </a:lnSpc>
              <a:spcBef>
                <a:spcPts val="1415"/>
              </a:spcBef>
              <a:buNone/>
            </a:pPr>
            <a:endParaRPr lang="en-US" sz="2800" b="0" strike="noStrike" spc="-1">
              <a:solidFill>
                <a:srgbClr val="000000"/>
              </a:solidFill>
              <a:latin typeface="Arial" panose="020B0604020202090204"/>
            </a:endParaRPr>
          </a:p>
        </p:txBody>
      </p:sp>
      <p:sp>
        <p:nvSpPr>
          <p:cNvPr id="40" name="PlaceHolder 4"/>
          <p:cNvSpPr>
            <a:spLocks noGrp="1"/>
          </p:cNvSpPr>
          <p:nvPr>
            <p:ph/>
          </p:nvPr>
        </p:nvSpPr>
        <p:spPr>
          <a:xfrm>
            <a:off x="457200" y="3682080"/>
            <a:ext cx="8228880" cy="1896840"/>
          </a:xfrm>
          <a:prstGeom prst="rect">
            <a:avLst/>
          </a:prstGeom>
          <a:noFill/>
          <a:ln w="0">
            <a:noFill/>
          </a:ln>
        </p:spPr>
        <p:txBody>
          <a:bodyPr lIns="0" tIns="0" rIns="0" bIns="0" anchor="t">
            <a:normAutofit/>
          </a:bodyPr>
          <a:lstStyle/>
          <a:p>
            <a:pPr indent="0">
              <a:lnSpc>
                <a:spcPct val="90000"/>
              </a:lnSpc>
              <a:spcBef>
                <a:spcPts val="1415"/>
              </a:spcBef>
              <a:buNone/>
            </a:pPr>
            <a:endParaRPr lang="en-US" sz="2800" b="0" strike="noStrike" spc="-1">
              <a:solidFill>
                <a:srgbClr val="000000"/>
              </a:solidFill>
              <a:latin typeface="Arial" panose="020B0604020202090204"/>
            </a:endParaRPr>
          </a:p>
        </p:txBody>
      </p:sp>
      <p:sp>
        <p:nvSpPr>
          <p:cNvPr id="6" name="PlaceHolder 5"/>
          <p:cNvSpPr>
            <a:spLocks noGrp="1"/>
          </p:cNvSpPr>
          <p:nvPr>
            <p:ph type="ftr" idx="1"/>
          </p:nvPr>
        </p:nvSpPr>
        <p:spPr/>
        <p:txBody>
          <a:bodyPr/>
          <a:lstStyle/>
          <a:p>
            <a:r>
              <a:t>Footer</a:t>
            </a:r>
          </a:p>
        </p:txBody>
      </p:sp>
      <p:sp>
        <p:nvSpPr>
          <p:cNvPr id="7" name="PlaceHolder 6"/>
          <p:cNvSpPr>
            <a:spLocks noGrp="1"/>
          </p:cNvSpPr>
          <p:nvPr>
            <p:ph type="sldNum" idx="2"/>
          </p:nvPr>
        </p:nvSpPr>
        <p:spPr/>
        <p:txBody>
          <a:bodyPr/>
          <a:lstStyle/>
          <a:p>
            <a:fld id="{317AE532-8B4F-4C28-A3F1-FCB7D3878929}" type="slidenum">
              <a:rPr/>
              <a:t>‹#›</a:t>
            </a:fld>
            <a:endParaRPr/>
          </a:p>
        </p:txBody>
      </p:sp>
      <p:sp>
        <p:nvSpPr>
          <p:cNvPr id="8" name="PlaceHolder 7"/>
          <p:cNvSpPr>
            <a:spLocks noGrp="1"/>
          </p:cNvSpPr>
          <p:nvPr>
            <p:ph type="dt" idx="3"/>
          </p:nvPr>
        </p:nvSpPr>
        <p:spPr/>
        <p:txBody>
          <a:body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41" name="PlaceHolder 1"/>
          <p:cNvSpPr>
            <a:spLocks noGrp="1"/>
          </p:cNvSpPr>
          <p:nvPr>
            <p:ph type="title"/>
          </p:nvPr>
        </p:nvSpPr>
        <p:spPr>
          <a:xfrm>
            <a:off x="685800" y="685800"/>
            <a:ext cx="7771320" cy="212616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Arial" panose="020B0604020202090204"/>
            </a:endParaRPr>
          </a:p>
        </p:txBody>
      </p:sp>
      <p:sp>
        <p:nvSpPr>
          <p:cNvPr id="42" name="PlaceHolder 2"/>
          <p:cNvSpPr>
            <a:spLocks noGrp="1"/>
          </p:cNvSpPr>
          <p:nvPr>
            <p:ph/>
          </p:nvPr>
        </p:nvSpPr>
        <p:spPr>
          <a:xfrm>
            <a:off x="457200" y="1604520"/>
            <a:ext cx="8228880" cy="1896840"/>
          </a:xfrm>
          <a:prstGeom prst="rect">
            <a:avLst/>
          </a:prstGeom>
          <a:noFill/>
          <a:ln w="0">
            <a:noFill/>
          </a:ln>
        </p:spPr>
        <p:txBody>
          <a:bodyPr lIns="0" tIns="0" rIns="0" bIns="0" anchor="t">
            <a:normAutofit/>
          </a:bodyPr>
          <a:lstStyle/>
          <a:p>
            <a:pPr indent="0">
              <a:lnSpc>
                <a:spcPct val="90000"/>
              </a:lnSpc>
              <a:spcBef>
                <a:spcPts val="1415"/>
              </a:spcBef>
              <a:buNone/>
            </a:pPr>
            <a:endParaRPr lang="en-US" sz="2800" b="0" strike="noStrike" spc="-1">
              <a:solidFill>
                <a:srgbClr val="000000"/>
              </a:solidFill>
              <a:latin typeface="Arial" panose="020B0604020202090204"/>
            </a:endParaRPr>
          </a:p>
        </p:txBody>
      </p:sp>
      <p:sp>
        <p:nvSpPr>
          <p:cNvPr id="43" name="PlaceHolder 3"/>
          <p:cNvSpPr>
            <a:spLocks noGrp="1"/>
          </p:cNvSpPr>
          <p:nvPr>
            <p:ph/>
          </p:nvPr>
        </p:nvSpPr>
        <p:spPr>
          <a:xfrm>
            <a:off x="457200" y="3682080"/>
            <a:ext cx="8228880" cy="1896840"/>
          </a:xfrm>
          <a:prstGeom prst="rect">
            <a:avLst/>
          </a:prstGeom>
          <a:noFill/>
          <a:ln w="0">
            <a:noFill/>
          </a:ln>
        </p:spPr>
        <p:txBody>
          <a:bodyPr lIns="0" tIns="0" rIns="0" bIns="0" anchor="t">
            <a:normAutofit/>
          </a:bodyPr>
          <a:lstStyle/>
          <a:p>
            <a:pPr indent="0">
              <a:lnSpc>
                <a:spcPct val="90000"/>
              </a:lnSpc>
              <a:spcBef>
                <a:spcPts val="1415"/>
              </a:spcBef>
              <a:buNone/>
            </a:pPr>
            <a:endParaRPr lang="en-US" sz="2800" b="0" strike="noStrike" spc="-1">
              <a:solidFill>
                <a:srgbClr val="000000"/>
              </a:solidFill>
              <a:latin typeface="Arial" panose="020B0604020202090204"/>
            </a:endParaRPr>
          </a:p>
        </p:txBody>
      </p:sp>
      <p:sp>
        <p:nvSpPr>
          <p:cNvPr id="5" name="PlaceHolder 4"/>
          <p:cNvSpPr>
            <a:spLocks noGrp="1"/>
          </p:cNvSpPr>
          <p:nvPr>
            <p:ph type="ftr" idx="1"/>
          </p:nvPr>
        </p:nvSpPr>
        <p:spPr/>
        <p:txBody>
          <a:bodyPr/>
          <a:lstStyle/>
          <a:p>
            <a:r>
              <a:t>Footer</a:t>
            </a:r>
          </a:p>
        </p:txBody>
      </p:sp>
      <p:sp>
        <p:nvSpPr>
          <p:cNvPr id="6" name="PlaceHolder 5"/>
          <p:cNvSpPr>
            <a:spLocks noGrp="1"/>
          </p:cNvSpPr>
          <p:nvPr>
            <p:ph type="sldNum" idx="2"/>
          </p:nvPr>
        </p:nvSpPr>
        <p:spPr/>
        <p:txBody>
          <a:bodyPr/>
          <a:lstStyle/>
          <a:p>
            <a:fld id="{9F7C310A-5112-4670-A6A1-F44648AB6E47}" type="slidenum">
              <a:rPr/>
              <a:t>‹#›</a:t>
            </a:fld>
            <a:endParaRPr/>
          </a:p>
        </p:txBody>
      </p:sp>
      <p:sp>
        <p:nvSpPr>
          <p:cNvPr id="7" name="PlaceHolder 6"/>
          <p:cNvSpPr>
            <a:spLocks noGrp="1"/>
          </p:cNvSpPr>
          <p:nvPr>
            <p:ph type="dt" idx="3"/>
          </p:nvPr>
        </p:nvSpPr>
        <p:spPr/>
        <p:txBody>
          <a:body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44" name="PlaceHolder 1"/>
          <p:cNvSpPr>
            <a:spLocks noGrp="1"/>
          </p:cNvSpPr>
          <p:nvPr>
            <p:ph type="title"/>
          </p:nvPr>
        </p:nvSpPr>
        <p:spPr>
          <a:xfrm>
            <a:off x="685800" y="685800"/>
            <a:ext cx="7771320" cy="212616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Arial" panose="020B0604020202090204"/>
            </a:endParaRPr>
          </a:p>
        </p:txBody>
      </p:sp>
      <p:sp>
        <p:nvSpPr>
          <p:cNvPr id="45" name="PlaceHolder 2"/>
          <p:cNvSpPr>
            <a:spLocks noGrp="1"/>
          </p:cNvSpPr>
          <p:nvPr>
            <p:ph/>
          </p:nvPr>
        </p:nvSpPr>
        <p:spPr>
          <a:xfrm>
            <a:off x="457200" y="1604520"/>
            <a:ext cx="4015440" cy="1896840"/>
          </a:xfrm>
          <a:prstGeom prst="rect">
            <a:avLst/>
          </a:prstGeom>
          <a:noFill/>
          <a:ln w="0">
            <a:noFill/>
          </a:ln>
        </p:spPr>
        <p:txBody>
          <a:bodyPr lIns="0" tIns="0" rIns="0" bIns="0" anchor="t">
            <a:normAutofit/>
          </a:bodyPr>
          <a:lstStyle/>
          <a:p>
            <a:pPr indent="0">
              <a:lnSpc>
                <a:spcPct val="90000"/>
              </a:lnSpc>
              <a:spcBef>
                <a:spcPts val="1415"/>
              </a:spcBef>
              <a:buNone/>
            </a:pPr>
            <a:endParaRPr lang="en-US" sz="2800" b="0" strike="noStrike" spc="-1">
              <a:solidFill>
                <a:srgbClr val="000000"/>
              </a:solidFill>
              <a:latin typeface="Arial" panose="020B0604020202090204"/>
            </a:endParaRPr>
          </a:p>
        </p:txBody>
      </p:sp>
      <p:sp>
        <p:nvSpPr>
          <p:cNvPr id="46" name="PlaceHolder 3"/>
          <p:cNvSpPr>
            <a:spLocks noGrp="1"/>
          </p:cNvSpPr>
          <p:nvPr>
            <p:ph/>
          </p:nvPr>
        </p:nvSpPr>
        <p:spPr>
          <a:xfrm>
            <a:off x="4673880" y="1604520"/>
            <a:ext cx="4015440" cy="1896840"/>
          </a:xfrm>
          <a:prstGeom prst="rect">
            <a:avLst/>
          </a:prstGeom>
          <a:noFill/>
          <a:ln w="0">
            <a:noFill/>
          </a:ln>
        </p:spPr>
        <p:txBody>
          <a:bodyPr lIns="0" tIns="0" rIns="0" bIns="0" anchor="t">
            <a:normAutofit/>
          </a:bodyPr>
          <a:lstStyle/>
          <a:p>
            <a:pPr indent="0">
              <a:lnSpc>
                <a:spcPct val="90000"/>
              </a:lnSpc>
              <a:spcBef>
                <a:spcPts val="1415"/>
              </a:spcBef>
              <a:buNone/>
            </a:pPr>
            <a:endParaRPr lang="en-US" sz="2800" b="0" strike="noStrike" spc="-1">
              <a:solidFill>
                <a:srgbClr val="000000"/>
              </a:solidFill>
              <a:latin typeface="Arial" panose="020B0604020202090204"/>
            </a:endParaRPr>
          </a:p>
        </p:txBody>
      </p:sp>
      <p:sp>
        <p:nvSpPr>
          <p:cNvPr id="47" name="PlaceHolder 4"/>
          <p:cNvSpPr>
            <a:spLocks noGrp="1"/>
          </p:cNvSpPr>
          <p:nvPr>
            <p:ph/>
          </p:nvPr>
        </p:nvSpPr>
        <p:spPr>
          <a:xfrm>
            <a:off x="457200" y="3682080"/>
            <a:ext cx="4015440" cy="1896840"/>
          </a:xfrm>
          <a:prstGeom prst="rect">
            <a:avLst/>
          </a:prstGeom>
          <a:noFill/>
          <a:ln w="0">
            <a:noFill/>
          </a:ln>
        </p:spPr>
        <p:txBody>
          <a:bodyPr lIns="0" tIns="0" rIns="0" bIns="0" anchor="t">
            <a:normAutofit/>
          </a:bodyPr>
          <a:lstStyle/>
          <a:p>
            <a:pPr indent="0">
              <a:lnSpc>
                <a:spcPct val="90000"/>
              </a:lnSpc>
              <a:spcBef>
                <a:spcPts val="1415"/>
              </a:spcBef>
              <a:buNone/>
            </a:pPr>
            <a:endParaRPr lang="en-US" sz="2800" b="0" strike="noStrike" spc="-1">
              <a:solidFill>
                <a:srgbClr val="000000"/>
              </a:solidFill>
              <a:latin typeface="Arial" panose="020B0604020202090204"/>
            </a:endParaRPr>
          </a:p>
        </p:txBody>
      </p:sp>
      <p:sp>
        <p:nvSpPr>
          <p:cNvPr id="48" name="PlaceHolder 5"/>
          <p:cNvSpPr>
            <a:spLocks noGrp="1"/>
          </p:cNvSpPr>
          <p:nvPr>
            <p:ph/>
          </p:nvPr>
        </p:nvSpPr>
        <p:spPr>
          <a:xfrm>
            <a:off x="4673880" y="3682080"/>
            <a:ext cx="4015440" cy="1896840"/>
          </a:xfrm>
          <a:prstGeom prst="rect">
            <a:avLst/>
          </a:prstGeom>
          <a:noFill/>
          <a:ln w="0">
            <a:noFill/>
          </a:ln>
        </p:spPr>
        <p:txBody>
          <a:bodyPr lIns="0" tIns="0" rIns="0" bIns="0" anchor="t">
            <a:normAutofit/>
          </a:bodyPr>
          <a:lstStyle/>
          <a:p>
            <a:pPr indent="0">
              <a:lnSpc>
                <a:spcPct val="90000"/>
              </a:lnSpc>
              <a:spcBef>
                <a:spcPts val="1415"/>
              </a:spcBef>
              <a:buNone/>
            </a:pPr>
            <a:endParaRPr lang="en-US" sz="2800" b="0" strike="noStrike" spc="-1">
              <a:solidFill>
                <a:srgbClr val="000000"/>
              </a:solidFill>
              <a:latin typeface="Arial" panose="020B0604020202090204"/>
            </a:endParaRPr>
          </a:p>
        </p:txBody>
      </p:sp>
      <p:sp>
        <p:nvSpPr>
          <p:cNvPr id="7" name="PlaceHolder 6"/>
          <p:cNvSpPr>
            <a:spLocks noGrp="1"/>
          </p:cNvSpPr>
          <p:nvPr>
            <p:ph type="ftr" idx="1"/>
          </p:nvPr>
        </p:nvSpPr>
        <p:spPr/>
        <p:txBody>
          <a:bodyPr/>
          <a:lstStyle/>
          <a:p>
            <a:r>
              <a:t>Footer</a:t>
            </a:r>
          </a:p>
        </p:txBody>
      </p:sp>
      <p:sp>
        <p:nvSpPr>
          <p:cNvPr id="8" name="PlaceHolder 7"/>
          <p:cNvSpPr>
            <a:spLocks noGrp="1"/>
          </p:cNvSpPr>
          <p:nvPr>
            <p:ph type="sldNum" idx="2"/>
          </p:nvPr>
        </p:nvSpPr>
        <p:spPr/>
        <p:txBody>
          <a:bodyPr/>
          <a:lstStyle/>
          <a:p>
            <a:fld id="{4F27E4CC-D320-4053-AFD4-599E76295A33}" type="slidenum">
              <a:rPr/>
              <a:t>‹#›</a:t>
            </a:fld>
            <a:endParaRPr/>
          </a:p>
        </p:txBody>
      </p:sp>
      <p:sp>
        <p:nvSpPr>
          <p:cNvPr id="9" name="PlaceHolder 8"/>
          <p:cNvSpPr>
            <a:spLocks noGrp="1"/>
          </p:cNvSpPr>
          <p:nvPr>
            <p:ph type="dt" idx="3"/>
          </p:nvPr>
        </p:nvSpPr>
        <p:spPr/>
        <p:txBody>
          <a:body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49" name="PlaceHolder 1"/>
          <p:cNvSpPr>
            <a:spLocks noGrp="1"/>
          </p:cNvSpPr>
          <p:nvPr>
            <p:ph type="title"/>
          </p:nvPr>
        </p:nvSpPr>
        <p:spPr>
          <a:xfrm>
            <a:off x="685800" y="685800"/>
            <a:ext cx="7771320" cy="212616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Arial" panose="020B0604020202090204"/>
            </a:endParaRPr>
          </a:p>
        </p:txBody>
      </p:sp>
      <p:sp>
        <p:nvSpPr>
          <p:cNvPr id="50" name="PlaceHolder 2"/>
          <p:cNvSpPr>
            <a:spLocks noGrp="1"/>
          </p:cNvSpPr>
          <p:nvPr>
            <p:ph/>
          </p:nvPr>
        </p:nvSpPr>
        <p:spPr>
          <a:xfrm>
            <a:off x="457200" y="1604520"/>
            <a:ext cx="2649600" cy="1896840"/>
          </a:xfrm>
          <a:prstGeom prst="rect">
            <a:avLst/>
          </a:prstGeom>
          <a:noFill/>
          <a:ln w="0">
            <a:noFill/>
          </a:ln>
        </p:spPr>
        <p:txBody>
          <a:bodyPr lIns="0" tIns="0" rIns="0" bIns="0" anchor="t">
            <a:normAutofit/>
          </a:bodyPr>
          <a:lstStyle/>
          <a:p>
            <a:pPr indent="0">
              <a:lnSpc>
                <a:spcPct val="90000"/>
              </a:lnSpc>
              <a:spcBef>
                <a:spcPts val="1415"/>
              </a:spcBef>
              <a:buNone/>
            </a:pPr>
            <a:endParaRPr lang="en-US" sz="2800" b="0" strike="noStrike" spc="-1">
              <a:solidFill>
                <a:srgbClr val="000000"/>
              </a:solidFill>
              <a:latin typeface="Arial" panose="020B0604020202090204"/>
            </a:endParaRPr>
          </a:p>
        </p:txBody>
      </p:sp>
      <p:sp>
        <p:nvSpPr>
          <p:cNvPr id="51" name="PlaceHolder 3"/>
          <p:cNvSpPr>
            <a:spLocks noGrp="1"/>
          </p:cNvSpPr>
          <p:nvPr>
            <p:ph/>
          </p:nvPr>
        </p:nvSpPr>
        <p:spPr>
          <a:xfrm>
            <a:off x="3239640" y="1604520"/>
            <a:ext cx="2649600" cy="1896840"/>
          </a:xfrm>
          <a:prstGeom prst="rect">
            <a:avLst/>
          </a:prstGeom>
          <a:noFill/>
          <a:ln w="0">
            <a:noFill/>
          </a:ln>
        </p:spPr>
        <p:txBody>
          <a:bodyPr lIns="0" tIns="0" rIns="0" bIns="0" anchor="t">
            <a:normAutofit/>
          </a:bodyPr>
          <a:lstStyle/>
          <a:p>
            <a:pPr indent="0">
              <a:lnSpc>
                <a:spcPct val="90000"/>
              </a:lnSpc>
              <a:spcBef>
                <a:spcPts val="1415"/>
              </a:spcBef>
              <a:buNone/>
            </a:pPr>
            <a:endParaRPr lang="en-US" sz="2800" b="0" strike="noStrike" spc="-1">
              <a:solidFill>
                <a:srgbClr val="000000"/>
              </a:solidFill>
              <a:latin typeface="Arial" panose="020B0604020202090204"/>
            </a:endParaRPr>
          </a:p>
        </p:txBody>
      </p:sp>
      <p:sp>
        <p:nvSpPr>
          <p:cNvPr id="52" name="PlaceHolder 4"/>
          <p:cNvSpPr>
            <a:spLocks noGrp="1"/>
          </p:cNvSpPr>
          <p:nvPr>
            <p:ph/>
          </p:nvPr>
        </p:nvSpPr>
        <p:spPr>
          <a:xfrm>
            <a:off x="6022080" y="1604520"/>
            <a:ext cx="2649600" cy="1896840"/>
          </a:xfrm>
          <a:prstGeom prst="rect">
            <a:avLst/>
          </a:prstGeom>
          <a:noFill/>
          <a:ln w="0">
            <a:noFill/>
          </a:ln>
        </p:spPr>
        <p:txBody>
          <a:bodyPr lIns="0" tIns="0" rIns="0" bIns="0" anchor="t">
            <a:normAutofit/>
          </a:bodyPr>
          <a:lstStyle/>
          <a:p>
            <a:pPr indent="0">
              <a:lnSpc>
                <a:spcPct val="90000"/>
              </a:lnSpc>
              <a:spcBef>
                <a:spcPts val="1415"/>
              </a:spcBef>
              <a:buNone/>
            </a:pPr>
            <a:endParaRPr lang="en-US" sz="2800" b="0" strike="noStrike" spc="-1">
              <a:solidFill>
                <a:srgbClr val="000000"/>
              </a:solidFill>
              <a:latin typeface="Arial" panose="020B0604020202090204"/>
            </a:endParaRPr>
          </a:p>
        </p:txBody>
      </p:sp>
      <p:sp>
        <p:nvSpPr>
          <p:cNvPr id="53" name="PlaceHolder 5"/>
          <p:cNvSpPr>
            <a:spLocks noGrp="1"/>
          </p:cNvSpPr>
          <p:nvPr>
            <p:ph/>
          </p:nvPr>
        </p:nvSpPr>
        <p:spPr>
          <a:xfrm>
            <a:off x="457200" y="3682080"/>
            <a:ext cx="2649600" cy="1896840"/>
          </a:xfrm>
          <a:prstGeom prst="rect">
            <a:avLst/>
          </a:prstGeom>
          <a:noFill/>
          <a:ln w="0">
            <a:noFill/>
          </a:ln>
        </p:spPr>
        <p:txBody>
          <a:bodyPr lIns="0" tIns="0" rIns="0" bIns="0" anchor="t">
            <a:normAutofit/>
          </a:bodyPr>
          <a:lstStyle/>
          <a:p>
            <a:pPr indent="0">
              <a:lnSpc>
                <a:spcPct val="90000"/>
              </a:lnSpc>
              <a:spcBef>
                <a:spcPts val="1415"/>
              </a:spcBef>
              <a:buNone/>
            </a:pPr>
            <a:endParaRPr lang="en-US" sz="2800" b="0" strike="noStrike" spc="-1">
              <a:solidFill>
                <a:srgbClr val="000000"/>
              </a:solidFill>
              <a:latin typeface="Arial" panose="020B0604020202090204"/>
            </a:endParaRPr>
          </a:p>
        </p:txBody>
      </p:sp>
      <p:sp>
        <p:nvSpPr>
          <p:cNvPr id="54" name="PlaceHolder 6"/>
          <p:cNvSpPr>
            <a:spLocks noGrp="1"/>
          </p:cNvSpPr>
          <p:nvPr>
            <p:ph/>
          </p:nvPr>
        </p:nvSpPr>
        <p:spPr>
          <a:xfrm>
            <a:off x="3239640" y="3682080"/>
            <a:ext cx="2649600" cy="1896840"/>
          </a:xfrm>
          <a:prstGeom prst="rect">
            <a:avLst/>
          </a:prstGeom>
          <a:noFill/>
          <a:ln w="0">
            <a:noFill/>
          </a:ln>
        </p:spPr>
        <p:txBody>
          <a:bodyPr lIns="0" tIns="0" rIns="0" bIns="0" anchor="t">
            <a:normAutofit/>
          </a:bodyPr>
          <a:lstStyle/>
          <a:p>
            <a:pPr indent="0">
              <a:lnSpc>
                <a:spcPct val="90000"/>
              </a:lnSpc>
              <a:spcBef>
                <a:spcPts val="1415"/>
              </a:spcBef>
              <a:buNone/>
            </a:pPr>
            <a:endParaRPr lang="en-US" sz="2800" b="0" strike="noStrike" spc="-1">
              <a:solidFill>
                <a:srgbClr val="000000"/>
              </a:solidFill>
              <a:latin typeface="Arial" panose="020B0604020202090204"/>
            </a:endParaRPr>
          </a:p>
        </p:txBody>
      </p:sp>
      <p:sp>
        <p:nvSpPr>
          <p:cNvPr id="55" name="PlaceHolder 7"/>
          <p:cNvSpPr>
            <a:spLocks noGrp="1"/>
          </p:cNvSpPr>
          <p:nvPr>
            <p:ph/>
          </p:nvPr>
        </p:nvSpPr>
        <p:spPr>
          <a:xfrm>
            <a:off x="6022080" y="3682080"/>
            <a:ext cx="2649600" cy="1896840"/>
          </a:xfrm>
          <a:prstGeom prst="rect">
            <a:avLst/>
          </a:prstGeom>
          <a:noFill/>
          <a:ln w="0">
            <a:noFill/>
          </a:ln>
        </p:spPr>
        <p:txBody>
          <a:bodyPr lIns="0" tIns="0" rIns="0" bIns="0" anchor="t">
            <a:normAutofit/>
          </a:bodyPr>
          <a:lstStyle/>
          <a:p>
            <a:pPr indent="0">
              <a:lnSpc>
                <a:spcPct val="90000"/>
              </a:lnSpc>
              <a:spcBef>
                <a:spcPts val="1415"/>
              </a:spcBef>
              <a:buNone/>
            </a:pPr>
            <a:endParaRPr lang="en-US" sz="2800" b="0" strike="noStrike" spc="-1">
              <a:solidFill>
                <a:srgbClr val="000000"/>
              </a:solidFill>
              <a:latin typeface="Arial" panose="020B0604020202090204"/>
            </a:endParaRPr>
          </a:p>
        </p:txBody>
      </p:sp>
      <p:sp>
        <p:nvSpPr>
          <p:cNvPr id="9" name="PlaceHolder 8"/>
          <p:cNvSpPr>
            <a:spLocks noGrp="1"/>
          </p:cNvSpPr>
          <p:nvPr>
            <p:ph type="ftr" idx="1"/>
          </p:nvPr>
        </p:nvSpPr>
        <p:spPr/>
        <p:txBody>
          <a:bodyPr/>
          <a:lstStyle/>
          <a:p>
            <a:r>
              <a:t>Footer</a:t>
            </a:r>
          </a:p>
        </p:txBody>
      </p:sp>
      <p:sp>
        <p:nvSpPr>
          <p:cNvPr id="10" name="PlaceHolder 9"/>
          <p:cNvSpPr>
            <a:spLocks noGrp="1"/>
          </p:cNvSpPr>
          <p:nvPr>
            <p:ph type="sldNum" idx="2"/>
          </p:nvPr>
        </p:nvSpPr>
        <p:spPr/>
        <p:txBody>
          <a:bodyPr/>
          <a:lstStyle/>
          <a:p>
            <a:fld id="{D6464C6C-3842-4DC5-806A-1C8ACEF07267}" type="slidenum">
              <a:rPr/>
              <a:t>‹#›</a:t>
            </a:fld>
            <a:endParaRPr/>
          </a:p>
        </p:txBody>
      </p:sp>
      <p:sp>
        <p:nvSpPr>
          <p:cNvPr id="11" name="PlaceHolder 10"/>
          <p:cNvSpPr>
            <a:spLocks noGrp="1"/>
          </p:cNvSpPr>
          <p:nvPr>
            <p:ph type="dt" idx="3"/>
          </p:nvPr>
        </p:nvSpPr>
        <p:spPr/>
        <p:txBody>
          <a:body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4"/>
          </p:nvPr>
        </p:nvSpPr>
        <p:spPr/>
        <p:txBody>
          <a:bodyPr/>
          <a:lstStyle/>
          <a:p>
            <a:r>
              <a:t>Footer</a:t>
            </a:r>
          </a:p>
        </p:txBody>
      </p:sp>
      <p:sp>
        <p:nvSpPr>
          <p:cNvPr id="3" name="PlaceHolder 2"/>
          <p:cNvSpPr>
            <a:spLocks noGrp="1"/>
          </p:cNvSpPr>
          <p:nvPr>
            <p:ph type="sldNum" idx="5"/>
          </p:nvPr>
        </p:nvSpPr>
        <p:spPr/>
        <p:txBody>
          <a:bodyPr/>
          <a:lstStyle/>
          <a:p>
            <a:fld id="{1030D191-EB91-4896-91F8-CECD38458DD9}" type="slidenum">
              <a:rPr/>
              <a:t>‹#›</a:t>
            </a:fld>
            <a:endParaRPr/>
          </a:p>
        </p:txBody>
      </p:sp>
      <p:sp>
        <p:nvSpPr>
          <p:cNvPr id="4" name="PlaceHolder 3"/>
          <p:cNvSpPr>
            <a:spLocks noGrp="1"/>
          </p:cNvSpPr>
          <p:nvPr>
            <p:ph type="dt" idx="6"/>
          </p:nvPr>
        </p:nvSpPr>
        <p:spPr/>
        <p:txBody>
          <a:body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76" name="PlaceHolder 1"/>
          <p:cNvSpPr>
            <a:spLocks noGrp="1"/>
          </p:cNvSpPr>
          <p:nvPr>
            <p:ph type="title"/>
          </p:nvPr>
        </p:nvSpPr>
        <p:spPr>
          <a:xfrm>
            <a:off x="685800" y="685800"/>
            <a:ext cx="7771320" cy="212616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Arial" panose="020B0604020202090204"/>
            </a:endParaRPr>
          </a:p>
        </p:txBody>
      </p:sp>
      <p:sp>
        <p:nvSpPr>
          <p:cNvPr id="77" name="PlaceHolder 2"/>
          <p:cNvSpPr>
            <a:spLocks noGrp="1"/>
          </p:cNvSpPr>
          <p:nvPr>
            <p:ph type="subTitle"/>
          </p:nvPr>
        </p:nvSpPr>
        <p:spPr>
          <a:xfrm>
            <a:off x="457200" y="1604520"/>
            <a:ext cx="8228880" cy="3976920"/>
          </a:xfrm>
          <a:prstGeom prst="rect">
            <a:avLst/>
          </a:prstGeom>
          <a:noFill/>
          <a:ln w="0">
            <a:noFill/>
          </a:ln>
        </p:spPr>
        <p:txBody>
          <a:bodyPr lIns="0" tIns="0" rIns="0" bIns="0" anchor="ctr">
            <a:noAutofit/>
          </a:bodyPr>
          <a:lstStyle/>
          <a:p>
            <a:pPr indent="0" algn="ctr">
              <a:buNone/>
            </a:pPr>
            <a:endParaRPr lang="en-IN" sz="3200" b="0" strike="noStrike" spc="-1">
              <a:solidFill>
                <a:srgbClr val="000000"/>
              </a:solidFill>
              <a:latin typeface="Arial" panose="020B0604020202090204"/>
            </a:endParaRPr>
          </a:p>
        </p:txBody>
      </p:sp>
      <p:sp>
        <p:nvSpPr>
          <p:cNvPr id="4" name="PlaceHolder 3"/>
          <p:cNvSpPr>
            <a:spLocks noGrp="1"/>
          </p:cNvSpPr>
          <p:nvPr>
            <p:ph type="ftr" idx="4"/>
          </p:nvPr>
        </p:nvSpPr>
        <p:spPr/>
        <p:txBody>
          <a:bodyPr/>
          <a:lstStyle/>
          <a:p>
            <a:r>
              <a:t>Footer</a:t>
            </a:r>
          </a:p>
        </p:txBody>
      </p:sp>
      <p:sp>
        <p:nvSpPr>
          <p:cNvPr id="5" name="PlaceHolder 4"/>
          <p:cNvSpPr>
            <a:spLocks noGrp="1"/>
          </p:cNvSpPr>
          <p:nvPr>
            <p:ph type="sldNum" idx="5"/>
          </p:nvPr>
        </p:nvSpPr>
        <p:spPr/>
        <p:txBody>
          <a:bodyPr/>
          <a:lstStyle/>
          <a:p>
            <a:fld id="{34BB5784-9FBD-402D-A36A-176D5018BC2D}" type="slidenum">
              <a:rPr/>
              <a:t>‹#›</a:t>
            </a:fld>
            <a:endParaRPr/>
          </a:p>
        </p:txBody>
      </p:sp>
      <p:sp>
        <p:nvSpPr>
          <p:cNvPr id="6" name="PlaceHolder 5"/>
          <p:cNvSpPr>
            <a:spLocks noGrp="1"/>
          </p:cNvSpPr>
          <p:nvPr>
            <p:ph type="dt" idx="6"/>
          </p:nvPr>
        </p:nvSpPr>
        <p:spPr/>
        <p:txBody>
          <a:body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78" name="PlaceHolder 1"/>
          <p:cNvSpPr>
            <a:spLocks noGrp="1"/>
          </p:cNvSpPr>
          <p:nvPr>
            <p:ph type="title"/>
          </p:nvPr>
        </p:nvSpPr>
        <p:spPr>
          <a:xfrm>
            <a:off x="685800" y="685800"/>
            <a:ext cx="7771320" cy="212616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Arial" panose="020B0604020202090204"/>
            </a:endParaRPr>
          </a:p>
        </p:txBody>
      </p:sp>
      <p:sp>
        <p:nvSpPr>
          <p:cNvPr id="79" name="PlaceHolder 2"/>
          <p:cNvSpPr>
            <a:spLocks noGrp="1"/>
          </p:cNvSpPr>
          <p:nvPr>
            <p:ph/>
          </p:nvPr>
        </p:nvSpPr>
        <p:spPr>
          <a:xfrm>
            <a:off x="457200" y="1604520"/>
            <a:ext cx="8228880" cy="3976920"/>
          </a:xfrm>
          <a:prstGeom prst="rect">
            <a:avLst/>
          </a:prstGeom>
          <a:noFill/>
          <a:ln w="0">
            <a:noFill/>
          </a:ln>
        </p:spPr>
        <p:txBody>
          <a:bodyPr lIns="0" tIns="0" rIns="0" bIns="0" anchor="t">
            <a:normAutofit/>
          </a:bodyPr>
          <a:lstStyle/>
          <a:p>
            <a:pPr indent="0">
              <a:lnSpc>
                <a:spcPct val="90000"/>
              </a:lnSpc>
              <a:spcBef>
                <a:spcPts val="1415"/>
              </a:spcBef>
              <a:buNone/>
            </a:pPr>
            <a:endParaRPr lang="en-US" sz="2800" b="0" strike="noStrike" spc="-1">
              <a:solidFill>
                <a:srgbClr val="000000"/>
              </a:solidFill>
              <a:latin typeface="Arial" panose="020B0604020202090204"/>
            </a:endParaRPr>
          </a:p>
        </p:txBody>
      </p:sp>
      <p:sp>
        <p:nvSpPr>
          <p:cNvPr id="4" name="PlaceHolder 3"/>
          <p:cNvSpPr>
            <a:spLocks noGrp="1"/>
          </p:cNvSpPr>
          <p:nvPr>
            <p:ph type="ftr" idx="4"/>
          </p:nvPr>
        </p:nvSpPr>
        <p:spPr/>
        <p:txBody>
          <a:bodyPr/>
          <a:lstStyle/>
          <a:p>
            <a:r>
              <a:t>Footer</a:t>
            </a:r>
          </a:p>
        </p:txBody>
      </p:sp>
      <p:sp>
        <p:nvSpPr>
          <p:cNvPr id="5" name="PlaceHolder 4"/>
          <p:cNvSpPr>
            <a:spLocks noGrp="1"/>
          </p:cNvSpPr>
          <p:nvPr>
            <p:ph type="sldNum" idx="5"/>
          </p:nvPr>
        </p:nvSpPr>
        <p:spPr/>
        <p:txBody>
          <a:bodyPr/>
          <a:lstStyle/>
          <a:p>
            <a:fld id="{8D8FDBA7-066B-4E80-8910-B369F231C7F1}" type="slidenum">
              <a:rPr/>
              <a:t>‹#›</a:t>
            </a:fld>
            <a:endParaRPr/>
          </a:p>
        </p:txBody>
      </p:sp>
      <p:sp>
        <p:nvSpPr>
          <p:cNvPr id="6" name="PlaceHolder 5"/>
          <p:cNvSpPr>
            <a:spLocks noGrp="1"/>
          </p:cNvSpPr>
          <p:nvPr>
            <p:ph type="dt" idx="6"/>
          </p:nvPr>
        </p:nvSpPr>
        <p:spPr/>
        <p:txBody>
          <a:body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80" name="PlaceHolder 1"/>
          <p:cNvSpPr>
            <a:spLocks noGrp="1"/>
          </p:cNvSpPr>
          <p:nvPr>
            <p:ph type="title"/>
          </p:nvPr>
        </p:nvSpPr>
        <p:spPr>
          <a:xfrm>
            <a:off x="685800" y="685800"/>
            <a:ext cx="7771320" cy="212616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Arial" panose="020B0604020202090204"/>
            </a:endParaRPr>
          </a:p>
        </p:txBody>
      </p:sp>
      <p:sp>
        <p:nvSpPr>
          <p:cNvPr id="81" name="PlaceHolder 2"/>
          <p:cNvSpPr>
            <a:spLocks noGrp="1"/>
          </p:cNvSpPr>
          <p:nvPr>
            <p:ph/>
          </p:nvPr>
        </p:nvSpPr>
        <p:spPr>
          <a:xfrm>
            <a:off x="457200" y="1604520"/>
            <a:ext cx="4015440" cy="3976920"/>
          </a:xfrm>
          <a:prstGeom prst="rect">
            <a:avLst/>
          </a:prstGeom>
          <a:noFill/>
          <a:ln w="0">
            <a:noFill/>
          </a:ln>
        </p:spPr>
        <p:txBody>
          <a:bodyPr lIns="0" tIns="0" rIns="0" bIns="0" anchor="t">
            <a:normAutofit/>
          </a:bodyPr>
          <a:lstStyle/>
          <a:p>
            <a:pPr indent="0">
              <a:lnSpc>
                <a:spcPct val="90000"/>
              </a:lnSpc>
              <a:spcBef>
                <a:spcPts val="1415"/>
              </a:spcBef>
              <a:buNone/>
            </a:pPr>
            <a:endParaRPr lang="en-US" sz="2800" b="0" strike="noStrike" spc="-1">
              <a:solidFill>
                <a:srgbClr val="000000"/>
              </a:solidFill>
              <a:latin typeface="Arial" panose="020B0604020202090204"/>
            </a:endParaRPr>
          </a:p>
        </p:txBody>
      </p:sp>
      <p:sp>
        <p:nvSpPr>
          <p:cNvPr id="82" name="PlaceHolder 3"/>
          <p:cNvSpPr>
            <a:spLocks noGrp="1"/>
          </p:cNvSpPr>
          <p:nvPr>
            <p:ph/>
          </p:nvPr>
        </p:nvSpPr>
        <p:spPr>
          <a:xfrm>
            <a:off x="4673880" y="1604520"/>
            <a:ext cx="4015440" cy="3976920"/>
          </a:xfrm>
          <a:prstGeom prst="rect">
            <a:avLst/>
          </a:prstGeom>
          <a:noFill/>
          <a:ln w="0">
            <a:noFill/>
          </a:ln>
        </p:spPr>
        <p:txBody>
          <a:bodyPr lIns="0" tIns="0" rIns="0" bIns="0" anchor="t">
            <a:normAutofit/>
          </a:bodyPr>
          <a:lstStyle/>
          <a:p>
            <a:pPr indent="0">
              <a:lnSpc>
                <a:spcPct val="90000"/>
              </a:lnSpc>
              <a:spcBef>
                <a:spcPts val="1415"/>
              </a:spcBef>
              <a:buNone/>
            </a:pPr>
            <a:endParaRPr lang="en-US" sz="2800" b="0" strike="noStrike" spc="-1">
              <a:solidFill>
                <a:srgbClr val="000000"/>
              </a:solidFill>
              <a:latin typeface="Arial" panose="020B0604020202090204"/>
            </a:endParaRPr>
          </a:p>
        </p:txBody>
      </p:sp>
      <p:sp>
        <p:nvSpPr>
          <p:cNvPr id="5" name="PlaceHolder 4"/>
          <p:cNvSpPr>
            <a:spLocks noGrp="1"/>
          </p:cNvSpPr>
          <p:nvPr>
            <p:ph type="ftr" idx="4"/>
          </p:nvPr>
        </p:nvSpPr>
        <p:spPr/>
        <p:txBody>
          <a:bodyPr/>
          <a:lstStyle/>
          <a:p>
            <a:r>
              <a:t>Footer</a:t>
            </a:r>
          </a:p>
        </p:txBody>
      </p:sp>
      <p:sp>
        <p:nvSpPr>
          <p:cNvPr id="6" name="PlaceHolder 5"/>
          <p:cNvSpPr>
            <a:spLocks noGrp="1"/>
          </p:cNvSpPr>
          <p:nvPr>
            <p:ph type="sldNum" idx="5"/>
          </p:nvPr>
        </p:nvSpPr>
        <p:spPr/>
        <p:txBody>
          <a:bodyPr/>
          <a:lstStyle/>
          <a:p>
            <a:fld id="{6089F37A-5E8C-4CC1-98F2-4517E79DC5B9}" type="slidenum">
              <a:rPr/>
              <a:t>‹#›</a:t>
            </a:fld>
            <a:endParaRPr/>
          </a:p>
        </p:txBody>
      </p:sp>
      <p:sp>
        <p:nvSpPr>
          <p:cNvPr id="7" name="PlaceHolder 6"/>
          <p:cNvSpPr>
            <a:spLocks noGrp="1"/>
          </p:cNvSpPr>
          <p:nvPr>
            <p:ph type="dt" idx="6"/>
          </p:nvPr>
        </p:nvSpPr>
        <p:spPr/>
        <p:txBody>
          <a:body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3" name="PlaceHolder 1"/>
          <p:cNvSpPr>
            <a:spLocks noGrp="1"/>
          </p:cNvSpPr>
          <p:nvPr>
            <p:ph type="title"/>
          </p:nvPr>
        </p:nvSpPr>
        <p:spPr>
          <a:xfrm>
            <a:off x="685800" y="685800"/>
            <a:ext cx="7771320" cy="212616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Arial" panose="020B0604020202090204"/>
            </a:endParaRPr>
          </a:p>
        </p:txBody>
      </p:sp>
      <p:sp>
        <p:nvSpPr>
          <p:cNvPr id="3" name="PlaceHolder 2"/>
          <p:cNvSpPr>
            <a:spLocks noGrp="1"/>
          </p:cNvSpPr>
          <p:nvPr>
            <p:ph type="ftr" idx="4"/>
          </p:nvPr>
        </p:nvSpPr>
        <p:spPr/>
        <p:txBody>
          <a:bodyPr/>
          <a:lstStyle/>
          <a:p>
            <a:r>
              <a:t>Footer</a:t>
            </a:r>
          </a:p>
        </p:txBody>
      </p:sp>
      <p:sp>
        <p:nvSpPr>
          <p:cNvPr id="4" name="PlaceHolder 3"/>
          <p:cNvSpPr>
            <a:spLocks noGrp="1"/>
          </p:cNvSpPr>
          <p:nvPr>
            <p:ph type="sldNum" idx="5"/>
          </p:nvPr>
        </p:nvSpPr>
        <p:spPr/>
        <p:txBody>
          <a:bodyPr/>
          <a:lstStyle/>
          <a:p>
            <a:fld id="{02F5C799-5550-4224-8107-CF48B657BF0F}" type="slidenum">
              <a:rPr/>
              <a:t>‹#›</a:t>
            </a:fld>
            <a:endParaRPr/>
          </a:p>
        </p:txBody>
      </p:sp>
      <p:sp>
        <p:nvSpPr>
          <p:cNvPr id="5" name="PlaceHolder 4"/>
          <p:cNvSpPr>
            <a:spLocks noGrp="1"/>
          </p:cNvSpPr>
          <p:nvPr>
            <p:ph type="dt" idx="6"/>
          </p:nvPr>
        </p:nvSpPr>
        <p:spPr/>
        <p:txBody>
          <a:body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84" name="PlaceHolder 1"/>
          <p:cNvSpPr>
            <a:spLocks noGrp="1"/>
          </p:cNvSpPr>
          <p:nvPr>
            <p:ph type="subTitle"/>
          </p:nvPr>
        </p:nvSpPr>
        <p:spPr>
          <a:xfrm>
            <a:off x="685800" y="685800"/>
            <a:ext cx="7771320" cy="9856800"/>
          </a:xfrm>
          <a:prstGeom prst="rect">
            <a:avLst/>
          </a:prstGeom>
          <a:noFill/>
          <a:ln w="0">
            <a:noFill/>
          </a:ln>
        </p:spPr>
        <p:txBody>
          <a:bodyPr lIns="0" tIns="0" rIns="0" bIns="0" anchor="ctr">
            <a:noAutofit/>
          </a:bodyPr>
          <a:lstStyle/>
          <a:p>
            <a:pPr algn="ctr"/>
            <a:endParaRPr lang="en-IN" sz="3200" b="0" strike="noStrike" spc="-1">
              <a:solidFill>
                <a:srgbClr val="000000"/>
              </a:solidFill>
              <a:latin typeface="Arial" panose="020B0604020202090204"/>
            </a:endParaRPr>
          </a:p>
        </p:txBody>
      </p:sp>
      <p:sp>
        <p:nvSpPr>
          <p:cNvPr id="3" name="PlaceHolder 2"/>
          <p:cNvSpPr>
            <a:spLocks noGrp="1"/>
          </p:cNvSpPr>
          <p:nvPr>
            <p:ph type="ftr" idx="4"/>
          </p:nvPr>
        </p:nvSpPr>
        <p:spPr/>
        <p:txBody>
          <a:bodyPr/>
          <a:lstStyle/>
          <a:p>
            <a:r>
              <a:t>Footer</a:t>
            </a:r>
          </a:p>
        </p:txBody>
      </p:sp>
      <p:sp>
        <p:nvSpPr>
          <p:cNvPr id="4" name="PlaceHolder 3"/>
          <p:cNvSpPr>
            <a:spLocks noGrp="1"/>
          </p:cNvSpPr>
          <p:nvPr>
            <p:ph type="sldNum" idx="5"/>
          </p:nvPr>
        </p:nvSpPr>
        <p:spPr/>
        <p:txBody>
          <a:bodyPr/>
          <a:lstStyle/>
          <a:p>
            <a:fld id="{8597AFAE-46BA-4FE6-A772-583F7D5631B0}" type="slidenum">
              <a:rPr/>
              <a:t>‹#›</a:t>
            </a:fld>
            <a:endParaRPr/>
          </a:p>
        </p:txBody>
      </p:sp>
      <p:sp>
        <p:nvSpPr>
          <p:cNvPr id="5" name="PlaceHolder 4"/>
          <p:cNvSpPr>
            <a:spLocks noGrp="1"/>
          </p:cNvSpPr>
          <p:nvPr>
            <p:ph type="dt" idx="6"/>
          </p:nvPr>
        </p:nvSpPr>
        <p:spPr/>
        <p:txBody>
          <a:body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85" name="PlaceHolder 1"/>
          <p:cNvSpPr>
            <a:spLocks noGrp="1"/>
          </p:cNvSpPr>
          <p:nvPr>
            <p:ph type="title"/>
          </p:nvPr>
        </p:nvSpPr>
        <p:spPr>
          <a:xfrm>
            <a:off x="685800" y="685800"/>
            <a:ext cx="7771320" cy="212616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Arial" panose="020B0604020202090204"/>
            </a:endParaRPr>
          </a:p>
        </p:txBody>
      </p:sp>
      <p:sp>
        <p:nvSpPr>
          <p:cNvPr id="86" name="PlaceHolder 2"/>
          <p:cNvSpPr>
            <a:spLocks noGrp="1"/>
          </p:cNvSpPr>
          <p:nvPr>
            <p:ph/>
          </p:nvPr>
        </p:nvSpPr>
        <p:spPr>
          <a:xfrm>
            <a:off x="457200" y="1604520"/>
            <a:ext cx="4015440" cy="1896840"/>
          </a:xfrm>
          <a:prstGeom prst="rect">
            <a:avLst/>
          </a:prstGeom>
          <a:noFill/>
          <a:ln w="0">
            <a:noFill/>
          </a:ln>
        </p:spPr>
        <p:txBody>
          <a:bodyPr lIns="0" tIns="0" rIns="0" bIns="0" anchor="t">
            <a:normAutofit/>
          </a:bodyPr>
          <a:lstStyle/>
          <a:p>
            <a:pPr indent="0">
              <a:lnSpc>
                <a:spcPct val="90000"/>
              </a:lnSpc>
              <a:spcBef>
                <a:spcPts val="1415"/>
              </a:spcBef>
              <a:buNone/>
            </a:pPr>
            <a:endParaRPr lang="en-US" sz="2800" b="0" strike="noStrike" spc="-1">
              <a:solidFill>
                <a:srgbClr val="000000"/>
              </a:solidFill>
              <a:latin typeface="Arial" panose="020B0604020202090204"/>
            </a:endParaRPr>
          </a:p>
        </p:txBody>
      </p:sp>
      <p:sp>
        <p:nvSpPr>
          <p:cNvPr id="87" name="PlaceHolder 3"/>
          <p:cNvSpPr>
            <a:spLocks noGrp="1"/>
          </p:cNvSpPr>
          <p:nvPr>
            <p:ph/>
          </p:nvPr>
        </p:nvSpPr>
        <p:spPr>
          <a:xfrm>
            <a:off x="4673880" y="1604520"/>
            <a:ext cx="4015440" cy="3976920"/>
          </a:xfrm>
          <a:prstGeom prst="rect">
            <a:avLst/>
          </a:prstGeom>
          <a:noFill/>
          <a:ln w="0">
            <a:noFill/>
          </a:ln>
        </p:spPr>
        <p:txBody>
          <a:bodyPr lIns="0" tIns="0" rIns="0" bIns="0" anchor="t">
            <a:normAutofit/>
          </a:bodyPr>
          <a:lstStyle/>
          <a:p>
            <a:pPr indent="0">
              <a:lnSpc>
                <a:spcPct val="90000"/>
              </a:lnSpc>
              <a:spcBef>
                <a:spcPts val="1415"/>
              </a:spcBef>
              <a:buNone/>
            </a:pPr>
            <a:endParaRPr lang="en-US" sz="2800" b="0" strike="noStrike" spc="-1">
              <a:solidFill>
                <a:srgbClr val="000000"/>
              </a:solidFill>
              <a:latin typeface="Arial" panose="020B0604020202090204"/>
            </a:endParaRPr>
          </a:p>
        </p:txBody>
      </p:sp>
      <p:sp>
        <p:nvSpPr>
          <p:cNvPr id="88" name="PlaceHolder 4"/>
          <p:cNvSpPr>
            <a:spLocks noGrp="1"/>
          </p:cNvSpPr>
          <p:nvPr>
            <p:ph/>
          </p:nvPr>
        </p:nvSpPr>
        <p:spPr>
          <a:xfrm>
            <a:off x="457200" y="3682080"/>
            <a:ext cx="4015440" cy="1896840"/>
          </a:xfrm>
          <a:prstGeom prst="rect">
            <a:avLst/>
          </a:prstGeom>
          <a:noFill/>
          <a:ln w="0">
            <a:noFill/>
          </a:ln>
        </p:spPr>
        <p:txBody>
          <a:bodyPr lIns="0" tIns="0" rIns="0" bIns="0" anchor="t">
            <a:normAutofit/>
          </a:bodyPr>
          <a:lstStyle/>
          <a:p>
            <a:pPr indent="0">
              <a:lnSpc>
                <a:spcPct val="90000"/>
              </a:lnSpc>
              <a:spcBef>
                <a:spcPts val="1415"/>
              </a:spcBef>
              <a:buNone/>
            </a:pPr>
            <a:endParaRPr lang="en-US" sz="2800" b="0" strike="noStrike" spc="-1">
              <a:solidFill>
                <a:srgbClr val="000000"/>
              </a:solidFill>
              <a:latin typeface="Arial" panose="020B0604020202090204"/>
            </a:endParaRPr>
          </a:p>
        </p:txBody>
      </p:sp>
      <p:sp>
        <p:nvSpPr>
          <p:cNvPr id="6" name="PlaceHolder 5"/>
          <p:cNvSpPr>
            <a:spLocks noGrp="1"/>
          </p:cNvSpPr>
          <p:nvPr>
            <p:ph type="ftr" idx="4"/>
          </p:nvPr>
        </p:nvSpPr>
        <p:spPr/>
        <p:txBody>
          <a:bodyPr/>
          <a:lstStyle/>
          <a:p>
            <a:r>
              <a:t>Footer</a:t>
            </a:r>
          </a:p>
        </p:txBody>
      </p:sp>
      <p:sp>
        <p:nvSpPr>
          <p:cNvPr id="7" name="PlaceHolder 6"/>
          <p:cNvSpPr>
            <a:spLocks noGrp="1"/>
          </p:cNvSpPr>
          <p:nvPr>
            <p:ph type="sldNum" idx="5"/>
          </p:nvPr>
        </p:nvSpPr>
        <p:spPr/>
        <p:txBody>
          <a:bodyPr/>
          <a:lstStyle/>
          <a:p>
            <a:fld id="{52C15AB5-2AFA-4CDB-959A-3D754E6F6FC9}" type="slidenum">
              <a:rPr/>
              <a:t>‹#›</a:t>
            </a:fld>
            <a:endParaRPr/>
          </a:p>
        </p:txBody>
      </p:sp>
      <p:sp>
        <p:nvSpPr>
          <p:cNvPr id="8" name="PlaceHolder 7"/>
          <p:cNvSpPr>
            <a:spLocks noGrp="1"/>
          </p:cNvSpPr>
          <p:nvPr>
            <p:ph type="dt" idx="6"/>
          </p:nvPr>
        </p:nvSpPr>
        <p:spPr/>
        <p:txBody>
          <a:body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89" name="PlaceHolder 1"/>
          <p:cNvSpPr>
            <a:spLocks noGrp="1"/>
          </p:cNvSpPr>
          <p:nvPr>
            <p:ph type="title"/>
          </p:nvPr>
        </p:nvSpPr>
        <p:spPr>
          <a:xfrm>
            <a:off x="685800" y="685800"/>
            <a:ext cx="7771320" cy="212616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Arial" panose="020B0604020202090204"/>
            </a:endParaRPr>
          </a:p>
        </p:txBody>
      </p:sp>
      <p:sp>
        <p:nvSpPr>
          <p:cNvPr id="90" name="PlaceHolder 2"/>
          <p:cNvSpPr>
            <a:spLocks noGrp="1"/>
          </p:cNvSpPr>
          <p:nvPr>
            <p:ph/>
          </p:nvPr>
        </p:nvSpPr>
        <p:spPr>
          <a:xfrm>
            <a:off x="457200" y="1604520"/>
            <a:ext cx="4015440" cy="3976920"/>
          </a:xfrm>
          <a:prstGeom prst="rect">
            <a:avLst/>
          </a:prstGeom>
          <a:noFill/>
          <a:ln w="0">
            <a:noFill/>
          </a:ln>
        </p:spPr>
        <p:txBody>
          <a:bodyPr lIns="0" tIns="0" rIns="0" bIns="0" anchor="t">
            <a:normAutofit/>
          </a:bodyPr>
          <a:lstStyle/>
          <a:p>
            <a:pPr indent="0">
              <a:lnSpc>
                <a:spcPct val="90000"/>
              </a:lnSpc>
              <a:spcBef>
                <a:spcPts val="1415"/>
              </a:spcBef>
              <a:buNone/>
            </a:pPr>
            <a:endParaRPr lang="en-US" sz="2800" b="0" strike="noStrike" spc="-1">
              <a:solidFill>
                <a:srgbClr val="000000"/>
              </a:solidFill>
              <a:latin typeface="Arial" panose="020B0604020202090204"/>
            </a:endParaRPr>
          </a:p>
        </p:txBody>
      </p:sp>
      <p:sp>
        <p:nvSpPr>
          <p:cNvPr id="91" name="PlaceHolder 3"/>
          <p:cNvSpPr>
            <a:spLocks noGrp="1"/>
          </p:cNvSpPr>
          <p:nvPr>
            <p:ph/>
          </p:nvPr>
        </p:nvSpPr>
        <p:spPr>
          <a:xfrm>
            <a:off x="4673880" y="1604520"/>
            <a:ext cx="4015440" cy="1896840"/>
          </a:xfrm>
          <a:prstGeom prst="rect">
            <a:avLst/>
          </a:prstGeom>
          <a:noFill/>
          <a:ln w="0">
            <a:noFill/>
          </a:ln>
        </p:spPr>
        <p:txBody>
          <a:bodyPr lIns="0" tIns="0" rIns="0" bIns="0" anchor="t">
            <a:normAutofit/>
          </a:bodyPr>
          <a:lstStyle/>
          <a:p>
            <a:pPr indent="0">
              <a:lnSpc>
                <a:spcPct val="90000"/>
              </a:lnSpc>
              <a:spcBef>
                <a:spcPts val="1415"/>
              </a:spcBef>
              <a:buNone/>
            </a:pPr>
            <a:endParaRPr lang="en-US" sz="2800" b="0" strike="noStrike" spc="-1">
              <a:solidFill>
                <a:srgbClr val="000000"/>
              </a:solidFill>
              <a:latin typeface="Arial" panose="020B0604020202090204"/>
            </a:endParaRPr>
          </a:p>
        </p:txBody>
      </p:sp>
      <p:sp>
        <p:nvSpPr>
          <p:cNvPr id="92" name="PlaceHolder 4"/>
          <p:cNvSpPr>
            <a:spLocks noGrp="1"/>
          </p:cNvSpPr>
          <p:nvPr>
            <p:ph/>
          </p:nvPr>
        </p:nvSpPr>
        <p:spPr>
          <a:xfrm>
            <a:off x="4673880" y="3682080"/>
            <a:ext cx="4015440" cy="1896840"/>
          </a:xfrm>
          <a:prstGeom prst="rect">
            <a:avLst/>
          </a:prstGeom>
          <a:noFill/>
          <a:ln w="0">
            <a:noFill/>
          </a:ln>
        </p:spPr>
        <p:txBody>
          <a:bodyPr lIns="0" tIns="0" rIns="0" bIns="0" anchor="t">
            <a:normAutofit/>
          </a:bodyPr>
          <a:lstStyle/>
          <a:p>
            <a:pPr indent="0">
              <a:lnSpc>
                <a:spcPct val="90000"/>
              </a:lnSpc>
              <a:spcBef>
                <a:spcPts val="1415"/>
              </a:spcBef>
              <a:buNone/>
            </a:pPr>
            <a:endParaRPr lang="en-US" sz="2800" b="0" strike="noStrike" spc="-1">
              <a:solidFill>
                <a:srgbClr val="000000"/>
              </a:solidFill>
              <a:latin typeface="Arial" panose="020B0604020202090204"/>
            </a:endParaRPr>
          </a:p>
        </p:txBody>
      </p:sp>
      <p:sp>
        <p:nvSpPr>
          <p:cNvPr id="6" name="PlaceHolder 5"/>
          <p:cNvSpPr>
            <a:spLocks noGrp="1"/>
          </p:cNvSpPr>
          <p:nvPr>
            <p:ph type="ftr" idx="4"/>
          </p:nvPr>
        </p:nvSpPr>
        <p:spPr/>
        <p:txBody>
          <a:bodyPr/>
          <a:lstStyle/>
          <a:p>
            <a:r>
              <a:t>Footer</a:t>
            </a:r>
          </a:p>
        </p:txBody>
      </p:sp>
      <p:sp>
        <p:nvSpPr>
          <p:cNvPr id="7" name="PlaceHolder 6"/>
          <p:cNvSpPr>
            <a:spLocks noGrp="1"/>
          </p:cNvSpPr>
          <p:nvPr>
            <p:ph type="sldNum" idx="5"/>
          </p:nvPr>
        </p:nvSpPr>
        <p:spPr/>
        <p:txBody>
          <a:bodyPr/>
          <a:lstStyle/>
          <a:p>
            <a:fld id="{A32B8718-2778-4B48-89F8-111F5820DBAE}" type="slidenum">
              <a:rPr/>
              <a:t>‹#›</a:t>
            </a:fld>
            <a:endParaRPr/>
          </a:p>
        </p:txBody>
      </p:sp>
      <p:sp>
        <p:nvSpPr>
          <p:cNvPr id="8" name="PlaceHolder 7"/>
          <p:cNvSpPr>
            <a:spLocks noGrp="1"/>
          </p:cNvSpPr>
          <p:nvPr>
            <p:ph type="dt" idx="6"/>
          </p:nvPr>
        </p:nvSpPr>
        <p:spPr/>
        <p:txBody>
          <a:body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93" name="PlaceHolder 1"/>
          <p:cNvSpPr>
            <a:spLocks noGrp="1"/>
          </p:cNvSpPr>
          <p:nvPr>
            <p:ph type="title"/>
          </p:nvPr>
        </p:nvSpPr>
        <p:spPr>
          <a:xfrm>
            <a:off x="685800" y="685800"/>
            <a:ext cx="7771320" cy="212616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Arial" panose="020B0604020202090204"/>
            </a:endParaRPr>
          </a:p>
        </p:txBody>
      </p:sp>
      <p:sp>
        <p:nvSpPr>
          <p:cNvPr id="94" name="PlaceHolder 2"/>
          <p:cNvSpPr>
            <a:spLocks noGrp="1"/>
          </p:cNvSpPr>
          <p:nvPr>
            <p:ph/>
          </p:nvPr>
        </p:nvSpPr>
        <p:spPr>
          <a:xfrm>
            <a:off x="457200" y="1604520"/>
            <a:ext cx="4015440" cy="1896840"/>
          </a:xfrm>
          <a:prstGeom prst="rect">
            <a:avLst/>
          </a:prstGeom>
          <a:noFill/>
          <a:ln w="0">
            <a:noFill/>
          </a:ln>
        </p:spPr>
        <p:txBody>
          <a:bodyPr lIns="0" tIns="0" rIns="0" bIns="0" anchor="t">
            <a:normAutofit/>
          </a:bodyPr>
          <a:lstStyle/>
          <a:p>
            <a:pPr indent="0">
              <a:lnSpc>
                <a:spcPct val="90000"/>
              </a:lnSpc>
              <a:spcBef>
                <a:spcPts val="1415"/>
              </a:spcBef>
              <a:buNone/>
            </a:pPr>
            <a:endParaRPr lang="en-US" sz="2800" b="0" strike="noStrike" spc="-1">
              <a:solidFill>
                <a:srgbClr val="000000"/>
              </a:solidFill>
              <a:latin typeface="Arial" panose="020B0604020202090204"/>
            </a:endParaRPr>
          </a:p>
        </p:txBody>
      </p:sp>
      <p:sp>
        <p:nvSpPr>
          <p:cNvPr id="95" name="PlaceHolder 3"/>
          <p:cNvSpPr>
            <a:spLocks noGrp="1"/>
          </p:cNvSpPr>
          <p:nvPr>
            <p:ph/>
          </p:nvPr>
        </p:nvSpPr>
        <p:spPr>
          <a:xfrm>
            <a:off x="4673880" y="1604520"/>
            <a:ext cx="4015440" cy="1896840"/>
          </a:xfrm>
          <a:prstGeom prst="rect">
            <a:avLst/>
          </a:prstGeom>
          <a:noFill/>
          <a:ln w="0">
            <a:noFill/>
          </a:ln>
        </p:spPr>
        <p:txBody>
          <a:bodyPr lIns="0" tIns="0" rIns="0" bIns="0" anchor="t">
            <a:normAutofit/>
          </a:bodyPr>
          <a:lstStyle/>
          <a:p>
            <a:pPr indent="0">
              <a:lnSpc>
                <a:spcPct val="90000"/>
              </a:lnSpc>
              <a:spcBef>
                <a:spcPts val="1415"/>
              </a:spcBef>
              <a:buNone/>
            </a:pPr>
            <a:endParaRPr lang="en-US" sz="2800" b="0" strike="noStrike" spc="-1">
              <a:solidFill>
                <a:srgbClr val="000000"/>
              </a:solidFill>
              <a:latin typeface="Arial" panose="020B0604020202090204"/>
            </a:endParaRPr>
          </a:p>
        </p:txBody>
      </p:sp>
      <p:sp>
        <p:nvSpPr>
          <p:cNvPr id="96" name="PlaceHolder 4"/>
          <p:cNvSpPr>
            <a:spLocks noGrp="1"/>
          </p:cNvSpPr>
          <p:nvPr>
            <p:ph/>
          </p:nvPr>
        </p:nvSpPr>
        <p:spPr>
          <a:xfrm>
            <a:off x="457200" y="3682080"/>
            <a:ext cx="8228880" cy="1896840"/>
          </a:xfrm>
          <a:prstGeom prst="rect">
            <a:avLst/>
          </a:prstGeom>
          <a:noFill/>
          <a:ln w="0">
            <a:noFill/>
          </a:ln>
        </p:spPr>
        <p:txBody>
          <a:bodyPr lIns="0" tIns="0" rIns="0" bIns="0" anchor="t">
            <a:normAutofit/>
          </a:bodyPr>
          <a:lstStyle/>
          <a:p>
            <a:pPr indent="0">
              <a:lnSpc>
                <a:spcPct val="90000"/>
              </a:lnSpc>
              <a:spcBef>
                <a:spcPts val="1415"/>
              </a:spcBef>
              <a:buNone/>
            </a:pPr>
            <a:endParaRPr lang="en-US" sz="2800" b="0" strike="noStrike" spc="-1">
              <a:solidFill>
                <a:srgbClr val="000000"/>
              </a:solidFill>
              <a:latin typeface="Arial" panose="020B0604020202090204"/>
            </a:endParaRPr>
          </a:p>
        </p:txBody>
      </p:sp>
      <p:sp>
        <p:nvSpPr>
          <p:cNvPr id="6" name="PlaceHolder 5"/>
          <p:cNvSpPr>
            <a:spLocks noGrp="1"/>
          </p:cNvSpPr>
          <p:nvPr>
            <p:ph type="ftr" idx="4"/>
          </p:nvPr>
        </p:nvSpPr>
        <p:spPr/>
        <p:txBody>
          <a:bodyPr/>
          <a:lstStyle/>
          <a:p>
            <a:r>
              <a:t>Footer</a:t>
            </a:r>
          </a:p>
        </p:txBody>
      </p:sp>
      <p:sp>
        <p:nvSpPr>
          <p:cNvPr id="7" name="PlaceHolder 6"/>
          <p:cNvSpPr>
            <a:spLocks noGrp="1"/>
          </p:cNvSpPr>
          <p:nvPr>
            <p:ph type="sldNum" idx="5"/>
          </p:nvPr>
        </p:nvSpPr>
        <p:spPr/>
        <p:txBody>
          <a:bodyPr/>
          <a:lstStyle/>
          <a:p>
            <a:fld id="{E2803B3A-C5CC-48C2-AB16-C2F819203217}" type="slidenum">
              <a:rPr/>
              <a:t>‹#›</a:t>
            </a:fld>
            <a:endParaRPr/>
          </a:p>
        </p:txBody>
      </p:sp>
      <p:sp>
        <p:nvSpPr>
          <p:cNvPr id="8" name="PlaceHolder 7"/>
          <p:cNvSpPr>
            <a:spLocks noGrp="1"/>
          </p:cNvSpPr>
          <p:nvPr>
            <p:ph type="dt" idx="6"/>
          </p:nvPr>
        </p:nvSpPr>
        <p:spPr/>
        <p:txBody>
          <a:body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97" name="PlaceHolder 1"/>
          <p:cNvSpPr>
            <a:spLocks noGrp="1"/>
          </p:cNvSpPr>
          <p:nvPr>
            <p:ph type="title"/>
          </p:nvPr>
        </p:nvSpPr>
        <p:spPr>
          <a:xfrm>
            <a:off x="685800" y="685800"/>
            <a:ext cx="7771320" cy="212616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Arial" panose="020B0604020202090204"/>
            </a:endParaRPr>
          </a:p>
        </p:txBody>
      </p:sp>
      <p:sp>
        <p:nvSpPr>
          <p:cNvPr id="98" name="PlaceHolder 2"/>
          <p:cNvSpPr>
            <a:spLocks noGrp="1"/>
          </p:cNvSpPr>
          <p:nvPr>
            <p:ph/>
          </p:nvPr>
        </p:nvSpPr>
        <p:spPr>
          <a:xfrm>
            <a:off x="457200" y="1604520"/>
            <a:ext cx="8228880" cy="1896840"/>
          </a:xfrm>
          <a:prstGeom prst="rect">
            <a:avLst/>
          </a:prstGeom>
          <a:noFill/>
          <a:ln w="0">
            <a:noFill/>
          </a:ln>
        </p:spPr>
        <p:txBody>
          <a:bodyPr lIns="0" tIns="0" rIns="0" bIns="0" anchor="t">
            <a:normAutofit/>
          </a:bodyPr>
          <a:lstStyle/>
          <a:p>
            <a:pPr indent="0">
              <a:lnSpc>
                <a:spcPct val="90000"/>
              </a:lnSpc>
              <a:spcBef>
                <a:spcPts val="1415"/>
              </a:spcBef>
              <a:buNone/>
            </a:pPr>
            <a:endParaRPr lang="en-US" sz="2800" b="0" strike="noStrike" spc="-1">
              <a:solidFill>
                <a:srgbClr val="000000"/>
              </a:solidFill>
              <a:latin typeface="Arial" panose="020B0604020202090204"/>
            </a:endParaRPr>
          </a:p>
        </p:txBody>
      </p:sp>
      <p:sp>
        <p:nvSpPr>
          <p:cNvPr id="99" name="PlaceHolder 3"/>
          <p:cNvSpPr>
            <a:spLocks noGrp="1"/>
          </p:cNvSpPr>
          <p:nvPr>
            <p:ph/>
          </p:nvPr>
        </p:nvSpPr>
        <p:spPr>
          <a:xfrm>
            <a:off x="457200" y="3682080"/>
            <a:ext cx="8228880" cy="1896840"/>
          </a:xfrm>
          <a:prstGeom prst="rect">
            <a:avLst/>
          </a:prstGeom>
          <a:noFill/>
          <a:ln w="0">
            <a:noFill/>
          </a:ln>
        </p:spPr>
        <p:txBody>
          <a:bodyPr lIns="0" tIns="0" rIns="0" bIns="0" anchor="t">
            <a:normAutofit/>
          </a:bodyPr>
          <a:lstStyle/>
          <a:p>
            <a:pPr indent="0">
              <a:lnSpc>
                <a:spcPct val="90000"/>
              </a:lnSpc>
              <a:spcBef>
                <a:spcPts val="1415"/>
              </a:spcBef>
              <a:buNone/>
            </a:pPr>
            <a:endParaRPr lang="en-US" sz="2800" b="0" strike="noStrike" spc="-1">
              <a:solidFill>
                <a:srgbClr val="000000"/>
              </a:solidFill>
              <a:latin typeface="Arial" panose="020B0604020202090204"/>
            </a:endParaRPr>
          </a:p>
        </p:txBody>
      </p:sp>
      <p:sp>
        <p:nvSpPr>
          <p:cNvPr id="5" name="PlaceHolder 4"/>
          <p:cNvSpPr>
            <a:spLocks noGrp="1"/>
          </p:cNvSpPr>
          <p:nvPr>
            <p:ph type="ftr" idx="4"/>
          </p:nvPr>
        </p:nvSpPr>
        <p:spPr/>
        <p:txBody>
          <a:bodyPr/>
          <a:lstStyle/>
          <a:p>
            <a:r>
              <a:t>Footer</a:t>
            </a:r>
          </a:p>
        </p:txBody>
      </p:sp>
      <p:sp>
        <p:nvSpPr>
          <p:cNvPr id="6" name="PlaceHolder 5"/>
          <p:cNvSpPr>
            <a:spLocks noGrp="1"/>
          </p:cNvSpPr>
          <p:nvPr>
            <p:ph type="sldNum" idx="5"/>
          </p:nvPr>
        </p:nvSpPr>
        <p:spPr/>
        <p:txBody>
          <a:bodyPr/>
          <a:lstStyle/>
          <a:p>
            <a:fld id="{1212C8B0-3CCD-4A87-95E5-BF1AB4260670}" type="slidenum">
              <a:rPr/>
              <a:t>‹#›</a:t>
            </a:fld>
            <a:endParaRPr/>
          </a:p>
        </p:txBody>
      </p:sp>
      <p:sp>
        <p:nvSpPr>
          <p:cNvPr id="7" name="PlaceHolder 6"/>
          <p:cNvSpPr>
            <a:spLocks noGrp="1"/>
          </p:cNvSpPr>
          <p:nvPr>
            <p:ph type="dt" idx="6"/>
          </p:nvPr>
        </p:nvSpPr>
        <p:spPr/>
        <p:txBody>
          <a:body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100" name="PlaceHolder 1"/>
          <p:cNvSpPr>
            <a:spLocks noGrp="1"/>
          </p:cNvSpPr>
          <p:nvPr>
            <p:ph type="title"/>
          </p:nvPr>
        </p:nvSpPr>
        <p:spPr>
          <a:xfrm>
            <a:off x="685800" y="685800"/>
            <a:ext cx="7771320" cy="212616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Arial" panose="020B0604020202090204"/>
            </a:endParaRPr>
          </a:p>
        </p:txBody>
      </p:sp>
      <p:sp>
        <p:nvSpPr>
          <p:cNvPr id="101" name="PlaceHolder 2"/>
          <p:cNvSpPr>
            <a:spLocks noGrp="1"/>
          </p:cNvSpPr>
          <p:nvPr>
            <p:ph/>
          </p:nvPr>
        </p:nvSpPr>
        <p:spPr>
          <a:xfrm>
            <a:off x="457200" y="1604520"/>
            <a:ext cx="4015440" cy="1896840"/>
          </a:xfrm>
          <a:prstGeom prst="rect">
            <a:avLst/>
          </a:prstGeom>
          <a:noFill/>
          <a:ln w="0">
            <a:noFill/>
          </a:ln>
        </p:spPr>
        <p:txBody>
          <a:bodyPr lIns="0" tIns="0" rIns="0" bIns="0" anchor="t">
            <a:normAutofit/>
          </a:bodyPr>
          <a:lstStyle/>
          <a:p>
            <a:pPr indent="0">
              <a:lnSpc>
                <a:spcPct val="90000"/>
              </a:lnSpc>
              <a:spcBef>
                <a:spcPts val="1415"/>
              </a:spcBef>
              <a:buNone/>
            </a:pPr>
            <a:endParaRPr lang="en-US" sz="2800" b="0" strike="noStrike" spc="-1">
              <a:solidFill>
                <a:srgbClr val="000000"/>
              </a:solidFill>
              <a:latin typeface="Arial" panose="020B0604020202090204"/>
            </a:endParaRPr>
          </a:p>
        </p:txBody>
      </p:sp>
      <p:sp>
        <p:nvSpPr>
          <p:cNvPr id="102" name="PlaceHolder 3"/>
          <p:cNvSpPr>
            <a:spLocks noGrp="1"/>
          </p:cNvSpPr>
          <p:nvPr>
            <p:ph/>
          </p:nvPr>
        </p:nvSpPr>
        <p:spPr>
          <a:xfrm>
            <a:off x="4673880" y="1604520"/>
            <a:ext cx="4015440" cy="1896840"/>
          </a:xfrm>
          <a:prstGeom prst="rect">
            <a:avLst/>
          </a:prstGeom>
          <a:noFill/>
          <a:ln w="0">
            <a:noFill/>
          </a:ln>
        </p:spPr>
        <p:txBody>
          <a:bodyPr lIns="0" tIns="0" rIns="0" bIns="0" anchor="t">
            <a:normAutofit/>
          </a:bodyPr>
          <a:lstStyle/>
          <a:p>
            <a:pPr indent="0">
              <a:lnSpc>
                <a:spcPct val="90000"/>
              </a:lnSpc>
              <a:spcBef>
                <a:spcPts val="1415"/>
              </a:spcBef>
              <a:buNone/>
            </a:pPr>
            <a:endParaRPr lang="en-US" sz="2800" b="0" strike="noStrike" spc="-1">
              <a:solidFill>
                <a:srgbClr val="000000"/>
              </a:solidFill>
              <a:latin typeface="Arial" panose="020B0604020202090204"/>
            </a:endParaRPr>
          </a:p>
        </p:txBody>
      </p:sp>
      <p:sp>
        <p:nvSpPr>
          <p:cNvPr id="103" name="PlaceHolder 4"/>
          <p:cNvSpPr>
            <a:spLocks noGrp="1"/>
          </p:cNvSpPr>
          <p:nvPr>
            <p:ph/>
          </p:nvPr>
        </p:nvSpPr>
        <p:spPr>
          <a:xfrm>
            <a:off x="457200" y="3682080"/>
            <a:ext cx="4015440" cy="1896840"/>
          </a:xfrm>
          <a:prstGeom prst="rect">
            <a:avLst/>
          </a:prstGeom>
          <a:noFill/>
          <a:ln w="0">
            <a:noFill/>
          </a:ln>
        </p:spPr>
        <p:txBody>
          <a:bodyPr lIns="0" tIns="0" rIns="0" bIns="0" anchor="t">
            <a:normAutofit/>
          </a:bodyPr>
          <a:lstStyle/>
          <a:p>
            <a:pPr indent="0">
              <a:lnSpc>
                <a:spcPct val="90000"/>
              </a:lnSpc>
              <a:spcBef>
                <a:spcPts val="1415"/>
              </a:spcBef>
              <a:buNone/>
            </a:pPr>
            <a:endParaRPr lang="en-US" sz="2800" b="0" strike="noStrike" spc="-1">
              <a:solidFill>
                <a:srgbClr val="000000"/>
              </a:solidFill>
              <a:latin typeface="Arial" panose="020B0604020202090204"/>
            </a:endParaRPr>
          </a:p>
        </p:txBody>
      </p:sp>
      <p:sp>
        <p:nvSpPr>
          <p:cNvPr id="104" name="PlaceHolder 5"/>
          <p:cNvSpPr>
            <a:spLocks noGrp="1"/>
          </p:cNvSpPr>
          <p:nvPr>
            <p:ph/>
          </p:nvPr>
        </p:nvSpPr>
        <p:spPr>
          <a:xfrm>
            <a:off x="4673880" y="3682080"/>
            <a:ext cx="4015440" cy="1896840"/>
          </a:xfrm>
          <a:prstGeom prst="rect">
            <a:avLst/>
          </a:prstGeom>
          <a:noFill/>
          <a:ln w="0">
            <a:noFill/>
          </a:ln>
        </p:spPr>
        <p:txBody>
          <a:bodyPr lIns="0" tIns="0" rIns="0" bIns="0" anchor="t">
            <a:normAutofit/>
          </a:bodyPr>
          <a:lstStyle/>
          <a:p>
            <a:pPr indent="0">
              <a:lnSpc>
                <a:spcPct val="90000"/>
              </a:lnSpc>
              <a:spcBef>
                <a:spcPts val="1415"/>
              </a:spcBef>
              <a:buNone/>
            </a:pPr>
            <a:endParaRPr lang="en-US" sz="2800" b="0" strike="noStrike" spc="-1">
              <a:solidFill>
                <a:srgbClr val="000000"/>
              </a:solidFill>
              <a:latin typeface="Arial" panose="020B0604020202090204"/>
            </a:endParaRPr>
          </a:p>
        </p:txBody>
      </p:sp>
      <p:sp>
        <p:nvSpPr>
          <p:cNvPr id="7" name="PlaceHolder 6"/>
          <p:cNvSpPr>
            <a:spLocks noGrp="1"/>
          </p:cNvSpPr>
          <p:nvPr>
            <p:ph type="ftr" idx="4"/>
          </p:nvPr>
        </p:nvSpPr>
        <p:spPr/>
        <p:txBody>
          <a:bodyPr/>
          <a:lstStyle/>
          <a:p>
            <a:r>
              <a:t>Footer</a:t>
            </a:r>
          </a:p>
        </p:txBody>
      </p:sp>
      <p:sp>
        <p:nvSpPr>
          <p:cNvPr id="8" name="PlaceHolder 7"/>
          <p:cNvSpPr>
            <a:spLocks noGrp="1"/>
          </p:cNvSpPr>
          <p:nvPr>
            <p:ph type="sldNum" idx="5"/>
          </p:nvPr>
        </p:nvSpPr>
        <p:spPr/>
        <p:txBody>
          <a:bodyPr/>
          <a:lstStyle/>
          <a:p>
            <a:fld id="{A4A189D1-F75D-4BB1-BFA0-56A5C19D8888}" type="slidenum">
              <a:rPr/>
              <a:t>‹#›</a:t>
            </a:fld>
            <a:endParaRPr/>
          </a:p>
        </p:txBody>
      </p:sp>
      <p:sp>
        <p:nvSpPr>
          <p:cNvPr id="9" name="PlaceHolder 8"/>
          <p:cNvSpPr>
            <a:spLocks noGrp="1"/>
          </p:cNvSpPr>
          <p:nvPr>
            <p:ph type="dt" idx="6"/>
          </p:nvPr>
        </p:nvSpPr>
        <p:spPr/>
        <p:txBody>
          <a:body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105" name="PlaceHolder 1"/>
          <p:cNvSpPr>
            <a:spLocks noGrp="1"/>
          </p:cNvSpPr>
          <p:nvPr>
            <p:ph type="title"/>
          </p:nvPr>
        </p:nvSpPr>
        <p:spPr>
          <a:xfrm>
            <a:off x="685800" y="685800"/>
            <a:ext cx="7771320" cy="212616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Arial" panose="020B0604020202090204"/>
            </a:endParaRPr>
          </a:p>
        </p:txBody>
      </p:sp>
      <p:sp>
        <p:nvSpPr>
          <p:cNvPr id="106" name="PlaceHolder 2"/>
          <p:cNvSpPr>
            <a:spLocks noGrp="1"/>
          </p:cNvSpPr>
          <p:nvPr>
            <p:ph/>
          </p:nvPr>
        </p:nvSpPr>
        <p:spPr>
          <a:xfrm>
            <a:off x="457200" y="1604520"/>
            <a:ext cx="2649600" cy="1896840"/>
          </a:xfrm>
          <a:prstGeom prst="rect">
            <a:avLst/>
          </a:prstGeom>
          <a:noFill/>
          <a:ln w="0">
            <a:noFill/>
          </a:ln>
        </p:spPr>
        <p:txBody>
          <a:bodyPr lIns="0" tIns="0" rIns="0" bIns="0" anchor="t">
            <a:normAutofit/>
          </a:bodyPr>
          <a:lstStyle/>
          <a:p>
            <a:pPr indent="0">
              <a:lnSpc>
                <a:spcPct val="90000"/>
              </a:lnSpc>
              <a:spcBef>
                <a:spcPts val="1415"/>
              </a:spcBef>
              <a:buNone/>
            </a:pPr>
            <a:endParaRPr lang="en-US" sz="2800" b="0" strike="noStrike" spc="-1">
              <a:solidFill>
                <a:srgbClr val="000000"/>
              </a:solidFill>
              <a:latin typeface="Arial" panose="020B0604020202090204"/>
            </a:endParaRPr>
          </a:p>
        </p:txBody>
      </p:sp>
      <p:sp>
        <p:nvSpPr>
          <p:cNvPr id="107" name="PlaceHolder 3"/>
          <p:cNvSpPr>
            <a:spLocks noGrp="1"/>
          </p:cNvSpPr>
          <p:nvPr>
            <p:ph/>
          </p:nvPr>
        </p:nvSpPr>
        <p:spPr>
          <a:xfrm>
            <a:off x="3239640" y="1604520"/>
            <a:ext cx="2649600" cy="1896840"/>
          </a:xfrm>
          <a:prstGeom prst="rect">
            <a:avLst/>
          </a:prstGeom>
          <a:noFill/>
          <a:ln w="0">
            <a:noFill/>
          </a:ln>
        </p:spPr>
        <p:txBody>
          <a:bodyPr lIns="0" tIns="0" rIns="0" bIns="0" anchor="t">
            <a:normAutofit/>
          </a:bodyPr>
          <a:lstStyle/>
          <a:p>
            <a:pPr indent="0">
              <a:lnSpc>
                <a:spcPct val="90000"/>
              </a:lnSpc>
              <a:spcBef>
                <a:spcPts val="1415"/>
              </a:spcBef>
              <a:buNone/>
            </a:pPr>
            <a:endParaRPr lang="en-US" sz="2800" b="0" strike="noStrike" spc="-1">
              <a:solidFill>
                <a:srgbClr val="000000"/>
              </a:solidFill>
              <a:latin typeface="Arial" panose="020B0604020202090204"/>
            </a:endParaRPr>
          </a:p>
        </p:txBody>
      </p:sp>
      <p:sp>
        <p:nvSpPr>
          <p:cNvPr id="108" name="PlaceHolder 4"/>
          <p:cNvSpPr>
            <a:spLocks noGrp="1"/>
          </p:cNvSpPr>
          <p:nvPr>
            <p:ph/>
          </p:nvPr>
        </p:nvSpPr>
        <p:spPr>
          <a:xfrm>
            <a:off x="6022080" y="1604520"/>
            <a:ext cx="2649600" cy="1896840"/>
          </a:xfrm>
          <a:prstGeom prst="rect">
            <a:avLst/>
          </a:prstGeom>
          <a:noFill/>
          <a:ln w="0">
            <a:noFill/>
          </a:ln>
        </p:spPr>
        <p:txBody>
          <a:bodyPr lIns="0" tIns="0" rIns="0" bIns="0" anchor="t">
            <a:normAutofit/>
          </a:bodyPr>
          <a:lstStyle/>
          <a:p>
            <a:pPr indent="0">
              <a:lnSpc>
                <a:spcPct val="90000"/>
              </a:lnSpc>
              <a:spcBef>
                <a:spcPts val="1415"/>
              </a:spcBef>
              <a:buNone/>
            </a:pPr>
            <a:endParaRPr lang="en-US" sz="2800" b="0" strike="noStrike" spc="-1">
              <a:solidFill>
                <a:srgbClr val="000000"/>
              </a:solidFill>
              <a:latin typeface="Arial" panose="020B0604020202090204"/>
            </a:endParaRPr>
          </a:p>
        </p:txBody>
      </p:sp>
      <p:sp>
        <p:nvSpPr>
          <p:cNvPr id="109" name="PlaceHolder 5"/>
          <p:cNvSpPr>
            <a:spLocks noGrp="1"/>
          </p:cNvSpPr>
          <p:nvPr>
            <p:ph/>
          </p:nvPr>
        </p:nvSpPr>
        <p:spPr>
          <a:xfrm>
            <a:off x="457200" y="3682080"/>
            <a:ext cx="2649600" cy="1896840"/>
          </a:xfrm>
          <a:prstGeom prst="rect">
            <a:avLst/>
          </a:prstGeom>
          <a:noFill/>
          <a:ln w="0">
            <a:noFill/>
          </a:ln>
        </p:spPr>
        <p:txBody>
          <a:bodyPr lIns="0" tIns="0" rIns="0" bIns="0" anchor="t">
            <a:normAutofit/>
          </a:bodyPr>
          <a:lstStyle/>
          <a:p>
            <a:pPr indent="0">
              <a:lnSpc>
                <a:spcPct val="90000"/>
              </a:lnSpc>
              <a:spcBef>
                <a:spcPts val="1415"/>
              </a:spcBef>
              <a:buNone/>
            </a:pPr>
            <a:endParaRPr lang="en-US" sz="2800" b="0" strike="noStrike" spc="-1">
              <a:solidFill>
                <a:srgbClr val="000000"/>
              </a:solidFill>
              <a:latin typeface="Arial" panose="020B0604020202090204"/>
            </a:endParaRPr>
          </a:p>
        </p:txBody>
      </p:sp>
      <p:sp>
        <p:nvSpPr>
          <p:cNvPr id="110" name="PlaceHolder 6"/>
          <p:cNvSpPr>
            <a:spLocks noGrp="1"/>
          </p:cNvSpPr>
          <p:nvPr>
            <p:ph/>
          </p:nvPr>
        </p:nvSpPr>
        <p:spPr>
          <a:xfrm>
            <a:off x="3239640" y="3682080"/>
            <a:ext cx="2649600" cy="1896840"/>
          </a:xfrm>
          <a:prstGeom prst="rect">
            <a:avLst/>
          </a:prstGeom>
          <a:noFill/>
          <a:ln w="0">
            <a:noFill/>
          </a:ln>
        </p:spPr>
        <p:txBody>
          <a:bodyPr lIns="0" tIns="0" rIns="0" bIns="0" anchor="t">
            <a:normAutofit/>
          </a:bodyPr>
          <a:lstStyle/>
          <a:p>
            <a:pPr indent="0">
              <a:lnSpc>
                <a:spcPct val="90000"/>
              </a:lnSpc>
              <a:spcBef>
                <a:spcPts val="1415"/>
              </a:spcBef>
              <a:buNone/>
            </a:pPr>
            <a:endParaRPr lang="en-US" sz="2800" b="0" strike="noStrike" spc="-1">
              <a:solidFill>
                <a:srgbClr val="000000"/>
              </a:solidFill>
              <a:latin typeface="Arial" panose="020B0604020202090204"/>
            </a:endParaRPr>
          </a:p>
        </p:txBody>
      </p:sp>
      <p:sp>
        <p:nvSpPr>
          <p:cNvPr id="111" name="PlaceHolder 7"/>
          <p:cNvSpPr>
            <a:spLocks noGrp="1"/>
          </p:cNvSpPr>
          <p:nvPr>
            <p:ph/>
          </p:nvPr>
        </p:nvSpPr>
        <p:spPr>
          <a:xfrm>
            <a:off x="6022080" y="3682080"/>
            <a:ext cx="2649600" cy="1896840"/>
          </a:xfrm>
          <a:prstGeom prst="rect">
            <a:avLst/>
          </a:prstGeom>
          <a:noFill/>
          <a:ln w="0">
            <a:noFill/>
          </a:ln>
        </p:spPr>
        <p:txBody>
          <a:bodyPr lIns="0" tIns="0" rIns="0" bIns="0" anchor="t">
            <a:normAutofit/>
          </a:bodyPr>
          <a:lstStyle/>
          <a:p>
            <a:pPr indent="0">
              <a:lnSpc>
                <a:spcPct val="90000"/>
              </a:lnSpc>
              <a:spcBef>
                <a:spcPts val="1415"/>
              </a:spcBef>
              <a:buNone/>
            </a:pPr>
            <a:endParaRPr lang="en-US" sz="2800" b="0" strike="noStrike" spc="-1">
              <a:solidFill>
                <a:srgbClr val="000000"/>
              </a:solidFill>
              <a:latin typeface="Arial" panose="020B0604020202090204"/>
            </a:endParaRPr>
          </a:p>
        </p:txBody>
      </p:sp>
      <p:sp>
        <p:nvSpPr>
          <p:cNvPr id="9" name="PlaceHolder 8"/>
          <p:cNvSpPr>
            <a:spLocks noGrp="1"/>
          </p:cNvSpPr>
          <p:nvPr>
            <p:ph type="ftr" idx="4"/>
          </p:nvPr>
        </p:nvSpPr>
        <p:spPr/>
        <p:txBody>
          <a:bodyPr/>
          <a:lstStyle/>
          <a:p>
            <a:r>
              <a:t>Footer</a:t>
            </a:r>
          </a:p>
        </p:txBody>
      </p:sp>
      <p:sp>
        <p:nvSpPr>
          <p:cNvPr id="10" name="PlaceHolder 9"/>
          <p:cNvSpPr>
            <a:spLocks noGrp="1"/>
          </p:cNvSpPr>
          <p:nvPr>
            <p:ph type="sldNum" idx="5"/>
          </p:nvPr>
        </p:nvSpPr>
        <p:spPr/>
        <p:txBody>
          <a:bodyPr/>
          <a:lstStyle/>
          <a:p>
            <a:fld id="{DBC57751-9628-4E32-B05D-DAD532239643}" type="slidenum">
              <a:rPr/>
              <a:t>‹#›</a:t>
            </a:fld>
            <a:endParaRPr/>
          </a:p>
        </p:txBody>
      </p:sp>
      <p:sp>
        <p:nvSpPr>
          <p:cNvPr id="11" name="PlaceHolder 10"/>
          <p:cNvSpPr>
            <a:spLocks noGrp="1"/>
          </p:cNvSpPr>
          <p:nvPr>
            <p:ph type="dt" idx="6"/>
          </p:nvPr>
        </p:nvSpPr>
        <p:spPr/>
        <p:txBody>
          <a:bodyPr/>
          <a:lstStyle/>
          <a:p>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123" name="PlaceHolder 1"/>
          <p:cNvSpPr>
            <a:spLocks noGrp="1"/>
          </p:cNvSpPr>
          <p:nvPr>
            <p:ph type="title"/>
          </p:nvPr>
        </p:nvSpPr>
        <p:spPr>
          <a:xfrm>
            <a:off x="685800" y="685800"/>
            <a:ext cx="7771320" cy="212616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Arial" panose="020B0604020202090204"/>
            </a:endParaRPr>
          </a:p>
        </p:txBody>
      </p:sp>
      <p:sp>
        <p:nvSpPr>
          <p:cNvPr id="124" name="PlaceHolder 2"/>
          <p:cNvSpPr>
            <a:spLocks noGrp="1"/>
          </p:cNvSpPr>
          <p:nvPr>
            <p:ph type="subTitle"/>
          </p:nvPr>
        </p:nvSpPr>
        <p:spPr>
          <a:xfrm>
            <a:off x="457200" y="1604520"/>
            <a:ext cx="8228880" cy="3976920"/>
          </a:xfrm>
          <a:prstGeom prst="rect">
            <a:avLst/>
          </a:prstGeom>
          <a:noFill/>
          <a:ln w="0">
            <a:noFill/>
          </a:ln>
        </p:spPr>
        <p:txBody>
          <a:bodyPr lIns="0" tIns="0" rIns="0" bIns="0" anchor="ctr">
            <a:noAutofit/>
          </a:bodyPr>
          <a:lstStyle/>
          <a:p>
            <a:pPr indent="0" algn="ctr">
              <a:buNone/>
            </a:pPr>
            <a:endParaRPr lang="en-IN" sz="3200" b="0" strike="noStrike" spc="-1">
              <a:solidFill>
                <a:srgbClr val="000000"/>
              </a:solidFill>
              <a:latin typeface="Arial" panose="020B0604020202090204"/>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125" name="PlaceHolder 1"/>
          <p:cNvSpPr>
            <a:spLocks noGrp="1"/>
          </p:cNvSpPr>
          <p:nvPr>
            <p:ph type="title"/>
          </p:nvPr>
        </p:nvSpPr>
        <p:spPr>
          <a:xfrm>
            <a:off x="685800" y="685800"/>
            <a:ext cx="7771320" cy="212616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Arial" panose="020B0604020202090204"/>
            </a:endParaRPr>
          </a:p>
        </p:txBody>
      </p:sp>
      <p:sp>
        <p:nvSpPr>
          <p:cNvPr id="126" name="PlaceHolder 2"/>
          <p:cNvSpPr>
            <a:spLocks noGrp="1"/>
          </p:cNvSpPr>
          <p:nvPr>
            <p:ph/>
          </p:nvPr>
        </p:nvSpPr>
        <p:spPr>
          <a:xfrm>
            <a:off x="457200" y="1604520"/>
            <a:ext cx="8228880" cy="3976920"/>
          </a:xfrm>
          <a:prstGeom prst="rect">
            <a:avLst/>
          </a:prstGeom>
          <a:noFill/>
          <a:ln w="0">
            <a:noFill/>
          </a:ln>
        </p:spPr>
        <p:txBody>
          <a:bodyPr lIns="0" tIns="0" rIns="0" bIns="0" anchor="t">
            <a:normAutofit/>
          </a:bodyPr>
          <a:lstStyle/>
          <a:p>
            <a:pPr indent="0">
              <a:lnSpc>
                <a:spcPct val="90000"/>
              </a:lnSpc>
              <a:spcBef>
                <a:spcPts val="1415"/>
              </a:spcBef>
              <a:buNone/>
            </a:pPr>
            <a:endParaRPr lang="en-US" sz="2800" b="0" strike="noStrike" spc="-1">
              <a:solidFill>
                <a:srgbClr val="000000"/>
              </a:solidFill>
              <a:latin typeface="Arial" panose="020B0604020202090204"/>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127" name="PlaceHolder 1"/>
          <p:cNvSpPr>
            <a:spLocks noGrp="1"/>
          </p:cNvSpPr>
          <p:nvPr>
            <p:ph type="title"/>
          </p:nvPr>
        </p:nvSpPr>
        <p:spPr>
          <a:xfrm>
            <a:off x="685800" y="685800"/>
            <a:ext cx="7771320" cy="212616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Arial" panose="020B0604020202090204"/>
            </a:endParaRPr>
          </a:p>
        </p:txBody>
      </p:sp>
      <p:sp>
        <p:nvSpPr>
          <p:cNvPr id="128" name="PlaceHolder 2"/>
          <p:cNvSpPr>
            <a:spLocks noGrp="1"/>
          </p:cNvSpPr>
          <p:nvPr>
            <p:ph/>
          </p:nvPr>
        </p:nvSpPr>
        <p:spPr>
          <a:xfrm>
            <a:off x="457200" y="1604520"/>
            <a:ext cx="4015440" cy="3976920"/>
          </a:xfrm>
          <a:prstGeom prst="rect">
            <a:avLst/>
          </a:prstGeom>
          <a:noFill/>
          <a:ln w="0">
            <a:noFill/>
          </a:ln>
        </p:spPr>
        <p:txBody>
          <a:bodyPr lIns="0" tIns="0" rIns="0" bIns="0" anchor="t">
            <a:normAutofit/>
          </a:bodyPr>
          <a:lstStyle/>
          <a:p>
            <a:pPr indent="0">
              <a:lnSpc>
                <a:spcPct val="90000"/>
              </a:lnSpc>
              <a:spcBef>
                <a:spcPts val="1415"/>
              </a:spcBef>
              <a:buNone/>
            </a:pPr>
            <a:endParaRPr lang="en-US" sz="2800" b="0" strike="noStrike" spc="-1">
              <a:solidFill>
                <a:srgbClr val="000000"/>
              </a:solidFill>
              <a:latin typeface="Arial" panose="020B0604020202090204"/>
            </a:endParaRPr>
          </a:p>
        </p:txBody>
      </p:sp>
      <p:sp>
        <p:nvSpPr>
          <p:cNvPr id="129" name="PlaceHolder 3"/>
          <p:cNvSpPr>
            <a:spLocks noGrp="1"/>
          </p:cNvSpPr>
          <p:nvPr>
            <p:ph/>
          </p:nvPr>
        </p:nvSpPr>
        <p:spPr>
          <a:xfrm>
            <a:off x="4673880" y="1604520"/>
            <a:ext cx="4015440" cy="3976920"/>
          </a:xfrm>
          <a:prstGeom prst="rect">
            <a:avLst/>
          </a:prstGeom>
          <a:noFill/>
          <a:ln w="0">
            <a:noFill/>
          </a:ln>
        </p:spPr>
        <p:txBody>
          <a:bodyPr lIns="0" tIns="0" rIns="0" bIns="0" anchor="t">
            <a:normAutofit/>
          </a:bodyPr>
          <a:lstStyle/>
          <a:p>
            <a:pPr indent="0">
              <a:lnSpc>
                <a:spcPct val="90000"/>
              </a:lnSpc>
              <a:spcBef>
                <a:spcPts val="1415"/>
              </a:spcBef>
              <a:buNone/>
            </a:pPr>
            <a:endParaRPr lang="en-US" sz="2800" b="0" strike="noStrike" spc="-1">
              <a:solidFill>
                <a:srgbClr val="000000"/>
              </a:solidFill>
              <a:latin typeface="Arial" panose="020B0604020202090204"/>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30" name="PlaceHolder 1"/>
          <p:cNvSpPr>
            <a:spLocks noGrp="1"/>
          </p:cNvSpPr>
          <p:nvPr>
            <p:ph type="title"/>
          </p:nvPr>
        </p:nvSpPr>
        <p:spPr>
          <a:xfrm>
            <a:off x="685800" y="685800"/>
            <a:ext cx="7771320" cy="212616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Arial" panose="020B0604020202090204"/>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31" name="PlaceHolder 1"/>
          <p:cNvSpPr>
            <a:spLocks noGrp="1"/>
          </p:cNvSpPr>
          <p:nvPr>
            <p:ph type="subTitle"/>
          </p:nvPr>
        </p:nvSpPr>
        <p:spPr>
          <a:xfrm>
            <a:off x="685800" y="685800"/>
            <a:ext cx="7771320" cy="9856800"/>
          </a:xfrm>
          <a:prstGeom prst="rect">
            <a:avLst/>
          </a:prstGeom>
          <a:noFill/>
          <a:ln w="0">
            <a:noFill/>
          </a:ln>
        </p:spPr>
        <p:txBody>
          <a:bodyPr lIns="0" tIns="0" rIns="0" bIns="0" anchor="ctr">
            <a:noAutofit/>
          </a:bodyPr>
          <a:lstStyle/>
          <a:p>
            <a:pPr algn="ctr"/>
            <a:endParaRPr lang="en-IN" sz="3200" b="0" strike="noStrike" spc="-1">
              <a:solidFill>
                <a:srgbClr val="000000"/>
              </a:solidFill>
              <a:latin typeface="Arial" panose="020B0604020202090204"/>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32" name="PlaceHolder 1"/>
          <p:cNvSpPr>
            <a:spLocks noGrp="1"/>
          </p:cNvSpPr>
          <p:nvPr>
            <p:ph type="title"/>
          </p:nvPr>
        </p:nvSpPr>
        <p:spPr>
          <a:xfrm>
            <a:off x="685800" y="685800"/>
            <a:ext cx="7771320" cy="212616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Arial" panose="020B0604020202090204"/>
            </a:endParaRPr>
          </a:p>
        </p:txBody>
      </p:sp>
      <p:sp>
        <p:nvSpPr>
          <p:cNvPr id="133" name="PlaceHolder 2"/>
          <p:cNvSpPr>
            <a:spLocks noGrp="1"/>
          </p:cNvSpPr>
          <p:nvPr>
            <p:ph/>
          </p:nvPr>
        </p:nvSpPr>
        <p:spPr>
          <a:xfrm>
            <a:off x="457200" y="1604520"/>
            <a:ext cx="4015440" cy="1896840"/>
          </a:xfrm>
          <a:prstGeom prst="rect">
            <a:avLst/>
          </a:prstGeom>
          <a:noFill/>
          <a:ln w="0">
            <a:noFill/>
          </a:ln>
        </p:spPr>
        <p:txBody>
          <a:bodyPr lIns="0" tIns="0" rIns="0" bIns="0" anchor="t">
            <a:normAutofit/>
          </a:bodyPr>
          <a:lstStyle/>
          <a:p>
            <a:pPr indent="0">
              <a:lnSpc>
                <a:spcPct val="90000"/>
              </a:lnSpc>
              <a:spcBef>
                <a:spcPts val="1415"/>
              </a:spcBef>
              <a:buNone/>
            </a:pPr>
            <a:endParaRPr lang="en-US" sz="2800" b="0" strike="noStrike" spc="-1">
              <a:solidFill>
                <a:srgbClr val="000000"/>
              </a:solidFill>
              <a:latin typeface="Arial" panose="020B0604020202090204"/>
            </a:endParaRPr>
          </a:p>
        </p:txBody>
      </p:sp>
      <p:sp>
        <p:nvSpPr>
          <p:cNvPr id="134" name="PlaceHolder 3"/>
          <p:cNvSpPr>
            <a:spLocks noGrp="1"/>
          </p:cNvSpPr>
          <p:nvPr>
            <p:ph/>
          </p:nvPr>
        </p:nvSpPr>
        <p:spPr>
          <a:xfrm>
            <a:off x="4673880" y="1604520"/>
            <a:ext cx="4015440" cy="3976920"/>
          </a:xfrm>
          <a:prstGeom prst="rect">
            <a:avLst/>
          </a:prstGeom>
          <a:noFill/>
          <a:ln w="0">
            <a:noFill/>
          </a:ln>
        </p:spPr>
        <p:txBody>
          <a:bodyPr lIns="0" tIns="0" rIns="0" bIns="0" anchor="t">
            <a:normAutofit/>
          </a:bodyPr>
          <a:lstStyle/>
          <a:p>
            <a:pPr indent="0">
              <a:lnSpc>
                <a:spcPct val="90000"/>
              </a:lnSpc>
              <a:spcBef>
                <a:spcPts val="1415"/>
              </a:spcBef>
              <a:buNone/>
            </a:pPr>
            <a:endParaRPr lang="en-US" sz="2800" b="0" strike="noStrike" spc="-1">
              <a:solidFill>
                <a:srgbClr val="000000"/>
              </a:solidFill>
              <a:latin typeface="Arial" panose="020B0604020202090204"/>
            </a:endParaRPr>
          </a:p>
        </p:txBody>
      </p:sp>
      <p:sp>
        <p:nvSpPr>
          <p:cNvPr id="135" name="PlaceHolder 4"/>
          <p:cNvSpPr>
            <a:spLocks noGrp="1"/>
          </p:cNvSpPr>
          <p:nvPr>
            <p:ph/>
          </p:nvPr>
        </p:nvSpPr>
        <p:spPr>
          <a:xfrm>
            <a:off x="457200" y="3682080"/>
            <a:ext cx="4015440" cy="1896840"/>
          </a:xfrm>
          <a:prstGeom prst="rect">
            <a:avLst/>
          </a:prstGeom>
          <a:noFill/>
          <a:ln w="0">
            <a:noFill/>
          </a:ln>
        </p:spPr>
        <p:txBody>
          <a:bodyPr lIns="0" tIns="0" rIns="0" bIns="0" anchor="t">
            <a:normAutofit/>
          </a:bodyPr>
          <a:lstStyle/>
          <a:p>
            <a:pPr indent="0">
              <a:lnSpc>
                <a:spcPct val="90000"/>
              </a:lnSpc>
              <a:spcBef>
                <a:spcPts val="1415"/>
              </a:spcBef>
              <a:buNone/>
            </a:pPr>
            <a:endParaRPr lang="en-US" sz="2800" b="0" strike="noStrike" spc="-1">
              <a:solidFill>
                <a:srgbClr val="000000"/>
              </a:solidFill>
              <a:latin typeface="Arial" panose="020B0604020202090204"/>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36" name="PlaceHolder 1"/>
          <p:cNvSpPr>
            <a:spLocks noGrp="1"/>
          </p:cNvSpPr>
          <p:nvPr>
            <p:ph type="title"/>
          </p:nvPr>
        </p:nvSpPr>
        <p:spPr>
          <a:xfrm>
            <a:off x="685800" y="685800"/>
            <a:ext cx="7771320" cy="212616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Arial" panose="020B0604020202090204"/>
            </a:endParaRPr>
          </a:p>
        </p:txBody>
      </p:sp>
      <p:sp>
        <p:nvSpPr>
          <p:cNvPr id="137" name="PlaceHolder 2"/>
          <p:cNvSpPr>
            <a:spLocks noGrp="1"/>
          </p:cNvSpPr>
          <p:nvPr>
            <p:ph/>
          </p:nvPr>
        </p:nvSpPr>
        <p:spPr>
          <a:xfrm>
            <a:off x="457200" y="1604520"/>
            <a:ext cx="4015440" cy="3976920"/>
          </a:xfrm>
          <a:prstGeom prst="rect">
            <a:avLst/>
          </a:prstGeom>
          <a:noFill/>
          <a:ln w="0">
            <a:noFill/>
          </a:ln>
        </p:spPr>
        <p:txBody>
          <a:bodyPr lIns="0" tIns="0" rIns="0" bIns="0" anchor="t">
            <a:normAutofit/>
          </a:bodyPr>
          <a:lstStyle/>
          <a:p>
            <a:pPr indent="0">
              <a:lnSpc>
                <a:spcPct val="90000"/>
              </a:lnSpc>
              <a:spcBef>
                <a:spcPts val="1415"/>
              </a:spcBef>
              <a:buNone/>
            </a:pPr>
            <a:endParaRPr lang="en-US" sz="2800" b="0" strike="noStrike" spc="-1">
              <a:solidFill>
                <a:srgbClr val="000000"/>
              </a:solidFill>
              <a:latin typeface="Arial" panose="020B0604020202090204"/>
            </a:endParaRPr>
          </a:p>
        </p:txBody>
      </p:sp>
      <p:sp>
        <p:nvSpPr>
          <p:cNvPr id="138" name="PlaceHolder 3"/>
          <p:cNvSpPr>
            <a:spLocks noGrp="1"/>
          </p:cNvSpPr>
          <p:nvPr>
            <p:ph/>
          </p:nvPr>
        </p:nvSpPr>
        <p:spPr>
          <a:xfrm>
            <a:off x="4673880" y="1604520"/>
            <a:ext cx="4015440" cy="1896840"/>
          </a:xfrm>
          <a:prstGeom prst="rect">
            <a:avLst/>
          </a:prstGeom>
          <a:noFill/>
          <a:ln w="0">
            <a:noFill/>
          </a:ln>
        </p:spPr>
        <p:txBody>
          <a:bodyPr lIns="0" tIns="0" rIns="0" bIns="0" anchor="t">
            <a:normAutofit/>
          </a:bodyPr>
          <a:lstStyle/>
          <a:p>
            <a:pPr indent="0">
              <a:lnSpc>
                <a:spcPct val="90000"/>
              </a:lnSpc>
              <a:spcBef>
                <a:spcPts val="1415"/>
              </a:spcBef>
              <a:buNone/>
            </a:pPr>
            <a:endParaRPr lang="en-US" sz="2800" b="0" strike="noStrike" spc="-1">
              <a:solidFill>
                <a:srgbClr val="000000"/>
              </a:solidFill>
              <a:latin typeface="Arial" panose="020B0604020202090204"/>
            </a:endParaRPr>
          </a:p>
        </p:txBody>
      </p:sp>
      <p:sp>
        <p:nvSpPr>
          <p:cNvPr id="139" name="PlaceHolder 4"/>
          <p:cNvSpPr>
            <a:spLocks noGrp="1"/>
          </p:cNvSpPr>
          <p:nvPr>
            <p:ph/>
          </p:nvPr>
        </p:nvSpPr>
        <p:spPr>
          <a:xfrm>
            <a:off x="4673880" y="3682080"/>
            <a:ext cx="4015440" cy="1896840"/>
          </a:xfrm>
          <a:prstGeom prst="rect">
            <a:avLst/>
          </a:prstGeom>
          <a:noFill/>
          <a:ln w="0">
            <a:noFill/>
          </a:ln>
        </p:spPr>
        <p:txBody>
          <a:bodyPr lIns="0" tIns="0" rIns="0" bIns="0" anchor="t">
            <a:normAutofit/>
          </a:bodyPr>
          <a:lstStyle/>
          <a:p>
            <a:pPr indent="0">
              <a:lnSpc>
                <a:spcPct val="90000"/>
              </a:lnSpc>
              <a:spcBef>
                <a:spcPts val="1415"/>
              </a:spcBef>
              <a:buNone/>
            </a:pPr>
            <a:endParaRPr lang="en-US" sz="2800" b="0" strike="noStrike" spc="-1">
              <a:solidFill>
                <a:srgbClr val="000000"/>
              </a:solidFill>
              <a:latin typeface="Arial" panose="020B0604020202090204"/>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40" name="PlaceHolder 1"/>
          <p:cNvSpPr>
            <a:spLocks noGrp="1"/>
          </p:cNvSpPr>
          <p:nvPr>
            <p:ph type="title"/>
          </p:nvPr>
        </p:nvSpPr>
        <p:spPr>
          <a:xfrm>
            <a:off x="685800" y="685800"/>
            <a:ext cx="7771320" cy="212616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Arial" panose="020B0604020202090204"/>
            </a:endParaRPr>
          </a:p>
        </p:txBody>
      </p:sp>
      <p:sp>
        <p:nvSpPr>
          <p:cNvPr id="141" name="PlaceHolder 2"/>
          <p:cNvSpPr>
            <a:spLocks noGrp="1"/>
          </p:cNvSpPr>
          <p:nvPr>
            <p:ph/>
          </p:nvPr>
        </p:nvSpPr>
        <p:spPr>
          <a:xfrm>
            <a:off x="457200" y="1604520"/>
            <a:ext cx="4015440" cy="1896840"/>
          </a:xfrm>
          <a:prstGeom prst="rect">
            <a:avLst/>
          </a:prstGeom>
          <a:noFill/>
          <a:ln w="0">
            <a:noFill/>
          </a:ln>
        </p:spPr>
        <p:txBody>
          <a:bodyPr lIns="0" tIns="0" rIns="0" bIns="0" anchor="t">
            <a:normAutofit/>
          </a:bodyPr>
          <a:lstStyle/>
          <a:p>
            <a:pPr indent="0">
              <a:lnSpc>
                <a:spcPct val="90000"/>
              </a:lnSpc>
              <a:spcBef>
                <a:spcPts val="1415"/>
              </a:spcBef>
              <a:buNone/>
            </a:pPr>
            <a:endParaRPr lang="en-US" sz="2800" b="0" strike="noStrike" spc="-1">
              <a:solidFill>
                <a:srgbClr val="000000"/>
              </a:solidFill>
              <a:latin typeface="Arial" panose="020B0604020202090204"/>
            </a:endParaRPr>
          </a:p>
        </p:txBody>
      </p:sp>
      <p:sp>
        <p:nvSpPr>
          <p:cNvPr id="142" name="PlaceHolder 3"/>
          <p:cNvSpPr>
            <a:spLocks noGrp="1"/>
          </p:cNvSpPr>
          <p:nvPr>
            <p:ph/>
          </p:nvPr>
        </p:nvSpPr>
        <p:spPr>
          <a:xfrm>
            <a:off x="4673880" y="1604520"/>
            <a:ext cx="4015440" cy="1896840"/>
          </a:xfrm>
          <a:prstGeom prst="rect">
            <a:avLst/>
          </a:prstGeom>
          <a:noFill/>
          <a:ln w="0">
            <a:noFill/>
          </a:ln>
        </p:spPr>
        <p:txBody>
          <a:bodyPr lIns="0" tIns="0" rIns="0" bIns="0" anchor="t">
            <a:normAutofit/>
          </a:bodyPr>
          <a:lstStyle/>
          <a:p>
            <a:pPr indent="0">
              <a:lnSpc>
                <a:spcPct val="90000"/>
              </a:lnSpc>
              <a:spcBef>
                <a:spcPts val="1415"/>
              </a:spcBef>
              <a:buNone/>
            </a:pPr>
            <a:endParaRPr lang="en-US" sz="2800" b="0" strike="noStrike" spc="-1">
              <a:solidFill>
                <a:srgbClr val="000000"/>
              </a:solidFill>
              <a:latin typeface="Arial" panose="020B0604020202090204"/>
            </a:endParaRPr>
          </a:p>
        </p:txBody>
      </p:sp>
      <p:sp>
        <p:nvSpPr>
          <p:cNvPr id="143" name="PlaceHolder 4"/>
          <p:cNvSpPr>
            <a:spLocks noGrp="1"/>
          </p:cNvSpPr>
          <p:nvPr>
            <p:ph/>
          </p:nvPr>
        </p:nvSpPr>
        <p:spPr>
          <a:xfrm>
            <a:off x="457200" y="3682080"/>
            <a:ext cx="8228880" cy="1896840"/>
          </a:xfrm>
          <a:prstGeom prst="rect">
            <a:avLst/>
          </a:prstGeom>
          <a:noFill/>
          <a:ln w="0">
            <a:noFill/>
          </a:ln>
        </p:spPr>
        <p:txBody>
          <a:bodyPr lIns="0" tIns="0" rIns="0" bIns="0" anchor="t">
            <a:normAutofit/>
          </a:bodyPr>
          <a:lstStyle/>
          <a:p>
            <a:pPr indent="0">
              <a:lnSpc>
                <a:spcPct val="90000"/>
              </a:lnSpc>
              <a:spcBef>
                <a:spcPts val="1415"/>
              </a:spcBef>
              <a:buNone/>
            </a:pPr>
            <a:endParaRPr lang="en-US" sz="2800" b="0" strike="noStrike" spc="-1">
              <a:solidFill>
                <a:srgbClr val="000000"/>
              </a:solidFill>
              <a:latin typeface="Arial" panose="020B0604020202090204"/>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144" name="PlaceHolder 1"/>
          <p:cNvSpPr>
            <a:spLocks noGrp="1"/>
          </p:cNvSpPr>
          <p:nvPr>
            <p:ph type="title"/>
          </p:nvPr>
        </p:nvSpPr>
        <p:spPr>
          <a:xfrm>
            <a:off x="685800" y="685800"/>
            <a:ext cx="7771320" cy="212616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Arial" panose="020B0604020202090204"/>
            </a:endParaRPr>
          </a:p>
        </p:txBody>
      </p:sp>
      <p:sp>
        <p:nvSpPr>
          <p:cNvPr id="145" name="PlaceHolder 2"/>
          <p:cNvSpPr>
            <a:spLocks noGrp="1"/>
          </p:cNvSpPr>
          <p:nvPr>
            <p:ph/>
          </p:nvPr>
        </p:nvSpPr>
        <p:spPr>
          <a:xfrm>
            <a:off x="457200" y="1604520"/>
            <a:ext cx="8228880" cy="1896840"/>
          </a:xfrm>
          <a:prstGeom prst="rect">
            <a:avLst/>
          </a:prstGeom>
          <a:noFill/>
          <a:ln w="0">
            <a:noFill/>
          </a:ln>
        </p:spPr>
        <p:txBody>
          <a:bodyPr lIns="0" tIns="0" rIns="0" bIns="0" anchor="t">
            <a:normAutofit/>
          </a:bodyPr>
          <a:lstStyle/>
          <a:p>
            <a:pPr indent="0">
              <a:lnSpc>
                <a:spcPct val="90000"/>
              </a:lnSpc>
              <a:spcBef>
                <a:spcPts val="1415"/>
              </a:spcBef>
              <a:buNone/>
            </a:pPr>
            <a:endParaRPr lang="en-US" sz="2800" b="0" strike="noStrike" spc="-1">
              <a:solidFill>
                <a:srgbClr val="000000"/>
              </a:solidFill>
              <a:latin typeface="Arial" panose="020B0604020202090204"/>
            </a:endParaRPr>
          </a:p>
        </p:txBody>
      </p:sp>
      <p:sp>
        <p:nvSpPr>
          <p:cNvPr id="146" name="PlaceHolder 3"/>
          <p:cNvSpPr>
            <a:spLocks noGrp="1"/>
          </p:cNvSpPr>
          <p:nvPr>
            <p:ph/>
          </p:nvPr>
        </p:nvSpPr>
        <p:spPr>
          <a:xfrm>
            <a:off x="457200" y="3682080"/>
            <a:ext cx="8228880" cy="1896840"/>
          </a:xfrm>
          <a:prstGeom prst="rect">
            <a:avLst/>
          </a:prstGeom>
          <a:noFill/>
          <a:ln w="0">
            <a:noFill/>
          </a:ln>
        </p:spPr>
        <p:txBody>
          <a:bodyPr lIns="0" tIns="0" rIns="0" bIns="0" anchor="t">
            <a:normAutofit/>
          </a:bodyPr>
          <a:lstStyle/>
          <a:p>
            <a:pPr indent="0">
              <a:lnSpc>
                <a:spcPct val="90000"/>
              </a:lnSpc>
              <a:spcBef>
                <a:spcPts val="1415"/>
              </a:spcBef>
              <a:buNone/>
            </a:pPr>
            <a:endParaRPr lang="en-US" sz="2800" b="0" strike="noStrike" spc="-1">
              <a:solidFill>
                <a:srgbClr val="000000"/>
              </a:solidFill>
              <a:latin typeface="Arial" panose="020B0604020202090204"/>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147" name="PlaceHolder 1"/>
          <p:cNvSpPr>
            <a:spLocks noGrp="1"/>
          </p:cNvSpPr>
          <p:nvPr>
            <p:ph type="title"/>
          </p:nvPr>
        </p:nvSpPr>
        <p:spPr>
          <a:xfrm>
            <a:off x="685800" y="685800"/>
            <a:ext cx="7771320" cy="212616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Arial" panose="020B0604020202090204"/>
            </a:endParaRPr>
          </a:p>
        </p:txBody>
      </p:sp>
      <p:sp>
        <p:nvSpPr>
          <p:cNvPr id="148" name="PlaceHolder 2"/>
          <p:cNvSpPr>
            <a:spLocks noGrp="1"/>
          </p:cNvSpPr>
          <p:nvPr>
            <p:ph/>
          </p:nvPr>
        </p:nvSpPr>
        <p:spPr>
          <a:xfrm>
            <a:off x="457200" y="1604520"/>
            <a:ext cx="4015440" cy="1896840"/>
          </a:xfrm>
          <a:prstGeom prst="rect">
            <a:avLst/>
          </a:prstGeom>
          <a:noFill/>
          <a:ln w="0">
            <a:noFill/>
          </a:ln>
        </p:spPr>
        <p:txBody>
          <a:bodyPr lIns="0" tIns="0" rIns="0" bIns="0" anchor="t">
            <a:normAutofit/>
          </a:bodyPr>
          <a:lstStyle/>
          <a:p>
            <a:pPr indent="0">
              <a:lnSpc>
                <a:spcPct val="90000"/>
              </a:lnSpc>
              <a:spcBef>
                <a:spcPts val="1415"/>
              </a:spcBef>
              <a:buNone/>
            </a:pPr>
            <a:endParaRPr lang="en-US" sz="2800" b="0" strike="noStrike" spc="-1">
              <a:solidFill>
                <a:srgbClr val="000000"/>
              </a:solidFill>
              <a:latin typeface="Arial" panose="020B0604020202090204"/>
            </a:endParaRPr>
          </a:p>
        </p:txBody>
      </p:sp>
      <p:sp>
        <p:nvSpPr>
          <p:cNvPr id="149" name="PlaceHolder 3"/>
          <p:cNvSpPr>
            <a:spLocks noGrp="1"/>
          </p:cNvSpPr>
          <p:nvPr>
            <p:ph/>
          </p:nvPr>
        </p:nvSpPr>
        <p:spPr>
          <a:xfrm>
            <a:off x="4673880" y="1604520"/>
            <a:ext cx="4015440" cy="1896840"/>
          </a:xfrm>
          <a:prstGeom prst="rect">
            <a:avLst/>
          </a:prstGeom>
          <a:noFill/>
          <a:ln w="0">
            <a:noFill/>
          </a:ln>
        </p:spPr>
        <p:txBody>
          <a:bodyPr lIns="0" tIns="0" rIns="0" bIns="0" anchor="t">
            <a:normAutofit/>
          </a:bodyPr>
          <a:lstStyle/>
          <a:p>
            <a:pPr indent="0">
              <a:lnSpc>
                <a:spcPct val="90000"/>
              </a:lnSpc>
              <a:spcBef>
                <a:spcPts val="1415"/>
              </a:spcBef>
              <a:buNone/>
            </a:pPr>
            <a:endParaRPr lang="en-US" sz="2800" b="0" strike="noStrike" spc="-1">
              <a:solidFill>
                <a:srgbClr val="000000"/>
              </a:solidFill>
              <a:latin typeface="Arial" panose="020B0604020202090204"/>
            </a:endParaRPr>
          </a:p>
        </p:txBody>
      </p:sp>
      <p:sp>
        <p:nvSpPr>
          <p:cNvPr id="150" name="PlaceHolder 4"/>
          <p:cNvSpPr>
            <a:spLocks noGrp="1"/>
          </p:cNvSpPr>
          <p:nvPr>
            <p:ph/>
          </p:nvPr>
        </p:nvSpPr>
        <p:spPr>
          <a:xfrm>
            <a:off x="457200" y="3682080"/>
            <a:ext cx="4015440" cy="1896840"/>
          </a:xfrm>
          <a:prstGeom prst="rect">
            <a:avLst/>
          </a:prstGeom>
          <a:noFill/>
          <a:ln w="0">
            <a:noFill/>
          </a:ln>
        </p:spPr>
        <p:txBody>
          <a:bodyPr lIns="0" tIns="0" rIns="0" bIns="0" anchor="t">
            <a:normAutofit/>
          </a:bodyPr>
          <a:lstStyle/>
          <a:p>
            <a:pPr indent="0">
              <a:lnSpc>
                <a:spcPct val="90000"/>
              </a:lnSpc>
              <a:spcBef>
                <a:spcPts val="1415"/>
              </a:spcBef>
              <a:buNone/>
            </a:pPr>
            <a:endParaRPr lang="en-US" sz="2800" b="0" strike="noStrike" spc="-1">
              <a:solidFill>
                <a:srgbClr val="000000"/>
              </a:solidFill>
              <a:latin typeface="Arial" panose="020B0604020202090204"/>
            </a:endParaRPr>
          </a:p>
        </p:txBody>
      </p:sp>
      <p:sp>
        <p:nvSpPr>
          <p:cNvPr id="151" name="PlaceHolder 5"/>
          <p:cNvSpPr>
            <a:spLocks noGrp="1"/>
          </p:cNvSpPr>
          <p:nvPr>
            <p:ph/>
          </p:nvPr>
        </p:nvSpPr>
        <p:spPr>
          <a:xfrm>
            <a:off x="4673880" y="3682080"/>
            <a:ext cx="4015440" cy="1896840"/>
          </a:xfrm>
          <a:prstGeom prst="rect">
            <a:avLst/>
          </a:prstGeom>
          <a:noFill/>
          <a:ln w="0">
            <a:noFill/>
          </a:ln>
        </p:spPr>
        <p:txBody>
          <a:bodyPr lIns="0" tIns="0" rIns="0" bIns="0" anchor="t">
            <a:normAutofit/>
          </a:bodyPr>
          <a:lstStyle/>
          <a:p>
            <a:pPr indent="0">
              <a:lnSpc>
                <a:spcPct val="90000"/>
              </a:lnSpc>
              <a:spcBef>
                <a:spcPts val="1415"/>
              </a:spcBef>
              <a:buNone/>
            </a:pPr>
            <a:endParaRPr lang="en-US" sz="2800" b="0" strike="noStrike" spc="-1">
              <a:solidFill>
                <a:srgbClr val="000000"/>
              </a:solidFill>
              <a:latin typeface="Arial" panose="020B0604020202090204"/>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152" name="PlaceHolder 1"/>
          <p:cNvSpPr>
            <a:spLocks noGrp="1"/>
          </p:cNvSpPr>
          <p:nvPr>
            <p:ph type="title"/>
          </p:nvPr>
        </p:nvSpPr>
        <p:spPr>
          <a:xfrm>
            <a:off x="685800" y="685800"/>
            <a:ext cx="7771320" cy="212616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Arial" panose="020B0604020202090204"/>
            </a:endParaRPr>
          </a:p>
        </p:txBody>
      </p:sp>
      <p:sp>
        <p:nvSpPr>
          <p:cNvPr id="153" name="PlaceHolder 2"/>
          <p:cNvSpPr>
            <a:spLocks noGrp="1"/>
          </p:cNvSpPr>
          <p:nvPr>
            <p:ph/>
          </p:nvPr>
        </p:nvSpPr>
        <p:spPr>
          <a:xfrm>
            <a:off x="457200" y="1604520"/>
            <a:ext cx="2649600" cy="1896840"/>
          </a:xfrm>
          <a:prstGeom prst="rect">
            <a:avLst/>
          </a:prstGeom>
          <a:noFill/>
          <a:ln w="0">
            <a:noFill/>
          </a:ln>
        </p:spPr>
        <p:txBody>
          <a:bodyPr lIns="0" tIns="0" rIns="0" bIns="0" anchor="t">
            <a:normAutofit/>
          </a:bodyPr>
          <a:lstStyle/>
          <a:p>
            <a:pPr indent="0">
              <a:lnSpc>
                <a:spcPct val="90000"/>
              </a:lnSpc>
              <a:spcBef>
                <a:spcPts val="1415"/>
              </a:spcBef>
              <a:buNone/>
            </a:pPr>
            <a:endParaRPr lang="en-US" sz="2800" b="0" strike="noStrike" spc="-1">
              <a:solidFill>
                <a:srgbClr val="000000"/>
              </a:solidFill>
              <a:latin typeface="Arial" panose="020B0604020202090204"/>
            </a:endParaRPr>
          </a:p>
        </p:txBody>
      </p:sp>
      <p:sp>
        <p:nvSpPr>
          <p:cNvPr id="154" name="PlaceHolder 3"/>
          <p:cNvSpPr>
            <a:spLocks noGrp="1"/>
          </p:cNvSpPr>
          <p:nvPr>
            <p:ph/>
          </p:nvPr>
        </p:nvSpPr>
        <p:spPr>
          <a:xfrm>
            <a:off x="3239640" y="1604520"/>
            <a:ext cx="2649600" cy="1896840"/>
          </a:xfrm>
          <a:prstGeom prst="rect">
            <a:avLst/>
          </a:prstGeom>
          <a:noFill/>
          <a:ln w="0">
            <a:noFill/>
          </a:ln>
        </p:spPr>
        <p:txBody>
          <a:bodyPr lIns="0" tIns="0" rIns="0" bIns="0" anchor="t">
            <a:normAutofit/>
          </a:bodyPr>
          <a:lstStyle/>
          <a:p>
            <a:pPr indent="0">
              <a:lnSpc>
                <a:spcPct val="90000"/>
              </a:lnSpc>
              <a:spcBef>
                <a:spcPts val="1415"/>
              </a:spcBef>
              <a:buNone/>
            </a:pPr>
            <a:endParaRPr lang="en-US" sz="2800" b="0" strike="noStrike" spc="-1">
              <a:solidFill>
                <a:srgbClr val="000000"/>
              </a:solidFill>
              <a:latin typeface="Arial" panose="020B0604020202090204"/>
            </a:endParaRPr>
          </a:p>
        </p:txBody>
      </p:sp>
      <p:sp>
        <p:nvSpPr>
          <p:cNvPr id="155" name="PlaceHolder 4"/>
          <p:cNvSpPr>
            <a:spLocks noGrp="1"/>
          </p:cNvSpPr>
          <p:nvPr>
            <p:ph/>
          </p:nvPr>
        </p:nvSpPr>
        <p:spPr>
          <a:xfrm>
            <a:off x="6022080" y="1604520"/>
            <a:ext cx="2649600" cy="1896840"/>
          </a:xfrm>
          <a:prstGeom prst="rect">
            <a:avLst/>
          </a:prstGeom>
          <a:noFill/>
          <a:ln w="0">
            <a:noFill/>
          </a:ln>
        </p:spPr>
        <p:txBody>
          <a:bodyPr lIns="0" tIns="0" rIns="0" bIns="0" anchor="t">
            <a:normAutofit/>
          </a:bodyPr>
          <a:lstStyle/>
          <a:p>
            <a:pPr indent="0">
              <a:lnSpc>
                <a:spcPct val="90000"/>
              </a:lnSpc>
              <a:spcBef>
                <a:spcPts val="1415"/>
              </a:spcBef>
              <a:buNone/>
            </a:pPr>
            <a:endParaRPr lang="en-US" sz="2800" b="0" strike="noStrike" spc="-1">
              <a:solidFill>
                <a:srgbClr val="000000"/>
              </a:solidFill>
              <a:latin typeface="Arial" panose="020B0604020202090204"/>
            </a:endParaRPr>
          </a:p>
        </p:txBody>
      </p:sp>
      <p:sp>
        <p:nvSpPr>
          <p:cNvPr id="156" name="PlaceHolder 5"/>
          <p:cNvSpPr>
            <a:spLocks noGrp="1"/>
          </p:cNvSpPr>
          <p:nvPr>
            <p:ph/>
          </p:nvPr>
        </p:nvSpPr>
        <p:spPr>
          <a:xfrm>
            <a:off x="457200" y="3682080"/>
            <a:ext cx="2649600" cy="1896840"/>
          </a:xfrm>
          <a:prstGeom prst="rect">
            <a:avLst/>
          </a:prstGeom>
          <a:noFill/>
          <a:ln w="0">
            <a:noFill/>
          </a:ln>
        </p:spPr>
        <p:txBody>
          <a:bodyPr lIns="0" tIns="0" rIns="0" bIns="0" anchor="t">
            <a:normAutofit/>
          </a:bodyPr>
          <a:lstStyle/>
          <a:p>
            <a:pPr indent="0">
              <a:lnSpc>
                <a:spcPct val="90000"/>
              </a:lnSpc>
              <a:spcBef>
                <a:spcPts val="1415"/>
              </a:spcBef>
              <a:buNone/>
            </a:pPr>
            <a:endParaRPr lang="en-US" sz="2800" b="0" strike="noStrike" spc="-1">
              <a:solidFill>
                <a:srgbClr val="000000"/>
              </a:solidFill>
              <a:latin typeface="Arial" panose="020B0604020202090204"/>
            </a:endParaRPr>
          </a:p>
        </p:txBody>
      </p:sp>
      <p:sp>
        <p:nvSpPr>
          <p:cNvPr id="157" name="PlaceHolder 6"/>
          <p:cNvSpPr>
            <a:spLocks noGrp="1"/>
          </p:cNvSpPr>
          <p:nvPr>
            <p:ph/>
          </p:nvPr>
        </p:nvSpPr>
        <p:spPr>
          <a:xfrm>
            <a:off x="3239640" y="3682080"/>
            <a:ext cx="2649600" cy="1896840"/>
          </a:xfrm>
          <a:prstGeom prst="rect">
            <a:avLst/>
          </a:prstGeom>
          <a:noFill/>
          <a:ln w="0">
            <a:noFill/>
          </a:ln>
        </p:spPr>
        <p:txBody>
          <a:bodyPr lIns="0" tIns="0" rIns="0" bIns="0" anchor="t">
            <a:normAutofit/>
          </a:bodyPr>
          <a:lstStyle/>
          <a:p>
            <a:pPr indent="0">
              <a:lnSpc>
                <a:spcPct val="90000"/>
              </a:lnSpc>
              <a:spcBef>
                <a:spcPts val="1415"/>
              </a:spcBef>
              <a:buNone/>
            </a:pPr>
            <a:endParaRPr lang="en-US" sz="2800" b="0" strike="noStrike" spc="-1">
              <a:solidFill>
                <a:srgbClr val="000000"/>
              </a:solidFill>
              <a:latin typeface="Arial" panose="020B0604020202090204"/>
            </a:endParaRPr>
          </a:p>
        </p:txBody>
      </p:sp>
      <p:sp>
        <p:nvSpPr>
          <p:cNvPr id="158" name="PlaceHolder 7"/>
          <p:cNvSpPr>
            <a:spLocks noGrp="1"/>
          </p:cNvSpPr>
          <p:nvPr>
            <p:ph/>
          </p:nvPr>
        </p:nvSpPr>
        <p:spPr>
          <a:xfrm>
            <a:off x="6022080" y="3682080"/>
            <a:ext cx="2649600" cy="1896840"/>
          </a:xfrm>
          <a:prstGeom prst="rect">
            <a:avLst/>
          </a:prstGeom>
          <a:noFill/>
          <a:ln w="0">
            <a:noFill/>
          </a:ln>
        </p:spPr>
        <p:txBody>
          <a:bodyPr lIns="0" tIns="0" rIns="0" bIns="0" anchor="t">
            <a:normAutofit/>
          </a:bodyPr>
          <a:lstStyle/>
          <a:p>
            <a:pPr indent="0">
              <a:lnSpc>
                <a:spcPct val="90000"/>
              </a:lnSpc>
              <a:spcBef>
                <a:spcPts val="1415"/>
              </a:spcBef>
              <a:buNone/>
            </a:pPr>
            <a:endParaRPr lang="en-US" sz="2800" b="0" strike="noStrike" spc="-1">
              <a:solidFill>
                <a:srgbClr val="000000"/>
              </a:solidFill>
              <a:latin typeface="Arial" panose="020B0604020202090204"/>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170" name="PlaceHolder 1"/>
          <p:cNvSpPr>
            <a:spLocks noGrp="1"/>
          </p:cNvSpPr>
          <p:nvPr>
            <p:ph type="title"/>
          </p:nvPr>
        </p:nvSpPr>
        <p:spPr>
          <a:xfrm>
            <a:off x="685800" y="685800"/>
            <a:ext cx="7771320" cy="212616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Arial" panose="020B0604020202090204"/>
            </a:endParaRPr>
          </a:p>
        </p:txBody>
      </p:sp>
      <p:sp>
        <p:nvSpPr>
          <p:cNvPr id="171" name="PlaceHolder 2"/>
          <p:cNvSpPr>
            <a:spLocks noGrp="1"/>
          </p:cNvSpPr>
          <p:nvPr>
            <p:ph type="subTitle"/>
          </p:nvPr>
        </p:nvSpPr>
        <p:spPr>
          <a:xfrm>
            <a:off x="457200" y="1604520"/>
            <a:ext cx="8228880" cy="3976920"/>
          </a:xfrm>
          <a:prstGeom prst="rect">
            <a:avLst/>
          </a:prstGeom>
          <a:noFill/>
          <a:ln w="0">
            <a:noFill/>
          </a:ln>
        </p:spPr>
        <p:txBody>
          <a:bodyPr lIns="0" tIns="0" rIns="0" bIns="0" anchor="ctr">
            <a:noAutofit/>
          </a:bodyPr>
          <a:lstStyle/>
          <a:p>
            <a:pPr indent="0" algn="ctr">
              <a:buNone/>
            </a:pPr>
            <a:endParaRPr lang="en-IN" sz="3200" b="0" strike="noStrike" spc="-1">
              <a:solidFill>
                <a:srgbClr val="000000"/>
              </a:solidFill>
              <a:latin typeface="Arial" panose="020B0604020202090204"/>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172" name="PlaceHolder 1"/>
          <p:cNvSpPr>
            <a:spLocks noGrp="1"/>
          </p:cNvSpPr>
          <p:nvPr>
            <p:ph type="title"/>
          </p:nvPr>
        </p:nvSpPr>
        <p:spPr>
          <a:xfrm>
            <a:off x="685800" y="685800"/>
            <a:ext cx="7771320" cy="212616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Arial" panose="020B0604020202090204"/>
            </a:endParaRPr>
          </a:p>
        </p:txBody>
      </p:sp>
      <p:sp>
        <p:nvSpPr>
          <p:cNvPr id="173" name="PlaceHolder 2"/>
          <p:cNvSpPr>
            <a:spLocks noGrp="1"/>
          </p:cNvSpPr>
          <p:nvPr>
            <p:ph/>
          </p:nvPr>
        </p:nvSpPr>
        <p:spPr>
          <a:xfrm>
            <a:off x="457200" y="1604520"/>
            <a:ext cx="8228880" cy="3976920"/>
          </a:xfrm>
          <a:prstGeom prst="rect">
            <a:avLst/>
          </a:prstGeom>
          <a:noFill/>
          <a:ln w="0">
            <a:noFill/>
          </a:ln>
        </p:spPr>
        <p:txBody>
          <a:bodyPr lIns="0" tIns="0" rIns="0" bIns="0" anchor="t">
            <a:normAutofit/>
          </a:bodyPr>
          <a:lstStyle/>
          <a:p>
            <a:pPr indent="0">
              <a:lnSpc>
                <a:spcPct val="90000"/>
              </a:lnSpc>
              <a:spcBef>
                <a:spcPts val="1415"/>
              </a:spcBef>
              <a:buNone/>
            </a:pPr>
            <a:endParaRPr lang="en-US" sz="2800" b="0" strike="noStrike" spc="-1">
              <a:solidFill>
                <a:srgbClr val="000000"/>
              </a:solidFill>
              <a:latin typeface="Arial" panose="020B0604020202090204"/>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174" name="PlaceHolder 1"/>
          <p:cNvSpPr>
            <a:spLocks noGrp="1"/>
          </p:cNvSpPr>
          <p:nvPr>
            <p:ph type="title"/>
          </p:nvPr>
        </p:nvSpPr>
        <p:spPr>
          <a:xfrm>
            <a:off x="685800" y="685800"/>
            <a:ext cx="7771320" cy="212616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Arial" panose="020B0604020202090204"/>
            </a:endParaRPr>
          </a:p>
        </p:txBody>
      </p:sp>
      <p:sp>
        <p:nvSpPr>
          <p:cNvPr id="175" name="PlaceHolder 2"/>
          <p:cNvSpPr>
            <a:spLocks noGrp="1"/>
          </p:cNvSpPr>
          <p:nvPr>
            <p:ph/>
          </p:nvPr>
        </p:nvSpPr>
        <p:spPr>
          <a:xfrm>
            <a:off x="457200" y="1604520"/>
            <a:ext cx="4015440" cy="3976920"/>
          </a:xfrm>
          <a:prstGeom prst="rect">
            <a:avLst/>
          </a:prstGeom>
          <a:noFill/>
          <a:ln w="0">
            <a:noFill/>
          </a:ln>
        </p:spPr>
        <p:txBody>
          <a:bodyPr lIns="0" tIns="0" rIns="0" bIns="0" anchor="t">
            <a:normAutofit/>
          </a:bodyPr>
          <a:lstStyle/>
          <a:p>
            <a:pPr indent="0">
              <a:lnSpc>
                <a:spcPct val="90000"/>
              </a:lnSpc>
              <a:spcBef>
                <a:spcPts val="1415"/>
              </a:spcBef>
              <a:buNone/>
            </a:pPr>
            <a:endParaRPr lang="en-US" sz="2800" b="0" strike="noStrike" spc="-1">
              <a:solidFill>
                <a:srgbClr val="000000"/>
              </a:solidFill>
              <a:latin typeface="Arial" panose="020B0604020202090204"/>
            </a:endParaRPr>
          </a:p>
        </p:txBody>
      </p:sp>
      <p:sp>
        <p:nvSpPr>
          <p:cNvPr id="176" name="PlaceHolder 3"/>
          <p:cNvSpPr>
            <a:spLocks noGrp="1"/>
          </p:cNvSpPr>
          <p:nvPr>
            <p:ph/>
          </p:nvPr>
        </p:nvSpPr>
        <p:spPr>
          <a:xfrm>
            <a:off x="4673880" y="1604520"/>
            <a:ext cx="4015440" cy="3976920"/>
          </a:xfrm>
          <a:prstGeom prst="rect">
            <a:avLst/>
          </a:prstGeom>
          <a:noFill/>
          <a:ln w="0">
            <a:noFill/>
          </a:ln>
        </p:spPr>
        <p:txBody>
          <a:bodyPr lIns="0" tIns="0" rIns="0" bIns="0" anchor="t">
            <a:normAutofit/>
          </a:bodyPr>
          <a:lstStyle/>
          <a:p>
            <a:pPr indent="0">
              <a:lnSpc>
                <a:spcPct val="90000"/>
              </a:lnSpc>
              <a:spcBef>
                <a:spcPts val="1415"/>
              </a:spcBef>
              <a:buNone/>
            </a:pPr>
            <a:endParaRPr lang="en-US" sz="2800" b="0" strike="noStrike" spc="-1">
              <a:solidFill>
                <a:srgbClr val="000000"/>
              </a:solidFill>
              <a:latin typeface="Arial" panose="020B0604020202090204"/>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77" name="PlaceHolder 1"/>
          <p:cNvSpPr>
            <a:spLocks noGrp="1"/>
          </p:cNvSpPr>
          <p:nvPr>
            <p:ph type="title"/>
          </p:nvPr>
        </p:nvSpPr>
        <p:spPr>
          <a:xfrm>
            <a:off x="685800" y="685800"/>
            <a:ext cx="7771320" cy="212616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Arial" panose="020B0604020202090204"/>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78" name="PlaceHolder 1"/>
          <p:cNvSpPr>
            <a:spLocks noGrp="1"/>
          </p:cNvSpPr>
          <p:nvPr>
            <p:ph type="subTitle"/>
          </p:nvPr>
        </p:nvSpPr>
        <p:spPr>
          <a:xfrm>
            <a:off x="685800" y="685800"/>
            <a:ext cx="7771320" cy="9856800"/>
          </a:xfrm>
          <a:prstGeom prst="rect">
            <a:avLst/>
          </a:prstGeom>
          <a:noFill/>
          <a:ln w="0">
            <a:noFill/>
          </a:ln>
        </p:spPr>
        <p:txBody>
          <a:bodyPr lIns="0" tIns="0" rIns="0" bIns="0" anchor="ctr">
            <a:noAutofit/>
          </a:bodyPr>
          <a:lstStyle/>
          <a:p>
            <a:pPr algn="ctr"/>
            <a:endParaRPr lang="en-IN" sz="3200" b="0" strike="noStrike" spc="-1">
              <a:solidFill>
                <a:srgbClr val="000000"/>
              </a:solidFill>
              <a:latin typeface="Arial" panose="020B0604020202090204"/>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79" name="PlaceHolder 1"/>
          <p:cNvSpPr>
            <a:spLocks noGrp="1"/>
          </p:cNvSpPr>
          <p:nvPr>
            <p:ph type="title"/>
          </p:nvPr>
        </p:nvSpPr>
        <p:spPr>
          <a:xfrm>
            <a:off x="685800" y="685800"/>
            <a:ext cx="7771320" cy="212616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Arial" panose="020B0604020202090204"/>
            </a:endParaRPr>
          </a:p>
        </p:txBody>
      </p:sp>
      <p:sp>
        <p:nvSpPr>
          <p:cNvPr id="180" name="PlaceHolder 2"/>
          <p:cNvSpPr>
            <a:spLocks noGrp="1"/>
          </p:cNvSpPr>
          <p:nvPr>
            <p:ph/>
          </p:nvPr>
        </p:nvSpPr>
        <p:spPr>
          <a:xfrm>
            <a:off x="457200" y="1604520"/>
            <a:ext cx="4015440" cy="1896840"/>
          </a:xfrm>
          <a:prstGeom prst="rect">
            <a:avLst/>
          </a:prstGeom>
          <a:noFill/>
          <a:ln w="0">
            <a:noFill/>
          </a:ln>
        </p:spPr>
        <p:txBody>
          <a:bodyPr lIns="0" tIns="0" rIns="0" bIns="0" anchor="t">
            <a:normAutofit/>
          </a:bodyPr>
          <a:lstStyle/>
          <a:p>
            <a:pPr indent="0">
              <a:lnSpc>
                <a:spcPct val="90000"/>
              </a:lnSpc>
              <a:spcBef>
                <a:spcPts val="1415"/>
              </a:spcBef>
              <a:buNone/>
            </a:pPr>
            <a:endParaRPr lang="en-US" sz="2800" b="0" strike="noStrike" spc="-1">
              <a:solidFill>
                <a:srgbClr val="000000"/>
              </a:solidFill>
              <a:latin typeface="Arial" panose="020B0604020202090204"/>
            </a:endParaRPr>
          </a:p>
        </p:txBody>
      </p:sp>
      <p:sp>
        <p:nvSpPr>
          <p:cNvPr id="181" name="PlaceHolder 3"/>
          <p:cNvSpPr>
            <a:spLocks noGrp="1"/>
          </p:cNvSpPr>
          <p:nvPr>
            <p:ph/>
          </p:nvPr>
        </p:nvSpPr>
        <p:spPr>
          <a:xfrm>
            <a:off x="4673880" y="1604520"/>
            <a:ext cx="4015440" cy="3976920"/>
          </a:xfrm>
          <a:prstGeom prst="rect">
            <a:avLst/>
          </a:prstGeom>
          <a:noFill/>
          <a:ln w="0">
            <a:noFill/>
          </a:ln>
        </p:spPr>
        <p:txBody>
          <a:bodyPr lIns="0" tIns="0" rIns="0" bIns="0" anchor="t">
            <a:normAutofit/>
          </a:bodyPr>
          <a:lstStyle/>
          <a:p>
            <a:pPr indent="0">
              <a:lnSpc>
                <a:spcPct val="90000"/>
              </a:lnSpc>
              <a:spcBef>
                <a:spcPts val="1415"/>
              </a:spcBef>
              <a:buNone/>
            </a:pPr>
            <a:endParaRPr lang="en-US" sz="2800" b="0" strike="noStrike" spc="-1">
              <a:solidFill>
                <a:srgbClr val="000000"/>
              </a:solidFill>
              <a:latin typeface="Arial" panose="020B0604020202090204"/>
            </a:endParaRPr>
          </a:p>
        </p:txBody>
      </p:sp>
      <p:sp>
        <p:nvSpPr>
          <p:cNvPr id="182" name="PlaceHolder 4"/>
          <p:cNvSpPr>
            <a:spLocks noGrp="1"/>
          </p:cNvSpPr>
          <p:nvPr>
            <p:ph/>
          </p:nvPr>
        </p:nvSpPr>
        <p:spPr>
          <a:xfrm>
            <a:off x="457200" y="3682080"/>
            <a:ext cx="4015440" cy="1896840"/>
          </a:xfrm>
          <a:prstGeom prst="rect">
            <a:avLst/>
          </a:prstGeom>
          <a:noFill/>
          <a:ln w="0">
            <a:noFill/>
          </a:ln>
        </p:spPr>
        <p:txBody>
          <a:bodyPr lIns="0" tIns="0" rIns="0" bIns="0" anchor="t">
            <a:normAutofit/>
          </a:bodyPr>
          <a:lstStyle/>
          <a:p>
            <a:pPr indent="0">
              <a:lnSpc>
                <a:spcPct val="90000"/>
              </a:lnSpc>
              <a:spcBef>
                <a:spcPts val="1415"/>
              </a:spcBef>
              <a:buNone/>
            </a:pPr>
            <a:endParaRPr lang="en-US" sz="2800" b="0" strike="noStrike" spc="-1">
              <a:solidFill>
                <a:srgbClr val="000000"/>
              </a:solidFill>
              <a:latin typeface="Arial" panose="020B0604020202090204"/>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83" name="PlaceHolder 1"/>
          <p:cNvSpPr>
            <a:spLocks noGrp="1"/>
          </p:cNvSpPr>
          <p:nvPr>
            <p:ph type="title"/>
          </p:nvPr>
        </p:nvSpPr>
        <p:spPr>
          <a:xfrm>
            <a:off x="685800" y="685800"/>
            <a:ext cx="7771320" cy="212616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Arial" panose="020B0604020202090204"/>
            </a:endParaRPr>
          </a:p>
        </p:txBody>
      </p:sp>
      <p:sp>
        <p:nvSpPr>
          <p:cNvPr id="184" name="PlaceHolder 2"/>
          <p:cNvSpPr>
            <a:spLocks noGrp="1"/>
          </p:cNvSpPr>
          <p:nvPr>
            <p:ph/>
          </p:nvPr>
        </p:nvSpPr>
        <p:spPr>
          <a:xfrm>
            <a:off x="457200" y="1604520"/>
            <a:ext cx="4015440" cy="3976920"/>
          </a:xfrm>
          <a:prstGeom prst="rect">
            <a:avLst/>
          </a:prstGeom>
          <a:noFill/>
          <a:ln w="0">
            <a:noFill/>
          </a:ln>
        </p:spPr>
        <p:txBody>
          <a:bodyPr lIns="0" tIns="0" rIns="0" bIns="0" anchor="t">
            <a:normAutofit/>
          </a:bodyPr>
          <a:lstStyle/>
          <a:p>
            <a:pPr indent="0">
              <a:lnSpc>
                <a:spcPct val="90000"/>
              </a:lnSpc>
              <a:spcBef>
                <a:spcPts val="1415"/>
              </a:spcBef>
              <a:buNone/>
            </a:pPr>
            <a:endParaRPr lang="en-US" sz="2800" b="0" strike="noStrike" spc="-1">
              <a:solidFill>
                <a:srgbClr val="000000"/>
              </a:solidFill>
              <a:latin typeface="Arial" panose="020B0604020202090204"/>
            </a:endParaRPr>
          </a:p>
        </p:txBody>
      </p:sp>
      <p:sp>
        <p:nvSpPr>
          <p:cNvPr id="185" name="PlaceHolder 3"/>
          <p:cNvSpPr>
            <a:spLocks noGrp="1"/>
          </p:cNvSpPr>
          <p:nvPr>
            <p:ph/>
          </p:nvPr>
        </p:nvSpPr>
        <p:spPr>
          <a:xfrm>
            <a:off x="4673880" y="1604520"/>
            <a:ext cx="4015440" cy="1896840"/>
          </a:xfrm>
          <a:prstGeom prst="rect">
            <a:avLst/>
          </a:prstGeom>
          <a:noFill/>
          <a:ln w="0">
            <a:noFill/>
          </a:ln>
        </p:spPr>
        <p:txBody>
          <a:bodyPr lIns="0" tIns="0" rIns="0" bIns="0" anchor="t">
            <a:normAutofit/>
          </a:bodyPr>
          <a:lstStyle/>
          <a:p>
            <a:pPr indent="0">
              <a:lnSpc>
                <a:spcPct val="90000"/>
              </a:lnSpc>
              <a:spcBef>
                <a:spcPts val="1415"/>
              </a:spcBef>
              <a:buNone/>
            </a:pPr>
            <a:endParaRPr lang="en-US" sz="2800" b="0" strike="noStrike" spc="-1">
              <a:solidFill>
                <a:srgbClr val="000000"/>
              </a:solidFill>
              <a:latin typeface="Arial" panose="020B0604020202090204"/>
            </a:endParaRPr>
          </a:p>
        </p:txBody>
      </p:sp>
      <p:sp>
        <p:nvSpPr>
          <p:cNvPr id="186" name="PlaceHolder 4"/>
          <p:cNvSpPr>
            <a:spLocks noGrp="1"/>
          </p:cNvSpPr>
          <p:nvPr>
            <p:ph/>
          </p:nvPr>
        </p:nvSpPr>
        <p:spPr>
          <a:xfrm>
            <a:off x="4673880" y="3682080"/>
            <a:ext cx="4015440" cy="1896840"/>
          </a:xfrm>
          <a:prstGeom prst="rect">
            <a:avLst/>
          </a:prstGeom>
          <a:noFill/>
          <a:ln w="0">
            <a:noFill/>
          </a:ln>
        </p:spPr>
        <p:txBody>
          <a:bodyPr lIns="0" tIns="0" rIns="0" bIns="0" anchor="t">
            <a:normAutofit/>
          </a:bodyPr>
          <a:lstStyle/>
          <a:p>
            <a:pPr indent="0">
              <a:lnSpc>
                <a:spcPct val="90000"/>
              </a:lnSpc>
              <a:spcBef>
                <a:spcPts val="1415"/>
              </a:spcBef>
              <a:buNone/>
            </a:pPr>
            <a:endParaRPr lang="en-US" sz="2800" b="0" strike="noStrike" spc="-1">
              <a:solidFill>
                <a:srgbClr val="000000"/>
              </a:solidFill>
              <a:latin typeface="Arial" panose="020B0604020202090204"/>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87" name="PlaceHolder 1"/>
          <p:cNvSpPr>
            <a:spLocks noGrp="1"/>
          </p:cNvSpPr>
          <p:nvPr>
            <p:ph type="title"/>
          </p:nvPr>
        </p:nvSpPr>
        <p:spPr>
          <a:xfrm>
            <a:off x="685800" y="685800"/>
            <a:ext cx="7771320" cy="212616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Arial" panose="020B0604020202090204"/>
            </a:endParaRPr>
          </a:p>
        </p:txBody>
      </p:sp>
      <p:sp>
        <p:nvSpPr>
          <p:cNvPr id="188" name="PlaceHolder 2"/>
          <p:cNvSpPr>
            <a:spLocks noGrp="1"/>
          </p:cNvSpPr>
          <p:nvPr>
            <p:ph/>
          </p:nvPr>
        </p:nvSpPr>
        <p:spPr>
          <a:xfrm>
            <a:off x="457200" y="1604520"/>
            <a:ext cx="4015440" cy="1896840"/>
          </a:xfrm>
          <a:prstGeom prst="rect">
            <a:avLst/>
          </a:prstGeom>
          <a:noFill/>
          <a:ln w="0">
            <a:noFill/>
          </a:ln>
        </p:spPr>
        <p:txBody>
          <a:bodyPr lIns="0" tIns="0" rIns="0" bIns="0" anchor="t">
            <a:normAutofit/>
          </a:bodyPr>
          <a:lstStyle/>
          <a:p>
            <a:pPr indent="0">
              <a:lnSpc>
                <a:spcPct val="90000"/>
              </a:lnSpc>
              <a:spcBef>
                <a:spcPts val="1415"/>
              </a:spcBef>
              <a:buNone/>
            </a:pPr>
            <a:endParaRPr lang="en-US" sz="2800" b="0" strike="noStrike" spc="-1">
              <a:solidFill>
                <a:srgbClr val="000000"/>
              </a:solidFill>
              <a:latin typeface="Arial" panose="020B0604020202090204"/>
            </a:endParaRPr>
          </a:p>
        </p:txBody>
      </p:sp>
      <p:sp>
        <p:nvSpPr>
          <p:cNvPr id="189" name="PlaceHolder 3"/>
          <p:cNvSpPr>
            <a:spLocks noGrp="1"/>
          </p:cNvSpPr>
          <p:nvPr>
            <p:ph/>
          </p:nvPr>
        </p:nvSpPr>
        <p:spPr>
          <a:xfrm>
            <a:off x="4673880" y="1604520"/>
            <a:ext cx="4015440" cy="1896840"/>
          </a:xfrm>
          <a:prstGeom prst="rect">
            <a:avLst/>
          </a:prstGeom>
          <a:noFill/>
          <a:ln w="0">
            <a:noFill/>
          </a:ln>
        </p:spPr>
        <p:txBody>
          <a:bodyPr lIns="0" tIns="0" rIns="0" bIns="0" anchor="t">
            <a:normAutofit/>
          </a:bodyPr>
          <a:lstStyle/>
          <a:p>
            <a:pPr indent="0">
              <a:lnSpc>
                <a:spcPct val="90000"/>
              </a:lnSpc>
              <a:spcBef>
                <a:spcPts val="1415"/>
              </a:spcBef>
              <a:buNone/>
            </a:pPr>
            <a:endParaRPr lang="en-US" sz="2800" b="0" strike="noStrike" spc="-1">
              <a:solidFill>
                <a:srgbClr val="000000"/>
              </a:solidFill>
              <a:latin typeface="Arial" panose="020B0604020202090204"/>
            </a:endParaRPr>
          </a:p>
        </p:txBody>
      </p:sp>
      <p:sp>
        <p:nvSpPr>
          <p:cNvPr id="190" name="PlaceHolder 4"/>
          <p:cNvSpPr>
            <a:spLocks noGrp="1"/>
          </p:cNvSpPr>
          <p:nvPr>
            <p:ph/>
          </p:nvPr>
        </p:nvSpPr>
        <p:spPr>
          <a:xfrm>
            <a:off x="457200" y="3682080"/>
            <a:ext cx="8228880" cy="1896840"/>
          </a:xfrm>
          <a:prstGeom prst="rect">
            <a:avLst/>
          </a:prstGeom>
          <a:noFill/>
          <a:ln w="0">
            <a:noFill/>
          </a:ln>
        </p:spPr>
        <p:txBody>
          <a:bodyPr lIns="0" tIns="0" rIns="0" bIns="0" anchor="t">
            <a:normAutofit/>
          </a:bodyPr>
          <a:lstStyle/>
          <a:p>
            <a:pPr indent="0">
              <a:lnSpc>
                <a:spcPct val="90000"/>
              </a:lnSpc>
              <a:spcBef>
                <a:spcPts val="1415"/>
              </a:spcBef>
              <a:buNone/>
            </a:pPr>
            <a:endParaRPr lang="en-US" sz="2800" b="0" strike="noStrike" spc="-1">
              <a:solidFill>
                <a:srgbClr val="000000"/>
              </a:solidFill>
              <a:latin typeface="Arial" panose="020B0604020202090204"/>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191" name="PlaceHolder 1"/>
          <p:cNvSpPr>
            <a:spLocks noGrp="1"/>
          </p:cNvSpPr>
          <p:nvPr>
            <p:ph type="title"/>
          </p:nvPr>
        </p:nvSpPr>
        <p:spPr>
          <a:xfrm>
            <a:off x="685800" y="685800"/>
            <a:ext cx="7771320" cy="212616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Arial" panose="020B0604020202090204"/>
            </a:endParaRPr>
          </a:p>
        </p:txBody>
      </p:sp>
      <p:sp>
        <p:nvSpPr>
          <p:cNvPr id="192" name="PlaceHolder 2"/>
          <p:cNvSpPr>
            <a:spLocks noGrp="1"/>
          </p:cNvSpPr>
          <p:nvPr>
            <p:ph/>
          </p:nvPr>
        </p:nvSpPr>
        <p:spPr>
          <a:xfrm>
            <a:off x="457200" y="1604520"/>
            <a:ext cx="8228880" cy="1896840"/>
          </a:xfrm>
          <a:prstGeom prst="rect">
            <a:avLst/>
          </a:prstGeom>
          <a:noFill/>
          <a:ln w="0">
            <a:noFill/>
          </a:ln>
        </p:spPr>
        <p:txBody>
          <a:bodyPr lIns="0" tIns="0" rIns="0" bIns="0" anchor="t">
            <a:normAutofit/>
          </a:bodyPr>
          <a:lstStyle/>
          <a:p>
            <a:pPr indent="0">
              <a:lnSpc>
                <a:spcPct val="90000"/>
              </a:lnSpc>
              <a:spcBef>
                <a:spcPts val="1415"/>
              </a:spcBef>
              <a:buNone/>
            </a:pPr>
            <a:endParaRPr lang="en-US" sz="2800" b="0" strike="noStrike" spc="-1">
              <a:solidFill>
                <a:srgbClr val="000000"/>
              </a:solidFill>
              <a:latin typeface="Arial" panose="020B0604020202090204"/>
            </a:endParaRPr>
          </a:p>
        </p:txBody>
      </p:sp>
      <p:sp>
        <p:nvSpPr>
          <p:cNvPr id="193" name="PlaceHolder 3"/>
          <p:cNvSpPr>
            <a:spLocks noGrp="1"/>
          </p:cNvSpPr>
          <p:nvPr>
            <p:ph/>
          </p:nvPr>
        </p:nvSpPr>
        <p:spPr>
          <a:xfrm>
            <a:off x="457200" y="3682080"/>
            <a:ext cx="8228880" cy="1896840"/>
          </a:xfrm>
          <a:prstGeom prst="rect">
            <a:avLst/>
          </a:prstGeom>
          <a:noFill/>
          <a:ln w="0">
            <a:noFill/>
          </a:ln>
        </p:spPr>
        <p:txBody>
          <a:bodyPr lIns="0" tIns="0" rIns="0" bIns="0" anchor="t">
            <a:normAutofit/>
          </a:bodyPr>
          <a:lstStyle/>
          <a:p>
            <a:pPr indent="0">
              <a:lnSpc>
                <a:spcPct val="90000"/>
              </a:lnSpc>
              <a:spcBef>
                <a:spcPts val="1415"/>
              </a:spcBef>
              <a:buNone/>
            </a:pPr>
            <a:endParaRPr lang="en-US" sz="2800" b="0" strike="noStrike" spc="-1">
              <a:solidFill>
                <a:srgbClr val="000000"/>
              </a:solidFill>
              <a:latin typeface="Arial" panose="020B0604020202090204"/>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194" name="PlaceHolder 1"/>
          <p:cNvSpPr>
            <a:spLocks noGrp="1"/>
          </p:cNvSpPr>
          <p:nvPr>
            <p:ph type="title"/>
          </p:nvPr>
        </p:nvSpPr>
        <p:spPr>
          <a:xfrm>
            <a:off x="685800" y="685800"/>
            <a:ext cx="7771320" cy="212616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Arial" panose="020B0604020202090204"/>
            </a:endParaRPr>
          </a:p>
        </p:txBody>
      </p:sp>
      <p:sp>
        <p:nvSpPr>
          <p:cNvPr id="195" name="PlaceHolder 2"/>
          <p:cNvSpPr>
            <a:spLocks noGrp="1"/>
          </p:cNvSpPr>
          <p:nvPr>
            <p:ph/>
          </p:nvPr>
        </p:nvSpPr>
        <p:spPr>
          <a:xfrm>
            <a:off x="457200" y="1604520"/>
            <a:ext cx="4015440" cy="1896840"/>
          </a:xfrm>
          <a:prstGeom prst="rect">
            <a:avLst/>
          </a:prstGeom>
          <a:noFill/>
          <a:ln w="0">
            <a:noFill/>
          </a:ln>
        </p:spPr>
        <p:txBody>
          <a:bodyPr lIns="0" tIns="0" rIns="0" bIns="0" anchor="t">
            <a:normAutofit/>
          </a:bodyPr>
          <a:lstStyle/>
          <a:p>
            <a:pPr indent="0">
              <a:lnSpc>
                <a:spcPct val="90000"/>
              </a:lnSpc>
              <a:spcBef>
                <a:spcPts val="1415"/>
              </a:spcBef>
              <a:buNone/>
            </a:pPr>
            <a:endParaRPr lang="en-US" sz="2800" b="0" strike="noStrike" spc="-1">
              <a:solidFill>
                <a:srgbClr val="000000"/>
              </a:solidFill>
              <a:latin typeface="Arial" panose="020B0604020202090204"/>
            </a:endParaRPr>
          </a:p>
        </p:txBody>
      </p:sp>
      <p:sp>
        <p:nvSpPr>
          <p:cNvPr id="196" name="PlaceHolder 3"/>
          <p:cNvSpPr>
            <a:spLocks noGrp="1"/>
          </p:cNvSpPr>
          <p:nvPr>
            <p:ph/>
          </p:nvPr>
        </p:nvSpPr>
        <p:spPr>
          <a:xfrm>
            <a:off x="4673880" y="1604520"/>
            <a:ext cx="4015440" cy="1896840"/>
          </a:xfrm>
          <a:prstGeom prst="rect">
            <a:avLst/>
          </a:prstGeom>
          <a:noFill/>
          <a:ln w="0">
            <a:noFill/>
          </a:ln>
        </p:spPr>
        <p:txBody>
          <a:bodyPr lIns="0" tIns="0" rIns="0" bIns="0" anchor="t">
            <a:normAutofit/>
          </a:bodyPr>
          <a:lstStyle/>
          <a:p>
            <a:pPr indent="0">
              <a:lnSpc>
                <a:spcPct val="90000"/>
              </a:lnSpc>
              <a:spcBef>
                <a:spcPts val="1415"/>
              </a:spcBef>
              <a:buNone/>
            </a:pPr>
            <a:endParaRPr lang="en-US" sz="2800" b="0" strike="noStrike" spc="-1">
              <a:solidFill>
                <a:srgbClr val="000000"/>
              </a:solidFill>
              <a:latin typeface="Arial" panose="020B0604020202090204"/>
            </a:endParaRPr>
          </a:p>
        </p:txBody>
      </p:sp>
      <p:sp>
        <p:nvSpPr>
          <p:cNvPr id="197" name="PlaceHolder 4"/>
          <p:cNvSpPr>
            <a:spLocks noGrp="1"/>
          </p:cNvSpPr>
          <p:nvPr>
            <p:ph/>
          </p:nvPr>
        </p:nvSpPr>
        <p:spPr>
          <a:xfrm>
            <a:off x="457200" y="3682080"/>
            <a:ext cx="4015440" cy="1896840"/>
          </a:xfrm>
          <a:prstGeom prst="rect">
            <a:avLst/>
          </a:prstGeom>
          <a:noFill/>
          <a:ln w="0">
            <a:noFill/>
          </a:ln>
        </p:spPr>
        <p:txBody>
          <a:bodyPr lIns="0" tIns="0" rIns="0" bIns="0" anchor="t">
            <a:normAutofit/>
          </a:bodyPr>
          <a:lstStyle/>
          <a:p>
            <a:pPr indent="0">
              <a:lnSpc>
                <a:spcPct val="90000"/>
              </a:lnSpc>
              <a:spcBef>
                <a:spcPts val="1415"/>
              </a:spcBef>
              <a:buNone/>
            </a:pPr>
            <a:endParaRPr lang="en-US" sz="2800" b="0" strike="noStrike" spc="-1">
              <a:solidFill>
                <a:srgbClr val="000000"/>
              </a:solidFill>
              <a:latin typeface="Arial" panose="020B0604020202090204"/>
            </a:endParaRPr>
          </a:p>
        </p:txBody>
      </p:sp>
      <p:sp>
        <p:nvSpPr>
          <p:cNvPr id="198" name="PlaceHolder 5"/>
          <p:cNvSpPr>
            <a:spLocks noGrp="1"/>
          </p:cNvSpPr>
          <p:nvPr>
            <p:ph/>
          </p:nvPr>
        </p:nvSpPr>
        <p:spPr>
          <a:xfrm>
            <a:off x="4673880" y="3682080"/>
            <a:ext cx="4015440" cy="1896840"/>
          </a:xfrm>
          <a:prstGeom prst="rect">
            <a:avLst/>
          </a:prstGeom>
          <a:noFill/>
          <a:ln w="0">
            <a:noFill/>
          </a:ln>
        </p:spPr>
        <p:txBody>
          <a:bodyPr lIns="0" tIns="0" rIns="0" bIns="0" anchor="t">
            <a:normAutofit/>
          </a:bodyPr>
          <a:lstStyle/>
          <a:p>
            <a:pPr indent="0">
              <a:lnSpc>
                <a:spcPct val="90000"/>
              </a:lnSpc>
              <a:spcBef>
                <a:spcPts val="1415"/>
              </a:spcBef>
              <a:buNone/>
            </a:pPr>
            <a:endParaRPr lang="en-US" sz="2800" b="0" strike="noStrike" spc="-1">
              <a:solidFill>
                <a:srgbClr val="000000"/>
              </a:solidFill>
              <a:latin typeface="Arial" panose="020B0604020202090204"/>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199" name="PlaceHolder 1"/>
          <p:cNvSpPr>
            <a:spLocks noGrp="1"/>
          </p:cNvSpPr>
          <p:nvPr>
            <p:ph type="title"/>
          </p:nvPr>
        </p:nvSpPr>
        <p:spPr>
          <a:xfrm>
            <a:off x="685800" y="685800"/>
            <a:ext cx="7771320" cy="212616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Arial" panose="020B0604020202090204"/>
            </a:endParaRPr>
          </a:p>
        </p:txBody>
      </p:sp>
      <p:sp>
        <p:nvSpPr>
          <p:cNvPr id="200" name="PlaceHolder 2"/>
          <p:cNvSpPr>
            <a:spLocks noGrp="1"/>
          </p:cNvSpPr>
          <p:nvPr>
            <p:ph/>
          </p:nvPr>
        </p:nvSpPr>
        <p:spPr>
          <a:xfrm>
            <a:off x="457200" y="1604520"/>
            <a:ext cx="2649600" cy="1896840"/>
          </a:xfrm>
          <a:prstGeom prst="rect">
            <a:avLst/>
          </a:prstGeom>
          <a:noFill/>
          <a:ln w="0">
            <a:noFill/>
          </a:ln>
        </p:spPr>
        <p:txBody>
          <a:bodyPr lIns="0" tIns="0" rIns="0" bIns="0" anchor="t">
            <a:normAutofit/>
          </a:bodyPr>
          <a:lstStyle/>
          <a:p>
            <a:pPr indent="0">
              <a:lnSpc>
                <a:spcPct val="90000"/>
              </a:lnSpc>
              <a:spcBef>
                <a:spcPts val="1415"/>
              </a:spcBef>
              <a:buNone/>
            </a:pPr>
            <a:endParaRPr lang="en-US" sz="2800" b="0" strike="noStrike" spc="-1">
              <a:solidFill>
                <a:srgbClr val="000000"/>
              </a:solidFill>
              <a:latin typeface="Arial" panose="020B0604020202090204"/>
            </a:endParaRPr>
          </a:p>
        </p:txBody>
      </p:sp>
      <p:sp>
        <p:nvSpPr>
          <p:cNvPr id="201" name="PlaceHolder 3"/>
          <p:cNvSpPr>
            <a:spLocks noGrp="1"/>
          </p:cNvSpPr>
          <p:nvPr>
            <p:ph/>
          </p:nvPr>
        </p:nvSpPr>
        <p:spPr>
          <a:xfrm>
            <a:off x="3239640" y="1604520"/>
            <a:ext cx="2649600" cy="1896840"/>
          </a:xfrm>
          <a:prstGeom prst="rect">
            <a:avLst/>
          </a:prstGeom>
          <a:noFill/>
          <a:ln w="0">
            <a:noFill/>
          </a:ln>
        </p:spPr>
        <p:txBody>
          <a:bodyPr lIns="0" tIns="0" rIns="0" bIns="0" anchor="t">
            <a:normAutofit/>
          </a:bodyPr>
          <a:lstStyle/>
          <a:p>
            <a:pPr indent="0">
              <a:lnSpc>
                <a:spcPct val="90000"/>
              </a:lnSpc>
              <a:spcBef>
                <a:spcPts val="1415"/>
              </a:spcBef>
              <a:buNone/>
            </a:pPr>
            <a:endParaRPr lang="en-US" sz="2800" b="0" strike="noStrike" spc="-1">
              <a:solidFill>
                <a:srgbClr val="000000"/>
              </a:solidFill>
              <a:latin typeface="Arial" panose="020B0604020202090204"/>
            </a:endParaRPr>
          </a:p>
        </p:txBody>
      </p:sp>
      <p:sp>
        <p:nvSpPr>
          <p:cNvPr id="202" name="PlaceHolder 4"/>
          <p:cNvSpPr>
            <a:spLocks noGrp="1"/>
          </p:cNvSpPr>
          <p:nvPr>
            <p:ph/>
          </p:nvPr>
        </p:nvSpPr>
        <p:spPr>
          <a:xfrm>
            <a:off x="6022080" y="1604520"/>
            <a:ext cx="2649600" cy="1896840"/>
          </a:xfrm>
          <a:prstGeom prst="rect">
            <a:avLst/>
          </a:prstGeom>
          <a:noFill/>
          <a:ln w="0">
            <a:noFill/>
          </a:ln>
        </p:spPr>
        <p:txBody>
          <a:bodyPr lIns="0" tIns="0" rIns="0" bIns="0" anchor="t">
            <a:normAutofit/>
          </a:bodyPr>
          <a:lstStyle/>
          <a:p>
            <a:pPr indent="0">
              <a:lnSpc>
                <a:spcPct val="90000"/>
              </a:lnSpc>
              <a:spcBef>
                <a:spcPts val="1415"/>
              </a:spcBef>
              <a:buNone/>
            </a:pPr>
            <a:endParaRPr lang="en-US" sz="2800" b="0" strike="noStrike" spc="-1">
              <a:solidFill>
                <a:srgbClr val="000000"/>
              </a:solidFill>
              <a:latin typeface="Arial" panose="020B0604020202090204"/>
            </a:endParaRPr>
          </a:p>
        </p:txBody>
      </p:sp>
      <p:sp>
        <p:nvSpPr>
          <p:cNvPr id="203" name="PlaceHolder 5"/>
          <p:cNvSpPr>
            <a:spLocks noGrp="1"/>
          </p:cNvSpPr>
          <p:nvPr>
            <p:ph/>
          </p:nvPr>
        </p:nvSpPr>
        <p:spPr>
          <a:xfrm>
            <a:off x="457200" y="3682080"/>
            <a:ext cx="2649600" cy="1896840"/>
          </a:xfrm>
          <a:prstGeom prst="rect">
            <a:avLst/>
          </a:prstGeom>
          <a:noFill/>
          <a:ln w="0">
            <a:noFill/>
          </a:ln>
        </p:spPr>
        <p:txBody>
          <a:bodyPr lIns="0" tIns="0" rIns="0" bIns="0" anchor="t">
            <a:normAutofit/>
          </a:bodyPr>
          <a:lstStyle/>
          <a:p>
            <a:pPr indent="0">
              <a:lnSpc>
                <a:spcPct val="90000"/>
              </a:lnSpc>
              <a:spcBef>
                <a:spcPts val="1415"/>
              </a:spcBef>
              <a:buNone/>
            </a:pPr>
            <a:endParaRPr lang="en-US" sz="2800" b="0" strike="noStrike" spc="-1">
              <a:solidFill>
                <a:srgbClr val="000000"/>
              </a:solidFill>
              <a:latin typeface="Arial" panose="020B0604020202090204"/>
            </a:endParaRPr>
          </a:p>
        </p:txBody>
      </p:sp>
      <p:sp>
        <p:nvSpPr>
          <p:cNvPr id="204" name="PlaceHolder 6"/>
          <p:cNvSpPr>
            <a:spLocks noGrp="1"/>
          </p:cNvSpPr>
          <p:nvPr>
            <p:ph/>
          </p:nvPr>
        </p:nvSpPr>
        <p:spPr>
          <a:xfrm>
            <a:off x="3239640" y="3682080"/>
            <a:ext cx="2649600" cy="1896840"/>
          </a:xfrm>
          <a:prstGeom prst="rect">
            <a:avLst/>
          </a:prstGeom>
          <a:noFill/>
          <a:ln w="0">
            <a:noFill/>
          </a:ln>
        </p:spPr>
        <p:txBody>
          <a:bodyPr lIns="0" tIns="0" rIns="0" bIns="0" anchor="t">
            <a:normAutofit/>
          </a:bodyPr>
          <a:lstStyle/>
          <a:p>
            <a:pPr indent="0">
              <a:lnSpc>
                <a:spcPct val="90000"/>
              </a:lnSpc>
              <a:spcBef>
                <a:spcPts val="1415"/>
              </a:spcBef>
              <a:buNone/>
            </a:pPr>
            <a:endParaRPr lang="en-US" sz="2800" b="0" strike="noStrike" spc="-1">
              <a:solidFill>
                <a:srgbClr val="000000"/>
              </a:solidFill>
              <a:latin typeface="Arial" panose="020B0604020202090204"/>
            </a:endParaRPr>
          </a:p>
        </p:txBody>
      </p:sp>
      <p:sp>
        <p:nvSpPr>
          <p:cNvPr id="205" name="PlaceHolder 7"/>
          <p:cNvSpPr>
            <a:spLocks noGrp="1"/>
          </p:cNvSpPr>
          <p:nvPr>
            <p:ph/>
          </p:nvPr>
        </p:nvSpPr>
        <p:spPr>
          <a:xfrm>
            <a:off x="6022080" y="3682080"/>
            <a:ext cx="2649600" cy="1896840"/>
          </a:xfrm>
          <a:prstGeom prst="rect">
            <a:avLst/>
          </a:prstGeom>
          <a:noFill/>
          <a:ln w="0">
            <a:noFill/>
          </a:ln>
        </p:spPr>
        <p:txBody>
          <a:bodyPr lIns="0" tIns="0" rIns="0" bIns="0" anchor="t">
            <a:normAutofit/>
          </a:bodyPr>
          <a:lstStyle/>
          <a:p>
            <a:pPr indent="0">
              <a:lnSpc>
                <a:spcPct val="90000"/>
              </a:lnSpc>
              <a:spcBef>
                <a:spcPts val="1415"/>
              </a:spcBef>
              <a:buNone/>
            </a:pPr>
            <a:endParaRPr lang="en-US" sz="2800" b="0" strike="noStrike" spc="-1">
              <a:solidFill>
                <a:srgbClr val="000000"/>
              </a:solidFill>
              <a:latin typeface="Arial" panose="020B0604020202090204"/>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image" Target="../media/image2.jpeg"/><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image" Target="../media/image1.pn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theme" Target="../theme/theme3.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5" Type="http://schemas.openxmlformats.org/officeDocument/2006/relationships/image" Target="../media/image2.jpeg"/><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 Id="rId14" Type="http://schemas.openxmlformats.org/officeDocument/2006/relationships/image" Target="../media/image1.png"/></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4.xml"/><Relationship Id="rId13" Type="http://schemas.openxmlformats.org/officeDocument/2006/relationships/theme" Target="../theme/theme4.xml"/><Relationship Id="rId3" Type="http://schemas.openxmlformats.org/officeDocument/2006/relationships/slideLayout" Target="../slideLayouts/slideLayout39.xml"/><Relationship Id="rId7" Type="http://schemas.openxmlformats.org/officeDocument/2006/relationships/slideLayout" Target="../slideLayouts/slideLayout43.xml"/><Relationship Id="rId12" Type="http://schemas.openxmlformats.org/officeDocument/2006/relationships/slideLayout" Target="../slideLayouts/slideLayout48.xml"/><Relationship Id="rId2" Type="http://schemas.openxmlformats.org/officeDocument/2006/relationships/slideLayout" Target="../slideLayouts/slideLayout38.xml"/><Relationship Id="rId1" Type="http://schemas.openxmlformats.org/officeDocument/2006/relationships/slideLayout" Target="../slideLayouts/slideLayout37.xml"/><Relationship Id="rId6" Type="http://schemas.openxmlformats.org/officeDocument/2006/relationships/slideLayout" Target="../slideLayouts/slideLayout42.xml"/><Relationship Id="rId11" Type="http://schemas.openxmlformats.org/officeDocument/2006/relationships/slideLayout" Target="../slideLayouts/slideLayout47.xml"/><Relationship Id="rId5" Type="http://schemas.openxmlformats.org/officeDocument/2006/relationships/slideLayout" Target="../slideLayouts/slideLayout41.xml"/><Relationship Id="rId15" Type="http://schemas.openxmlformats.org/officeDocument/2006/relationships/image" Target="../media/image2.jpeg"/><Relationship Id="rId10" Type="http://schemas.openxmlformats.org/officeDocument/2006/relationships/slideLayout" Target="../slideLayouts/slideLayout46.xml"/><Relationship Id="rId4" Type="http://schemas.openxmlformats.org/officeDocument/2006/relationships/slideLayout" Target="../slideLayouts/slideLayout40.xml"/><Relationship Id="rId9" Type="http://schemas.openxmlformats.org/officeDocument/2006/relationships/slideLayout" Target="../slideLayouts/slideLayout45.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0" name="Google Shape;15;p13"/>
          <p:cNvSpPr/>
          <p:nvPr/>
        </p:nvSpPr>
        <p:spPr>
          <a:xfrm>
            <a:off x="0" y="0"/>
            <a:ext cx="9142920" cy="837000"/>
          </a:xfrm>
          <a:prstGeom prst="rect">
            <a:avLst/>
          </a:prstGeom>
          <a:solidFill>
            <a:srgbClr val="FF3300"/>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tabLst>
                <a:tab pos="0" algn="l"/>
              </a:tabLst>
            </a:pPr>
            <a:endParaRPr lang="en-IN" sz="1400" b="0" strike="noStrike" spc="-1">
              <a:solidFill>
                <a:srgbClr val="000000"/>
              </a:solidFill>
              <a:latin typeface="Arial" panose="020B0604020202090204"/>
              <a:ea typeface="DejaVu Sans"/>
            </a:endParaRPr>
          </a:p>
        </p:txBody>
      </p:sp>
      <p:sp>
        <p:nvSpPr>
          <p:cNvPr id="21" name="Google Shape;16;p13"/>
          <p:cNvSpPr/>
          <p:nvPr/>
        </p:nvSpPr>
        <p:spPr>
          <a:xfrm rot="10800000" flipH="1">
            <a:off x="-360" y="6706800"/>
            <a:ext cx="9142920" cy="196920"/>
          </a:xfrm>
          <a:prstGeom prst="rect">
            <a:avLst/>
          </a:prstGeom>
          <a:solidFill>
            <a:srgbClr val="FF0000"/>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tabLst>
                <a:tab pos="0" algn="l"/>
              </a:tabLst>
            </a:pPr>
            <a:endParaRPr lang="en-IN" sz="1400" b="0" strike="noStrike" spc="-1">
              <a:solidFill>
                <a:srgbClr val="000000"/>
              </a:solidFill>
              <a:latin typeface="Arial" panose="020B0604020202090204"/>
              <a:ea typeface="DejaVu Sans"/>
            </a:endParaRPr>
          </a:p>
        </p:txBody>
      </p:sp>
      <p:pic>
        <p:nvPicPr>
          <p:cNvPr id="2" name="Google Shape;17;p13" descr="LOGO.gif"/>
          <p:cNvPicPr/>
          <p:nvPr/>
        </p:nvPicPr>
        <p:blipFill>
          <a:blip r:embed="rId14"/>
          <a:srcRect b="10723"/>
          <a:stretch>
            <a:fillRect/>
          </a:stretch>
        </p:blipFill>
        <p:spPr>
          <a:xfrm>
            <a:off x="6553080" y="228600"/>
            <a:ext cx="2056320" cy="633960"/>
          </a:xfrm>
          <a:prstGeom prst="rect">
            <a:avLst/>
          </a:prstGeom>
          <a:ln w="0">
            <a:noFill/>
          </a:ln>
        </p:spPr>
      </p:pic>
      <p:pic>
        <p:nvPicPr>
          <p:cNvPr id="3" name="Google Shape;18;p13" descr="LOGO.gif"/>
          <p:cNvPicPr/>
          <p:nvPr/>
        </p:nvPicPr>
        <p:blipFill>
          <a:blip r:embed="rId14"/>
          <a:srcRect b="10723"/>
          <a:stretch>
            <a:fillRect/>
          </a:stretch>
        </p:blipFill>
        <p:spPr>
          <a:xfrm>
            <a:off x="6553080" y="228600"/>
            <a:ext cx="2056320" cy="633960"/>
          </a:xfrm>
          <a:prstGeom prst="rect">
            <a:avLst/>
          </a:prstGeom>
          <a:ln w="0">
            <a:noFill/>
          </a:ln>
        </p:spPr>
      </p:pic>
      <p:grpSp>
        <p:nvGrpSpPr>
          <p:cNvPr id="4" name="Google Shape;19;p13"/>
          <p:cNvGrpSpPr/>
          <p:nvPr/>
        </p:nvGrpSpPr>
        <p:grpSpPr>
          <a:xfrm>
            <a:off x="6146640" y="0"/>
            <a:ext cx="2996280" cy="875160"/>
            <a:chOff x="6146640" y="0"/>
            <a:chExt cx="2996280" cy="875160"/>
          </a:xfrm>
        </p:grpSpPr>
        <p:sp>
          <p:nvSpPr>
            <p:cNvPr id="5" name="Google Shape;20;p13"/>
            <p:cNvSpPr/>
            <p:nvPr/>
          </p:nvSpPr>
          <p:spPr>
            <a:xfrm>
              <a:off x="6146640" y="0"/>
              <a:ext cx="2996280" cy="837000"/>
            </a:xfrm>
            <a:prstGeom prst="rect">
              <a:avLst/>
            </a:prstGeom>
            <a:solidFill>
              <a:srgbClr val="FF3300"/>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tabLst>
                  <a:tab pos="0" algn="l"/>
                </a:tabLst>
              </a:pPr>
              <a:endParaRPr lang="en-IN" sz="1400" b="0" strike="noStrike" spc="-1">
                <a:solidFill>
                  <a:srgbClr val="000000"/>
                </a:solidFill>
                <a:latin typeface="Arial" panose="020B0604020202090204"/>
                <a:ea typeface="DejaVu Sans"/>
              </a:endParaRPr>
            </a:p>
          </p:txBody>
        </p:sp>
        <p:pic>
          <p:nvPicPr>
            <p:cNvPr id="6" name="Google Shape;21;p13" descr="LOGO.gif"/>
            <p:cNvPicPr/>
            <p:nvPr/>
          </p:nvPicPr>
          <p:blipFill>
            <a:blip r:embed="rId14"/>
            <a:srcRect b="10723"/>
            <a:stretch>
              <a:fillRect/>
            </a:stretch>
          </p:blipFill>
          <p:spPr>
            <a:xfrm>
              <a:off x="6553080" y="228600"/>
              <a:ext cx="2056320" cy="633960"/>
            </a:xfrm>
            <a:prstGeom prst="rect">
              <a:avLst/>
            </a:prstGeom>
            <a:ln w="0">
              <a:noFill/>
            </a:ln>
          </p:spPr>
        </p:pic>
        <p:sp>
          <p:nvSpPr>
            <p:cNvPr id="7" name="Google Shape;22;p13"/>
            <p:cNvSpPr/>
            <p:nvPr/>
          </p:nvSpPr>
          <p:spPr>
            <a:xfrm>
              <a:off x="6527880" y="190440"/>
              <a:ext cx="2075400" cy="684720"/>
            </a:xfrm>
            <a:prstGeom prst="rect">
              <a:avLst/>
            </a:prstGeom>
            <a:solidFill>
              <a:schemeClr val="lt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tabLst>
                  <a:tab pos="0" algn="l"/>
                </a:tabLst>
              </a:pPr>
              <a:endParaRPr lang="en-IN" sz="1400" b="0" strike="noStrike" spc="-1">
                <a:solidFill>
                  <a:srgbClr val="000000"/>
                </a:solidFill>
                <a:latin typeface="Arial" panose="020B0604020202090204"/>
                <a:ea typeface="DejaVu Sans"/>
              </a:endParaRPr>
            </a:p>
          </p:txBody>
        </p:sp>
      </p:grpSp>
      <p:pic>
        <p:nvPicPr>
          <p:cNvPr id="8" name="Google Shape;23;p13" descr="logo.jpg"/>
          <p:cNvPicPr/>
          <p:nvPr/>
        </p:nvPicPr>
        <p:blipFill>
          <a:blip r:embed="rId15"/>
          <a:stretch>
            <a:fillRect/>
          </a:stretch>
        </p:blipFill>
        <p:spPr>
          <a:xfrm>
            <a:off x="6553080" y="228600"/>
            <a:ext cx="1919880" cy="608400"/>
          </a:xfrm>
          <a:prstGeom prst="rect">
            <a:avLst/>
          </a:prstGeom>
          <a:ln w="0">
            <a:noFill/>
          </a:ln>
        </p:spPr>
      </p:pic>
      <p:pic>
        <p:nvPicPr>
          <p:cNvPr id="9" name="Google Shape;25;p14" descr="LOGO.gif"/>
          <p:cNvPicPr/>
          <p:nvPr/>
        </p:nvPicPr>
        <p:blipFill>
          <a:blip r:embed="rId14"/>
          <a:srcRect b="10723"/>
          <a:stretch>
            <a:fillRect/>
          </a:stretch>
        </p:blipFill>
        <p:spPr>
          <a:xfrm>
            <a:off x="6553080" y="228600"/>
            <a:ext cx="2056320" cy="633960"/>
          </a:xfrm>
          <a:prstGeom prst="rect">
            <a:avLst/>
          </a:prstGeom>
          <a:ln w="0">
            <a:noFill/>
          </a:ln>
        </p:spPr>
      </p:pic>
      <p:grpSp>
        <p:nvGrpSpPr>
          <p:cNvPr id="10" name="Google Shape;26;p14"/>
          <p:cNvGrpSpPr/>
          <p:nvPr/>
        </p:nvGrpSpPr>
        <p:grpSpPr>
          <a:xfrm>
            <a:off x="6146640" y="0"/>
            <a:ext cx="2996280" cy="875160"/>
            <a:chOff x="6146640" y="0"/>
            <a:chExt cx="2996280" cy="875160"/>
          </a:xfrm>
        </p:grpSpPr>
        <p:sp>
          <p:nvSpPr>
            <p:cNvPr id="11" name="Google Shape;27;p14"/>
            <p:cNvSpPr/>
            <p:nvPr/>
          </p:nvSpPr>
          <p:spPr>
            <a:xfrm>
              <a:off x="6146640" y="0"/>
              <a:ext cx="2996280" cy="837000"/>
            </a:xfrm>
            <a:prstGeom prst="rect">
              <a:avLst/>
            </a:prstGeom>
            <a:solidFill>
              <a:srgbClr val="FF3300"/>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tabLst>
                  <a:tab pos="0" algn="l"/>
                </a:tabLst>
              </a:pPr>
              <a:endParaRPr lang="en-IN" sz="1400" b="0" strike="noStrike" spc="-1">
                <a:solidFill>
                  <a:srgbClr val="000000"/>
                </a:solidFill>
                <a:latin typeface="Arial" panose="020B0604020202090204"/>
                <a:ea typeface="DejaVu Sans"/>
              </a:endParaRPr>
            </a:p>
          </p:txBody>
        </p:sp>
        <p:pic>
          <p:nvPicPr>
            <p:cNvPr id="12" name="Google Shape;28;p14" descr="LOGO.gif"/>
            <p:cNvPicPr/>
            <p:nvPr/>
          </p:nvPicPr>
          <p:blipFill>
            <a:blip r:embed="rId14"/>
            <a:srcRect b="10723"/>
            <a:stretch>
              <a:fillRect/>
            </a:stretch>
          </p:blipFill>
          <p:spPr>
            <a:xfrm>
              <a:off x="6553080" y="228600"/>
              <a:ext cx="2056320" cy="633960"/>
            </a:xfrm>
            <a:prstGeom prst="rect">
              <a:avLst/>
            </a:prstGeom>
            <a:ln w="0">
              <a:noFill/>
            </a:ln>
          </p:spPr>
        </p:pic>
        <p:sp>
          <p:nvSpPr>
            <p:cNvPr id="13" name="Google Shape;29;p14"/>
            <p:cNvSpPr/>
            <p:nvPr/>
          </p:nvSpPr>
          <p:spPr>
            <a:xfrm>
              <a:off x="6527880" y="190440"/>
              <a:ext cx="2075400" cy="684720"/>
            </a:xfrm>
            <a:prstGeom prst="rect">
              <a:avLst/>
            </a:prstGeom>
            <a:solidFill>
              <a:schemeClr val="lt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tabLst>
                  <a:tab pos="0" algn="l"/>
                </a:tabLst>
              </a:pPr>
              <a:endParaRPr lang="en-IN" sz="1400" b="0" strike="noStrike" spc="-1">
                <a:solidFill>
                  <a:srgbClr val="000000"/>
                </a:solidFill>
                <a:latin typeface="Arial" panose="020B0604020202090204"/>
                <a:ea typeface="DejaVu Sans"/>
              </a:endParaRPr>
            </a:p>
          </p:txBody>
        </p:sp>
      </p:grpSp>
      <p:pic>
        <p:nvPicPr>
          <p:cNvPr id="14" name="Google Shape;30;p14" descr="logo.jpg"/>
          <p:cNvPicPr/>
          <p:nvPr/>
        </p:nvPicPr>
        <p:blipFill>
          <a:blip r:embed="rId15"/>
          <a:stretch>
            <a:fillRect/>
          </a:stretch>
        </p:blipFill>
        <p:spPr>
          <a:xfrm>
            <a:off x="6553080" y="228600"/>
            <a:ext cx="1919880" cy="608400"/>
          </a:xfrm>
          <a:prstGeom prst="rect">
            <a:avLst/>
          </a:prstGeom>
          <a:ln w="0">
            <a:noFill/>
          </a:ln>
        </p:spPr>
      </p:pic>
      <p:sp>
        <p:nvSpPr>
          <p:cNvPr id="15" name="PlaceHolder 1"/>
          <p:cNvSpPr>
            <a:spLocks noGrp="1"/>
          </p:cNvSpPr>
          <p:nvPr>
            <p:ph type="ftr" idx="1"/>
          </p:nvPr>
        </p:nvSpPr>
        <p:spPr>
          <a:xfrm>
            <a:off x="3124080" y="6356520"/>
            <a:ext cx="2894400" cy="363960"/>
          </a:xfrm>
          <a:prstGeom prst="rect">
            <a:avLst/>
          </a:prstGeom>
          <a:noFill/>
          <a:ln w="0">
            <a:noFill/>
          </a:ln>
        </p:spPr>
        <p:txBody>
          <a:bodyPr lIns="90000" tIns="45000" rIns="90000" bIns="45000" anchor="ctr">
            <a:noAutofit/>
          </a:bodyPr>
          <a:lstStyle>
            <a:lvl1pPr indent="0" algn="ctr">
              <a:lnSpc>
                <a:spcPct val="100000"/>
              </a:lnSpc>
              <a:buNone/>
              <a:tabLst>
                <a:tab pos="0" algn="l"/>
              </a:tabLst>
              <a:defRPr lang="en-IN" sz="1400" b="0" strike="noStrike" spc="-1">
                <a:solidFill>
                  <a:srgbClr val="000000"/>
                </a:solidFill>
                <a:latin typeface="Times New Roman" panose="02020503050405090304"/>
                <a:ea typeface="DejaVu Sans"/>
              </a:defRPr>
            </a:lvl1pPr>
          </a:lstStyle>
          <a:p>
            <a:pPr indent="0" algn="ctr">
              <a:lnSpc>
                <a:spcPct val="100000"/>
              </a:lnSpc>
              <a:buNone/>
              <a:tabLst>
                <a:tab pos="0" algn="l"/>
              </a:tabLst>
            </a:pPr>
            <a:r>
              <a:rPr lang="en-IN" sz="1400" b="0" strike="noStrike" spc="-1">
                <a:solidFill>
                  <a:srgbClr val="000000"/>
                </a:solidFill>
                <a:latin typeface="Times New Roman" panose="02020503050405090304"/>
                <a:ea typeface="DejaVu Sans"/>
              </a:rPr>
              <a:t>&lt;footer&gt;</a:t>
            </a:r>
            <a:endParaRPr lang="en-IN" sz="1400" b="0" strike="noStrike" spc="-1">
              <a:solidFill>
                <a:srgbClr val="000000"/>
              </a:solidFill>
              <a:latin typeface="Times New Roman" panose="02020503050405090304"/>
            </a:endParaRPr>
          </a:p>
        </p:txBody>
      </p:sp>
      <p:sp>
        <p:nvSpPr>
          <p:cNvPr id="16" name="PlaceHolder 2"/>
          <p:cNvSpPr>
            <a:spLocks noGrp="1"/>
          </p:cNvSpPr>
          <p:nvPr>
            <p:ph type="sldNum" idx="2"/>
          </p:nvPr>
        </p:nvSpPr>
        <p:spPr>
          <a:xfrm>
            <a:off x="6553080" y="6356520"/>
            <a:ext cx="2132640" cy="363960"/>
          </a:xfrm>
          <a:prstGeom prst="rect">
            <a:avLst/>
          </a:prstGeom>
          <a:noFill/>
          <a:ln w="0">
            <a:noFill/>
          </a:ln>
        </p:spPr>
        <p:txBody>
          <a:bodyPr lIns="90000" tIns="45000" rIns="90000" bIns="45000" anchor="ctr">
            <a:noAutofit/>
          </a:bodyPr>
          <a:lstStyle>
            <a:lvl1pPr indent="0" algn="r">
              <a:lnSpc>
                <a:spcPct val="100000"/>
              </a:lnSpc>
              <a:buNone/>
              <a:tabLst>
                <a:tab pos="0" algn="l"/>
              </a:tabLst>
              <a:defRPr lang="en-US" sz="1200" b="0" strike="noStrike" spc="-1">
                <a:solidFill>
                  <a:srgbClr val="898989"/>
                </a:solidFill>
                <a:latin typeface="Calibri"/>
                <a:ea typeface="Calibri"/>
              </a:defRPr>
            </a:lvl1pPr>
          </a:lstStyle>
          <a:p>
            <a:pPr indent="0" algn="r">
              <a:lnSpc>
                <a:spcPct val="100000"/>
              </a:lnSpc>
              <a:buNone/>
              <a:tabLst>
                <a:tab pos="0" algn="l"/>
              </a:tabLst>
            </a:pPr>
            <a:fld id="{E4241082-CD66-46BE-892C-A962DD22C4DF}" type="slidenum">
              <a:rPr lang="en-US" sz="1200" b="0" strike="noStrike" spc="-1">
                <a:solidFill>
                  <a:srgbClr val="898989"/>
                </a:solidFill>
                <a:latin typeface="Calibri"/>
                <a:ea typeface="Calibri"/>
              </a:rPr>
              <a:t>‹#›</a:t>
            </a:fld>
            <a:endParaRPr lang="en-IN" sz="1200" b="0" strike="noStrike" spc="-1">
              <a:solidFill>
                <a:srgbClr val="000000"/>
              </a:solidFill>
              <a:latin typeface="Times New Roman" panose="02020503050405090304"/>
            </a:endParaRPr>
          </a:p>
        </p:txBody>
      </p:sp>
      <p:sp>
        <p:nvSpPr>
          <p:cNvPr id="17" name="PlaceHolder 3"/>
          <p:cNvSpPr>
            <a:spLocks noGrp="1"/>
          </p:cNvSpPr>
          <p:nvPr>
            <p:ph type="dt" idx="3"/>
          </p:nvPr>
        </p:nvSpPr>
        <p:spPr>
          <a:xfrm>
            <a:off x="457200" y="6356520"/>
            <a:ext cx="2132640" cy="363960"/>
          </a:xfrm>
          <a:prstGeom prst="rect">
            <a:avLst/>
          </a:prstGeom>
          <a:noFill/>
          <a:ln w="0">
            <a:noFill/>
          </a:ln>
        </p:spPr>
        <p:txBody>
          <a:bodyPr lIns="90000" tIns="45000" rIns="90000" bIns="45000" anchor="ctr">
            <a:noAutofit/>
          </a:bodyPr>
          <a:lstStyle>
            <a:lvl1pPr indent="0">
              <a:buNone/>
              <a:defRPr lang="en-IN" sz="1400" b="0" strike="noStrike" spc="-1">
                <a:solidFill>
                  <a:srgbClr val="000000"/>
                </a:solidFill>
                <a:latin typeface="Times New Roman" panose="02020503050405090304"/>
              </a:defRPr>
            </a:lvl1pPr>
          </a:lstStyle>
          <a:p>
            <a:pPr indent="0">
              <a:buNone/>
            </a:pPr>
            <a:r>
              <a:rPr lang="en-IN" sz="1400" b="0" strike="noStrike" spc="-1">
                <a:solidFill>
                  <a:srgbClr val="000000"/>
                </a:solidFill>
                <a:latin typeface="Times New Roman" panose="02020503050405090304"/>
              </a:rPr>
              <a:t>&lt;date/time&gt;</a:t>
            </a:r>
          </a:p>
        </p:txBody>
      </p:sp>
      <p:sp>
        <p:nvSpPr>
          <p:cNvPr id="18" name="PlaceHolder 4"/>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indent="0">
              <a:buNone/>
            </a:pPr>
            <a:r>
              <a:rPr lang="en-US" sz="1800" b="0" strike="noStrike" spc="-1">
                <a:solidFill>
                  <a:srgbClr val="000000"/>
                </a:solidFill>
                <a:latin typeface="Arial" panose="020B0604020202090204"/>
              </a:rPr>
              <a:t>Click to edit the title text format</a:t>
            </a:r>
          </a:p>
        </p:txBody>
      </p:sp>
      <p:sp>
        <p:nvSpPr>
          <p:cNvPr id="19" name="PlaceHolder 5"/>
          <p:cNvSpPr>
            <a:spLocks noGrp="1"/>
          </p:cNvSpPr>
          <p:nvPr>
            <p:ph type="body"/>
          </p:nvPr>
        </p:nvSpPr>
        <p:spPr>
          <a:xfrm>
            <a:off x="457200" y="1604520"/>
            <a:ext cx="8229240" cy="3977280"/>
          </a:xfrm>
          <a:prstGeom prst="rect">
            <a:avLst/>
          </a:prstGeom>
          <a:noFill/>
          <a:ln w="0">
            <a:noFill/>
          </a:ln>
        </p:spPr>
        <p:txBody>
          <a:bodyPr lIns="0" tIns="0" rIns="0" bIns="0" anchor="t">
            <a:normAutofit/>
          </a:bodyPr>
          <a:lstStyle/>
          <a:p>
            <a:pPr marL="431800" indent="-323850">
              <a:lnSpc>
                <a:spcPct val="90000"/>
              </a:lnSpc>
              <a:spcBef>
                <a:spcPts val="1415"/>
              </a:spcBef>
              <a:buClr>
                <a:srgbClr val="000000"/>
              </a:buClr>
              <a:buSzPct val="45000"/>
              <a:buFont typeface="Wingdings" panose="05000000000000000000" pitchFamily="2" charset="2"/>
              <a:buChar char=""/>
            </a:pPr>
            <a:r>
              <a:rPr lang="en-US" sz="2800" b="0" strike="noStrike" spc="-1">
                <a:solidFill>
                  <a:srgbClr val="000000"/>
                </a:solidFill>
                <a:latin typeface="Arial" panose="020B0604020202090204"/>
              </a:rPr>
              <a:t>Click to edit the outline text format</a:t>
            </a:r>
          </a:p>
          <a:p>
            <a:pPr marL="864235" lvl="1" indent="-323850">
              <a:lnSpc>
                <a:spcPct val="90000"/>
              </a:lnSpc>
              <a:spcBef>
                <a:spcPts val="1135"/>
              </a:spcBef>
              <a:buClr>
                <a:srgbClr val="000000"/>
              </a:buClr>
              <a:buSzPct val="75000"/>
              <a:buFont typeface="Symbol" charset="2"/>
              <a:buChar char=""/>
            </a:pPr>
            <a:r>
              <a:rPr lang="en-US" sz="2000" b="0" strike="noStrike" spc="-1">
                <a:solidFill>
                  <a:srgbClr val="000000"/>
                </a:solidFill>
                <a:latin typeface="Arial" panose="020B0604020202090204"/>
              </a:rPr>
              <a:t>Second Outline Level</a:t>
            </a:r>
          </a:p>
          <a:p>
            <a:pPr marL="1296035" lvl="2" indent="-288290">
              <a:lnSpc>
                <a:spcPct val="90000"/>
              </a:lnSpc>
              <a:spcBef>
                <a:spcPts val="850"/>
              </a:spcBef>
              <a:buClr>
                <a:srgbClr val="000000"/>
              </a:buClr>
              <a:buSzPct val="45000"/>
              <a:buFont typeface="Wingdings" panose="05000000000000000000" pitchFamily="2" charset="2"/>
              <a:buChar char=""/>
            </a:pPr>
            <a:r>
              <a:rPr lang="en-US" sz="1800" b="0" strike="noStrike" spc="-1">
                <a:solidFill>
                  <a:srgbClr val="000000"/>
                </a:solidFill>
                <a:latin typeface="Arial" panose="020B0604020202090204"/>
              </a:rPr>
              <a:t>Third Outline Level</a:t>
            </a:r>
          </a:p>
          <a:p>
            <a:pPr marL="1727835" lvl="3" indent="-215900">
              <a:lnSpc>
                <a:spcPct val="90000"/>
              </a:lnSpc>
              <a:spcBef>
                <a:spcPts val="565"/>
              </a:spcBef>
              <a:buClr>
                <a:srgbClr val="000000"/>
              </a:buClr>
              <a:buSzPct val="75000"/>
              <a:buFont typeface="Symbol" charset="2"/>
              <a:buChar char=""/>
            </a:pPr>
            <a:r>
              <a:rPr lang="en-US" sz="1800" b="0" strike="noStrike" spc="-1">
                <a:solidFill>
                  <a:srgbClr val="000000"/>
                </a:solidFill>
                <a:latin typeface="Arial" panose="020B0604020202090204"/>
              </a:rPr>
              <a:t>Fourth Outline Level</a:t>
            </a:r>
          </a:p>
          <a:p>
            <a:pPr marL="2160270" lvl="4" indent="-215900">
              <a:lnSpc>
                <a:spcPct val="90000"/>
              </a:lnSpc>
              <a:spcBef>
                <a:spcPts val="285"/>
              </a:spcBef>
              <a:buClr>
                <a:srgbClr val="000000"/>
              </a:buClr>
              <a:buSzPct val="45000"/>
              <a:buFont typeface="Wingdings" panose="05000000000000000000" pitchFamily="2" charset="2"/>
              <a:buChar char=""/>
            </a:pPr>
            <a:r>
              <a:rPr lang="en-US" sz="2000" b="0" strike="noStrike" spc="-1">
                <a:solidFill>
                  <a:srgbClr val="000000"/>
                </a:solidFill>
                <a:latin typeface="Arial" panose="020B0604020202090204"/>
              </a:rPr>
              <a:t>Fifth Outline Level</a:t>
            </a:r>
          </a:p>
          <a:p>
            <a:pPr marL="2592070" lvl="5" indent="-215900">
              <a:lnSpc>
                <a:spcPct val="90000"/>
              </a:lnSpc>
              <a:spcBef>
                <a:spcPts val="285"/>
              </a:spcBef>
              <a:buClr>
                <a:srgbClr val="000000"/>
              </a:buClr>
              <a:buSzPct val="45000"/>
              <a:buFont typeface="Wingdings" panose="05000000000000000000" pitchFamily="2" charset="2"/>
              <a:buChar char=""/>
            </a:pPr>
            <a:r>
              <a:rPr lang="en-US" sz="2000" b="0" strike="noStrike" spc="-1">
                <a:solidFill>
                  <a:srgbClr val="000000"/>
                </a:solidFill>
                <a:latin typeface="Arial" panose="020B0604020202090204"/>
              </a:rPr>
              <a:t>Sixth Outline Level</a:t>
            </a:r>
          </a:p>
          <a:p>
            <a:pPr marL="3023870" lvl="6" indent="-215900">
              <a:lnSpc>
                <a:spcPct val="90000"/>
              </a:lnSpc>
              <a:spcBef>
                <a:spcPts val="285"/>
              </a:spcBef>
              <a:buClr>
                <a:srgbClr val="000000"/>
              </a:buClr>
              <a:buSzPct val="45000"/>
              <a:buFont typeface="Wingdings" panose="05000000000000000000" pitchFamily="2" charset="2"/>
              <a:buChar char=""/>
            </a:pPr>
            <a:r>
              <a:rPr lang="en-US" sz="2000" b="0" strike="noStrike" spc="-1">
                <a:solidFill>
                  <a:srgbClr val="000000"/>
                </a:solidFill>
                <a:latin typeface="Arial" panose="020B0604020202090204"/>
              </a:rPr>
              <a:t>Seventh Outline Level</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56" name="Google Shape;15;p13"/>
          <p:cNvSpPr/>
          <p:nvPr/>
        </p:nvSpPr>
        <p:spPr>
          <a:xfrm>
            <a:off x="0" y="0"/>
            <a:ext cx="9142920" cy="837000"/>
          </a:xfrm>
          <a:prstGeom prst="rect">
            <a:avLst/>
          </a:prstGeom>
          <a:solidFill>
            <a:srgbClr val="FF3300"/>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pPr>
            <a:endParaRPr lang="en-IN" sz="1400" b="0" strike="noStrike" spc="-1">
              <a:solidFill>
                <a:srgbClr val="000000"/>
              </a:solidFill>
              <a:latin typeface="Arial" panose="020B0604020202090204"/>
              <a:ea typeface="DejaVu Sans"/>
            </a:endParaRPr>
          </a:p>
        </p:txBody>
      </p:sp>
      <p:sp>
        <p:nvSpPr>
          <p:cNvPr id="57" name="Google Shape;16;p13"/>
          <p:cNvSpPr/>
          <p:nvPr/>
        </p:nvSpPr>
        <p:spPr>
          <a:xfrm rot="10800000" flipH="1">
            <a:off x="-360" y="6706800"/>
            <a:ext cx="9142920" cy="196920"/>
          </a:xfrm>
          <a:prstGeom prst="rect">
            <a:avLst/>
          </a:prstGeom>
          <a:solidFill>
            <a:srgbClr val="FF0000"/>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pPr>
            <a:endParaRPr lang="en-IN" sz="1400" b="0" strike="noStrike" spc="-1">
              <a:solidFill>
                <a:srgbClr val="000000"/>
              </a:solidFill>
              <a:latin typeface="Arial" panose="020B0604020202090204"/>
              <a:ea typeface="DejaVu Sans"/>
            </a:endParaRPr>
          </a:p>
        </p:txBody>
      </p:sp>
      <p:pic>
        <p:nvPicPr>
          <p:cNvPr id="58" name="Google Shape;17;p13" descr="LOGO.gif"/>
          <p:cNvPicPr/>
          <p:nvPr/>
        </p:nvPicPr>
        <p:blipFill>
          <a:blip r:embed="rId14"/>
          <a:srcRect b="10723"/>
          <a:stretch>
            <a:fillRect/>
          </a:stretch>
        </p:blipFill>
        <p:spPr>
          <a:xfrm>
            <a:off x="6553080" y="228600"/>
            <a:ext cx="2056320" cy="633960"/>
          </a:xfrm>
          <a:prstGeom prst="rect">
            <a:avLst/>
          </a:prstGeom>
          <a:ln w="0">
            <a:noFill/>
          </a:ln>
        </p:spPr>
      </p:pic>
      <p:pic>
        <p:nvPicPr>
          <p:cNvPr id="59" name="Google Shape;18;p13" descr="LOGO.gif"/>
          <p:cNvPicPr/>
          <p:nvPr/>
        </p:nvPicPr>
        <p:blipFill>
          <a:blip r:embed="rId14"/>
          <a:srcRect b="10723"/>
          <a:stretch>
            <a:fillRect/>
          </a:stretch>
        </p:blipFill>
        <p:spPr>
          <a:xfrm>
            <a:off x="6553080" y="228600"/>
            <a:ext cx="2056320" cy="633960"/>
          </a:xfrm>
          <a:prstGeom prst="rect">
            <a:avLst/>
          </a:prstGeom>
          <a:ln w="0">
            <a:noFill/>
          </a:ln>
        </p:spPr>
      </p:pic>
      <p:grpSp>
        <p:nvGrpSpPr>
          <p:cNvPr id="60" name="Google Shape;19;p13"/>
          <p:cNvGrpSpPr/>
          <p:nvPr/>
        </p:nvGrpSpPr>
        <p:grpSpPr>
          <a:xfrm>
            <a:off x="6146640" y="0"/>
            <a:ext cx="2996280" cy="875160"/>
            <a:chOff x="6146640" y="0"/>
            <a:chExt cx="2996280" cy="875160"/>
          </a:xfrm>
        </p:grpSpPr>
        <p:sp>
          <p:nvSpPr>
            <p:cNvPr id="61" name="Google Shape;20;p13"/>
            <p:cNvSpPr/>
            <p:nvPr/>
          </p:nvSpPr>
          <p:spPr>
            <a:xfrm>
              <a:off x="6146640" y="0"/>
              <a:ext cx="2996280" cy="837000"/>
            </a:xfrm>
            <a:prstGeom prst="rect">
              <a:avLst/>
            </a:prstGeom>
            <a:solidFill>
              <a:srgbClr val="FF3300"/>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pPr>
              <a:endParaRPr lang="en-IN" sz="1400" b="0" strike="noStrike" spc="-1">
                <a:solidFill>
                  <a:srgbClr val="000000"/>
                </a:solidFill>
                <a:latin typeface="Arial" panose="020B0604020202090204"/>
                <a:ea typeface="DejaVu Sans"/>
              </a:endParaRPr>
            </a:p>
          </p:txBody>
        </p:sp>
        <p:pic>
          <p:nvPicPr>
            <p:cNvPr id="62" name="Google Shape;21;p13" descr="LOGO.gif"/>
            <p:cNvPicPr/>
            <p:nvPr/>
          </p:nvPicPr>
          <p:blipFill>
            <a:blip r:embed="rId14"/>
            <a:srcRect b="10723"/>
            <a:stretch>
              <a:fillRect/>
            </a:stretch>
          </p:blipFill>
          <p:spPr>
            <a:xfrm>
              <a:off x="6553080" y="228600"/>
              <a:ext cx="2056320" cy="633960"/>
            </a:xfrm>
            <a:prstGeom prst="rect">
              <a:avLst/>
            </a:prstGeom>
            <a:ln w="0">
              <a:noFill/>
            </a:ln>
          </p:spPr>
        </p:pic>
        <p:sp>
          <p:nvSpPr>
            <p:cNvPr id="63" name="Google Shape;22;p13"/>
            <p:cNvSpPr/>
            <p:nvPr/>
          </p:nvSpPr>
          <p:spPr>
            <a:xfrm>
              <a:off x="6527880" y="190440"/>
              <a:ext cx="2075400" cy="684720"/>
            </a:xfrm>
            <a:prstGeom prst="rect">
              <a:avLst/>
            </a:prstGeom>
            <a:solidFill>
              <a:schemeClr val="lt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pPr>
              <a:endParaRPr lang="en-IN" sz="1400" b="0" strike="noStrike" spc="-1">
                <a:solidFill>
                  <a:srgbClr val="000000"/>
                </a:solidFill>
                <a:latin typeface="Arial" panose="020B0604020202090204"/>
                <a:ea typeface="DejaVu Sans"/>
              </a:endParaRPr>
            </a:p>
          </p:txBody>
        </p:sp>
      </p:grpSp>
      <p:pic>
        <p:nvPicPr>
          <p:cNvPr id="64" name="Google Shape;23;p13" descr="logo.jpg"/>
          <p:cNvPicPr/>
          <p:nvPr/>
        </p:nvPicPr>
        <p:blipFill>
          <a:blip r:embed="rId15"/>
          <a:stretch>
            <a:fillRect/>
          </a:stretch>
        </p:blipFill>
        <p:spPr>
          <a:xfrm>
            <a:off x="6553080" y="228600"/>
            <a:ext cx="1919880" cy="608400"/>
          </a:xfrm>
          <a:prstGeom prst="rect">
            <a:avLst/>
          </a:prstGeom>
          <a:ln w="0">
            <a:noFill/>
          </a:ln>
        </p:spPr>
      </p:pic>
      <p:pic>
        <p:nvPicPr>
          <p:cNvPr id="65" name="Google Shape;25;p14" descr="LOGO.gif"/>
          <p:cNvPicPr/>
          <p:nvPr/>
        </p:nvPicPr>
        <p:blipFill>
          <a:blip r:embed="rId14"/>
          <a:srcRect b="10723"/>
          <a:stretch>
            <a:fillRect/>
          </a:stretch>
        </p:blipFill>
        <p:spPr>
          <a:xfrm>
            <a:off x="6553080" y="228600"/>
            <a:ext cx="2056320" cy="633960"/>
          </a:xfrm>
          <a:prstGeom prst="rect">
            <a:avLst/>
          </a:prstGeom>
          <a:ln w="0">
            <a:noFill/>
          </a:ln>
        </p:spPr>
      </p:pic>
      <p:grpSp>
        <p:nvGrpSpPr>
          <p:cNvPr id="66" name="Google Shape;26;p14"/>
          <p:cNvGrpSpPr/>
          <p:nvPr/>
        </p:nvGrpSpPr>
        <p:grpSpPr>
          <a:xfrm>
            <a:off x="6146640" y="0"/>
            <a:ext cx="2996280" cy="875160"/>
            <a:chOff x="6146640" y="0"/>
            <a:chExt cx="2996280" cy="875160"/>
          </a:xfrm>
        </p:grpSpPr>
        <p:sp>
          <p:nvSpPr>
            <p:cNvPr id="67" name="Google Shape;27;p14"/>
            <p:cNvSpPr/>
            <p:nvPr/>
          </p:nvSpPr>
          <p:spPr>
            <a:xfrm>
              <a:off x="6146640" y="0"/>
              <a:ext cx="2996280" cy="837000"/>
            </a:xfrm>
            <a:prstGeom prst="rect">
              <a:avLst/>
            </a:prstGeom>
            <a:solidFill>
              <a:srgbClr val="FF3300"/>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pPr>
              <a:endParaRPr lang="en-IN" sz="1400" b="0" strike="noStrike" spc="-1">
                <a:solidFill>
                  <a:srgbClr val="000000"/>
                </a:solidFill>
                <a:latin typeface="Arial" panose="020B0604020202090204"/>
                <a:ea typeface="DejaVu Sans"/>
              </a:endParaRPr>
            </a:p>
          </p:txBody>
        </p:sp>
        <p:pic>
          <p:nvPicPr>
            <p:cNvPr id="68" name="Google Shape;28;p14" descr="LOGO.gif"/>
            <p:cNvPicPr/>
            <p:nvPr/>
          </p:nvPicPr>
          <p:blipFill>
            <a:blip r:embed="rId14"/>
            <a:srcRect b="10723"/>
            <a:stretch>
              <a:fillRect/>
            </a:stretch>
          </p:blipFill>
          <p:spPr>
            <a:xfrm>
              <a:off x="6553080" y="228600"/>
              <a:ext cx="2056320" cy="633960"/>
            </a:xfrm>
            <a:prstGeom prst="rect">
              <a:avLst/>
            </a:prstGeom>
            <a:ln w="0">
              <a:noFill/>
            </a:ln>
          </p:spPr>
        </p:pic>
        <p:sp>
          <p:nvSpPr>
            <p:cNvPr id="69" name="Google Shape;29;p14"/>
            <p:cNvSpPr/>
            <p:nvPr/>
          </p:nvSpPr>
          <p:spPr>
            <a:xfrm>
              <a:off x="6527880" y="190440"/>
              <a:ext cx="2075400" cy="684720"/>
            </a:xfrm>
            <a:prstGeom prst="rect">
              <a:avLst/>
            </a:prstGeom>
            <a:solidFill>
              <a:schemeClr val="lt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pPr>
              <a:endParaRPr lang="en-IN" sz="1400" b="0" strike="noStrike" spc="-1">
                <a:solidFill>
                  <a:srgbClr val="000000"/>
                </a:solidFill>
                <a:latin typeface="Arial" panose="020B0604020202090204"/>
                <a:ea typeface="DejaVu Sans"/>
              </a:endParaRPr>
            </a:p>
          </p:txBody>
        </p:sp>
      </p:grpSp>
      <p:pic>
        <p:nvPicPr>
          <p:cNvPr id="70" name="Google Shape;30;p14" descr="logo.jpg"/>
          <p:cNvPicPr/>
          <p:nvPr/>
        </p:nvPicPr>
        <p:blipFill>
          <a:blip r:embed="rId15"/>
          <a:stretch>
            <a:fillRect/>
          </a:stretch>
        </p:blipFill>
        <p:spPr>
          <a:xfrm>
            <a:off x="6553080" y="228600"/>
            <a:ext cx="1919880" cy="608400"/>
          </a:xfrm>
          <a:prstGeom prst="rect">
            <a:avLst/>
          </a:prstGeom>
          <a:ln w="0">
            <a:noFill/>
          </a:ln>
        </p:spPr>
      </p:pic>
      <p:sp>
        <p:nvSpPr>
          <p:cNvPr id="71" name="PlaceHolder 1"/>
          <p:cNvSpPr>
            <a:spLocks noGrp="1"/>
          </p:cNvSpPr>
          <p:nvPr>
            <p:ph type="ftr" idx="4"/>
          </p:nvPr>
        </p:nvSpPr>
        <p:spPr>
          <a:xfrm>
            <a:off x="3124080" y="6356520"/>
            <a:ext cx="2894400" cy="363960"/>
          </a:xfrm>
          <a:prstGeom prst="rect">
            <a:avLst/>
          </a:prstGeom>
          <a:noFill/>
          <a:ln w="0">
            <a:noFill/>
          </a:ln>
        </p:spPr>
        <p:txBody>
          <a:bodyPr lIns="90000" tIns="45000" rIns="90000" bIns="45000" anchor="ctr">
            <a:noAutofit/>
          </a:bodyPr>
          <a:lstStyle>
            <a:lvl1pPr indent="0" algn="ctr">
              <a:lnSpc>
                <a:spcPct val="100000"/>
              </a:lnSpc>
              <a:buNone/>
              <a:tabLst>
                <a:tab pos="0" algn="l"/>
              </a:tabLst>
              <a:defRPr lang="en-IN" sz="1400" b="0" strike="noStrike" spc="-1">
                <a:solidFill>
                  <a:srgbClr val="000000"/>
                </a:solidFill>
                <a:latin typeface="Times New Roman" panose="02020503050405090304"/>
                <a:ea typeface="DejaVu Sans"/>
              </a:defRPr>
            </a:lvl1pPr>
          </a:lstStyle>
          <a:p>
            <a:pPr indent="0" algn="ctr">
              <a:lnSpc>
                <a:spcPct val="100000"/>
              </a:lnSpc>
              <a:buNone/>
              <a:tabLst>
                <a:tab pos="0" algn="l"/>
              </a:tabLst>
            </a:pPr>
            <a:r>
              <a:rPr lang="en-IN" sz="1400" b="0" strike="noStrike" spc="-1">
                <a:solidFill>
                  <a:srgbClr val="000000"/>
                </a:solidFill>
                <a:latin typeface="Times New Roman" panose="02020503050405090304"/>
                <a:ea typeface="DejaVu Sans"/>
              </a:rPr>
              <a:t>&lt;footer&gt;</a:t>
            </a:r>
            <a:endParaRPr lang="en-IN" sz="1400" b="0" strike="noStrike" spc="-1">
              <a:solidFill>
                <a:srgbClr val="000000"/>
              </a:solidFill>
              <a:latin typeface="Times New Roman" panose="02020503050405090304"/>
            </a:endParaRPr>
          </a:p>
        </p:txBody>
      </p:sp>
      <p:sp>
        <p:nvSpPr>
          <p:cNvPr id="72" name="PlaceHolder 2"/>
          <p:cNvSpPr>
            <a:spLocks noGrp="1"/>
          </p:cNvSpPr>
          <p:nvPr>
            <p:ph type="sldNum" idx="5"/>
          </p:nvPr>
        </p:nvSpPr>
        <p:spPr>
          <a:xfrm>
            <a:off x="6553080" y="6356520"/>
            <a:ext cx="2132640" cy="363960"/>
          </a:xfrm>
          <a:prstGeom prst="rect">
            <a:avLst/>
          </a:prstGeom>
          <a:noFill/>
          <a:ln w="0">
            <a:noFill/>
          </a:ln>
        </p:spPr>
        <p:txBody>
          <a:bodyPr lIns="90000" tIns="45000" rIns="90000" bIns="45000" anchor="ctr">
            <a:noAutofit/>
          </a:bodyPr>
          <a:lstStyle>
            <a:lvl1pPr indent="0" algn="r">
              <a:lnSpc>
                <a:spcPct val="100000"/>
              </a:lnSpc>
              <a:buNone/>
              <a:tabLst>
                <a:tab pos="0" algn="l"/>
              </a:tabLst>
              <a:defRPr lang="en-US" sz="1200" b="0" strike="noStrike" spc="-1">
                <a:solidFill>
                  <a:srgbClr val="898989"/>
                </a:solidFill>
                <a:latin typeface="Calibri"/>
                <a:ea typeface="Calibri"/>
              </a:defRPr>
            </a:lvl1pPr>
          </a:lstStyle>
          <a:p>
            <a:pPr indent="0" algn="r">
              <a:lnSpc>
                <a:spcPct val="100000"/>
              </a:lnSpc>
              <a:buNone/>
              <a:tabLst>
                <a:tab pos="0" algn="l"/>
              </a:tabLst>
            </a:pPr>
            <a:fld id="{489901AA-691F-4A70-B571-A621DFD20CED}" type="slidenum">
              <a:rPr lang="en-US" sz="1200" b="0" strike="noStrike" spc="-1">
                <a:solidFill>
                  <a:srgbClr val="898989"/>
                </a:solidFill>
                <a:latin typeface="Calibri"/>
                <a:ea typeface="Calibri"/>
              </a:rPr>
              <a:t>‹#›</a:t>
            </a:fld>
            <a:endParaRPr lang="en-IN" sz="1200" b="0" strike="noStrike" spc="-1">
              <a:solidFill>
                <a:srgbClr val="000000"/>
              </a:solidFill>
              <a:latin typeface="Times New Roman" panose="02020503050405090304"/>
            </a:endParaRPr>
          </a:p>
        </p:txBody>
      </p:sp>
      <p:sp>
        <p:nvSpPr>
          <p:cNvPr id="73" name="PlaceHolder 3"/>
          <p:cNvSpPr>
            <a:spLocks noGrp="1"/>
          </p:cNvSpPr>
          <p:nvPr>
            <p:ph type="dt" idx="6"/>
          </p:nvPr>
        </p:nvSpPr>
        <p:spPr>
          <a:xfrm>
            <a:off x="457200" y="6356520"/>
            <a:ext cx="2132640" cy="363960"/>
          </a:xfrm>
          <a:prstGeom prst="rect">
            <a:avLst/>
          </a:prstGeom>
          <a:noFill/>
          <a:ln w="0">
            <a:noFill/>
          </a:ln>
        </p:spPr>
        <p:txBody>
          <a:bodyPr lIns="90000" tIns="45000" rIns="90000" bIns="45000" anchor="ctr">
            <a:noAutofit/>
          </a:bodyPr>
          <a:lstStyle>
            <a:lvl1pPr indent="0">
              <a:buNone/>
              <a:defRPr lang="en-IN" sz="1400" b="0" strike="noStrike" spc="-1">
                <a:solidFill>
                  <a:srgbClr val="000000"/>
                </a:solidFill>
                <a:latin typeface="Times New Roman" panose="02020503050405090304"/>
              </a:defRPr>
            </a:lvl1pPr>
          </a:lstStyle>
          <a:p>
            <a:pPr indent="0">
              <a:buNone/>
            </a:pPr>
            <a:r>
              <a:rPr lang="en-IN" sz="1400" b="0" strike="noStrike" spc="-1">
                <a:solidFill>
                  <a:srgbClr val="000000"/>
                </a:solidFill>
                <a:latin typeface="Times New Roman" panose="02020503050405090304"/>
              </a:rPr>
              <a:t>&lt;date/time&gt;</a:t>
            </a:r>
          </a:p>
        </p:txBody>
      </p:sp>
      <p:sp>
        <p:nvSpPr>
          <p:cNvPr id="74" name="PlaceHolder 4"/>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indent="0">
              <a:buNone/>
            </a:pPr>
            <a:r>
              <a:rPr lang="en-US" sz="1800" b="0" strike="noStrike" spc="-1">
                <a:solidFill>
                  <a:srgbClr val="000000"/>
                </a:solidFill>
                <a:latin typeface="Arial" panose="020B0604020202090204"/>
              </a:rPr>
              <a:t>Click to edit the title text format</a:t>
            </a:r>
          </a:p>
        </p:txBody>
      </p:sp>
      <p:sp>
        <p:nvSpPr>
          <p:cNvPr id="75" name="PlaceHolder 5"/>
          <p:cNvSpPr>
            <a:spLocks noGrp="1"/>
          </p:cNvSpPr>
          <p:nvPr>
            <p:ph type="body"/>
          </p:nvPr>
        </p:nvSpPr>
        <p:spPr>
          <a:xfrm>
            <a:off x="457200" y="1604520"/>
            <a:ext cx="8229240" cy="3977280"/>
          </a:xfrm>
          <a:prstGeom prst="rect">
            <a:avLst/>
          </a:prstGeom>
          <a:noFill/>
          <a:ln w="0">
            <a:noFill/>
          </a:ln>
        </p:spPr>
        <p:txBody>
          <a:bodyPr lIns="0" tIns="0" rIns="0" bIns="0" anchor="t">
            <a:normAutofit/>
          </a:bodyPr>
          <a:lstStyle/>
          <a:p>
            <a:pPr marL="431800" indent="-323850">
              <a:lnSpc>
                <a:spcPct val="90000"/>
              </a:lnSpc>
              <a:spcBef>
                <a:spcPts val="1415"/>
              </a:spcBef>
              <a:buClr>
                <a:srgbClr val="000000"/>
              </a:buClr>
              <a:buSzPct val="45000"/>
              <a:buFont typeface="Wingdings" panose="05000000000000000000" pitchFamily="2" charset="2"/>
              <a:buChar char=""/>
            </a:pPr>
            <a:r>
              <a:rPr lang="en-US" sz="2800" b="0" strike="noStrike" spc="-1">
                <a:solidFill>
                  <a:srgbClr val="000000"/>
                </a:solidFill>
                <a:latin typeface="Arial" panose="020B0604020202090204"/>
              </a:rPr>
              <a:t>Click to edit the outline text format</a:t>
            </a:r>
          </a:p>
          <a:p>
            <a:pPr marL="864235" lvl="1" indent="-323850">
              <a:lnSpc>
                <a:spcPct val="90000"/>
              </a:lnSpc>
              <a:spcBef>
                <a:spcPts val="1135"/>
              </a:spcBef>
              <a:buClr>
                <a:srgbClr val="000000"/>
              </a:buClr>
              <a:buSzPct val="75000"/>
              <a:buFont typeface="Symbol" charset="2"/>
              <a:buChar char=""/>
            </a:pPr>
            <a:r>
              <a:rPr lang="en-US" sz="2000" b="0" strike="noStrike" spc="-1">
                <a:solidFill>
                  <a:srgbClr val="000000"/>
                </a:solidFill>
                <a:latin typeface="Arial" panose="020B0604020202090204"/>
              </a:rPr>
              <a:t>Second Outline Level</a:t>
            </a:r>
          </a:p>
          <a:p>
            <a:pPr marL="1296035" lvl="2" indent="-288290">
              <a:lnSpc>
                <a:spcPct val="90000"/>
              </a:lnSpc>
              <a:spcBef>
                <a:spcPts val="850"/>
              </a:spcBef>
              <a:buClr>
                <a:srgbClr val="000000"/>
              </a:buClr>
              <a:buSzPct val="45000"/>
              <a:buFont typeface="Wingdings" panose="05000000000000000000" pitchFamily="2" charset="2"/>
              <a:buChar char=""/>
            </a:pPr>
            <a:r>
              <a:rPr lang="en-US" sz="1800" b="0" strike="noStrike" spc="-1">
                <a:solidFill>
                  <a:srgbClr val="000000"/>
                </a:solidFill>
                <a:latin typeface="Arial" panose="020B0604020202090204"/>
              </a:rPr>
              <a:t>Third Outline Level</a:t>
            </a:r>
          </a:p>
          <a:p>
            <a:pPr marL="1727835" lvl="3" indent="-215900">
              <a:lnSpc>
                <a:spcPct val="90000"/>
              </a:lnSpc>
              <a:spcBef>
                <a:spcPts val="565"/>
              </a:spcBef>
              <a:buClr>
                <a:srgbClr val="000000"/>
              </a:buClr>
              <a:buSzPct val="75000"/>
              <a:buFont typeface="Symbol" charset="2"/>
              <a:buChar char=""/>
            </a:pPr>
            <a:r>
              <a:rPr lang="en-US" sz="1800" b="0" strike="noStrike" spc="-1">
                <a:solidFill>
                  <a:srgbClr val="000000"/>
                </a:solidFill>
                <a:latin typeface="Arial" panose="020B0604020202090204"/>
              </a:rPr>
              <a:t>Fourth Outline Level</a:t>
            </a:r>
          </a:p>
          <a:p>
            <a:pPr marL="2160270" lvl="4" indent="-215900">
              <a:lnSpc>
                <a:spcPct val="90000"/>
              </a:lnSpc>
              <a:spcBef>
                <a:spcPts val="285"/>
              </a:spcBef>
              <a:buClr>
                <a:srgbClr val="000000"/>
              </a:buClr>
              <a:buSzPct val="45000"/>
              <a:buFont typeface="Wingdings" panose="05000000000000000000" pitchFamily="2" charset="2"/>
              <a:buChar char=""/>
            </a:pPr>
            <a:r>
              <a:rPr lang="en-US" sz="2000" b="0" strike="noStrike" spc="-1">
                <a:solidFill>
                  <a:srgbClr val="000000"/>
                </a:solidFill>
                <a:latin typeface="Arial" panose="020B0604020202090204"/>
              </a:rPr>
              <a:t>Fifth Outline Level</a:t>
            </a:r>
          </a:p>
          <a:p>
            <a:pPr marL="2592070" lvl="5" indent="-215900">
              <a:lnSpc>
                <a:spcPct val="90000"/>
              </a:lnSpc>
              <a:spcBef>
                <a:spcPts val="285"/>
              </a:spcBef>
              <a:buClr>
                <a:srgbClr val="000000"/>
              </a:buClr>
              <a:buSzPct val="45000"/>
              <a:buFont typeface="Wingdings" panose="05000000000000000000" pitchFamily="2" charset="2"/>
              <a:buChar char=""/>
            </a:pPr>
            <a:r>
              <a:rPr lang="en-US" sz="2000" b="0" strike="noStrike" spc="-1">
                <a:solidFill>
                  <a:srgbClr val="000000"/>
                </a:solidFill>
                <a:latin typeface="Arial" panose="020B0604020202090204"/>
              </a:rPr>
              <a:t>Sixth Outline Level</a:t>
            </a:r>
          </a:p>
          <a:p>
            <a:pPr marL="3023870" lvl="6" indent="-215900">
              <a:lnSpc>
                <a:spcPct val="90000"/>
              </a:lnSpc>
              <a:spcBef>
                <a:spcPts val="285"/>
              </a:spcBef>
              <a:buClr>
                <a:srgbClr val="000000"/>
              </a:buClr>
              <a:buSzPct val="45000"/>
              <a:buFont typeface="Wingdings" panose="05000000000000000000" pitchFamily="2" charset="2"/>
              <a:buChar char=""/>
            </a:pPr>
            <a:r>
              <a:rPr lang="en-US" sz="2000" b="0" strike="noStrike" spc="-1">
                <a:solidFill>
                  <a:srgbClr val="000000"/>
                </a:solidFill>
                <a:latin typeface="Arial" panose="020B0604020202090204"/>
              </a:rPr>
              <a:t>Seventh Outline Level</a:t>
            </a: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112" name="Google Shape;15;p13"/>
          <p:cNvSpPr/>
          <p:nvPr/>
        </p:nvSpPr>
        <p:spPr>
          <a:xfrm>
            <a:off x="0" y="0"/>
            <a:ext cx="9142920" cy="837000"/>
          </a:xfrm>
          <a:prstGeom prst="rect">
            <a:avLst/>
          </a:prstGeom>
          <a:solidFill>
            <a:srgbClr val="FF3300"/>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pPr>
            <a:endParaRPr lang="en-IN" sz="1400" b="0" strike="noStrike" spc="-1">
              <a:solidFill>
                <a:srgbClr val="000000"/>
              </a:solidFill>
              <a:latin typeface="Arial" panose="020B0604020202090204"/>
              <a:ea typeface="DejaVu Sans"/>
            </a:endParaRPr>
          </a:p>
        </p:txBody>
      </p:sp>
      <p:sp>
        <p:nvSpPr>
          <p:cNvPr id="113" name="Google Shape;16;p13"/>
          <p:cNvSpPr/>
          <p:nvPr/>
        </p:nvSpPr>
        <p:spPr>
          <a:xfrm rot="10800000" flipH="1">
            <a:off x="-360" y="6706800"/>
            <a:ext cx="9142920" cy="196920"/>
          </a:xfrm>
          <a:prstGeom prst="rect">
            <a:avLst/>
          </a:prstGeom>
          <a:solidFill>
            <a:srgbClr val="FF0000"/>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pPr>
            <a:endParaRPr lang="en-IN" sz="1400" b="0" strike="noStrike" spc="-1">
              <a:solidFill>
                <a:srgbClr val="000000"/>
              </a:solidFill>
              <a:latin typeface="Arial" panose="020B0604020202090204"/>
              <a:ea typeface="DejaVu Sans"/>
            </a:endParaRPr>
          </a:p>
        </p:txBody>
      </p:sp>
      <p:pic>
        <p:nvPicPr>
          <p:cNvPr id="114" name="Google Shape;17;p13" descr="LOGO.gif"/>
          <p:cNvPicPr/>
          <p:nvPr/>
        </p:nvPicPr>
        <p:blipFill>
          <a:blip r:embed="rId14"/>
          <a:srcRect b="10723"/>
          <a:stretch>
            <a:fillRect/>
          </a:stretch>
        </p:blipFill>
        <p:spPr>
          <a:xfrm>
            <a:off x="6553080" y="228600"/>
            <a:ext cx="2056320" cy="633960"/>
          </a:xfrm>
          <a:prstGeom prst="rect">
            <a:avLst/>
          </a:prstGeom>
          <a:ln w="0">
            <a:noFill/>
          </a:ln>
        </p:spPr>
      </p:pic>
      <p:pic>
        <p:nvPicPr>
          <p:cNvPr id="115" name="Google Shape;18;p13" descr="LOGO.gif"/>
          <p:cNvPicPr/>
          <p:nvPr/>
        </p:nvPicPr>
        <p:blipFill>
          <a:blip r:embed="rId14"/>
          <a:srcRect b="10723"/>
          <a:stretch>
            <a:fillRect/>
          </a:stretch>
        </p:blipFill>
        <p:spPr>
          <a:xfrm>
            <a:off x="6553080" y="228600"/>
            <a:ext cx="2056320" cy="633960"/>
          </a:xfrm>
          <a:prstGeom prst="rect">
            <a:avLst/>
          </a:prstGeom>
          <a:ln w="0">
            <a:noFill/>
          </a:ln>
        </p:spPr>
      </p:pic>
      <p:grpSp>
        <p:nvGrpSpPr>
          <p:cNvPr id="116" name="Google Shape;19;p13"/>
          <p:cNvGrpSpPr/>
          <p:nvPr/>
        </p:nvGrpSpPr>
        <p:grpSpPr>
          <a:xfrm>
            <a:off x="6146640" y="0"/>
            <a:ext cx="2996280" cy="875160"/>
            <a:chOff x="6146640" y="0"/>
            <a:chExt cx="2996280" cy="875160"/>
          </a:xfrm>
        </p:grpSpPr>
        <p:sp>
          <p:nvSpPr>
            <p:cNvPr id="117" name="Google Shape;20;p13"/>
            <p:cNvSpPr/>
            <p:nvPr/>
          </p:nvSpPr>
          <p:spPr>
            <a:xfrm>
              <a:off x="6146640" y="0"/>
              <a:ext cx="2996280" cy="837000"/>
            </a:xfrm>
            <a:prstGeom prst="rect">
              <a:avLst/>
            </a:prstGeom>
            <a:solidFill>
              <a:srgbClr val="FF3300"/>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pPr>
              <a:endParaRPr lang="en-IN" sz="1400" b="0" strike="noStrike" spc="-1">
                <a:solidFill>
                  <a:srgbClr val="000000"/>
                </a:solidFill>
                <a:latin typeface="Arial" panose="020B0604020202090204"/>
                <a:ea typeface="DejaVu Sans"/>
              </a:endParaRPr>
            </a:p>
          </p:txBody>
        </p:sp>
        <p:pic>
          <p:nvPicPr>
            <p:cNvPr id="118" name="Google Shape;21;p13" descr="LOGO.gif"/>
            <p:cNvPicPr/>
            <p:nvPr/>
          </p:nvPicPr>
          <p:blipFill>
            <a:blip r:embed="rId14"/>
            <a:srcRect b="10723"/>
            <a:stretch>
              <a:fillRect/>
            </a:stretch>
          </p:blipFill>
          <p:spPr>
            <a:xfrm>
              <a:off x="6553080" y="228600"/>
              <a:ext cx="2056320" cy="633960"/>
            </a:xfrm>
            <a:prstGeom prst="rect">
              <a:avLst/>
            </a:prstGeom>
            <a:ln w="0">
              <a:noFill/>
            </a:ln>
          </p:spPr>
        </p:pic>
        <p:sp>
          <p:nvSpPr>
            <p:cNvPr id="119" name="Google Shape;22;p13"/>
            <p:cNvSpPr/>
            <p:nvPr/>
          </p:nvSpPr>
          <p:spPr>
            <a:xfrm>
              <a:off x="6527880" y="190440"/>
              <a:ext cx="2075400" cy="684720"/>
            </a:xfrm>
            <a:prstGeom prst="rect">
              <a:avLst/>
            </a:prstGeom>
            <a:solidFill>
              <a:schemeClr val="lt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pPr>
              <a:endParaRPr lang="en-IN" sz="1400" b="0" strike="noStrike" spc="-1">
                <a:solidFill>
                  <a:srgbClr val="000000"/>
                </a:solidFill>
                <a:latin typeface="Arial" panose="020B0604020202090204"/>
                <a:ea typeface="DejaVu Sans"/>
              </a:endParaRPr>
            </a:p>
          </p:txBody>
        </p:sp>
      </p:grpSp>
      <p:pic>
        <p:nvPicPr>
          <p:cNvPr id="120" name="Google Shape;23;p13" descr="logo.jpg"/>
          <p:cNvPicPr/>
          <p:nvPr/>
        </p:nvPicPr>
        <p:blipFill>
          <a:blip r:embed="rId15"/>
          <a:stretch>
            <a:fillRect/>
          </a:stretch>
        </p:blipFill>
        <p:spPr>
          <a:xfrm>
            <a:off x="6553080" y="228600"/>
            <a:ext cx="1919880" cy="608400"/>
          </a:xfrm>
          <a:prstGeom prst="rect">
            <a:avLst/>
          </a:prstGeom>
          <a:ln w="0">
            <a:noFill/>
          </a:ln>
        </p:spPr>
      </p:pic>
      <p:sp>
        <p:nvSpPr>
          <p:cNvPr id="121" name="PlaceHolder 1"/>
          <p:cNvSpPr>
            <a:spLocks noGrp="1"/>
          </p:cNvSpPr>
          <p:nvPr>
            <p:ph type="title"/>
          </p:nvPr>
        </p:nvSpPr>
        <p:spPr>
          <a:xfrm>
            <a:off x="685800" y="685800"/>
            <a:ext cx="7771320" cy="2126160"/>
          </a:xfrm>
          <a:prstGeom prst="rect">
            <a:avLst/>
          </a:prstGeom>
          <a:noFill/>
          <a:ln w="0">
            <a:noFill/>
          </a:ln>
        </p:spPr>
        <p:txBody>
          <a:bodyPr lIns="0" tIns="0" rIns="0" bIns="0" anchor="ctr">
            <a:noAutofit/>
          </a:bodyPr>
          <a:lstStyle/>
          <a:p>
            <a:pPr indent="0">
              <a:buNone/>
            </a:pPr>
            <a:r>
              <a:rPr lang="en-US" sz="4400" b="0" strike="noStrike" spc="-1">
                <a:solidFill>
                  <a:srgbClr val="000000"/>
                </a:solidFill>
                <a:latin typeface="Arial" panose="020B0604020202090204"/>
              </a:rPr>
              <a:t>Click to edit the title text format</a:t>
            </a:r>
          </a:p>
        </p:txBody>
      </p:sp>
      <p:sp>
        <p:nvSpPr>
          <p:cNvPr id="122" name="PlaceHolder 2"/>
          <p:cNvSpPr>
            <a:spLocks noGrp="1"/>
          </p:cNvSpPr>
          <p:nvPr>
            <p:ph type="body"/>
          </p:nvPr>
        </p:nvSpPr>
        <p:spPr>
          <a:xfrm>
            <a:off x="457200" y="1604520"/>
            <a:ext cx="8229240" cy="3977280"/>
          </a:xfrm>
          <a:prstGeom prst="rect">
            <a:avLst/>
          </a:prstGeom>
          <a:noFill/>
          <a:ln w="0">
            <a:noFill/>
          </a:ln>
        </p:spPr>
        <p:txBody>
          <a:bodyPr lIns="0" tIns="0" rIns="0" bIns="0" anchor="t">
            <a:normAutofit/>
          </a:bodyPr>
          <a:lstStyle/>
          <a:p>
            <a:pPr marL="431800" indent="-323850">
              <a:lnSpc>
                <a:spcPct val="90000"/>
              </a:lnSpc>
              <a:spcBef>
                <a:spcPts val="1415"/>
              </a:spcBef>
              <a:buClr>
                <a:srgbClr val="000000"/>
              </a:buClr>
              <a:buSzPct val="45000"/>
              <a:buFont typeface="Wingdings" panose="05000000000000000000" pitchFamily="2" charset="2"/>
              <a:buChar char=""/>
            </a:pPr>
            <a:r>
              <a:rPr lang="en-US" sz="2800" b="0" strike="noStrike" spc="-1">
                <a:solidFill>
                  <a:srgbClr val="000000"/>
                </a:solidFill>
                <a:latin typeface="Arial" panose="020B0604020202090204"/>
              </a:rPr>
              <a:t>Click to edit the outline text format</a:t>
            </a:r>
          </a:p>
          <a:p>
            <a:pPr marL="864235" lvl="1" indent="-323850">
              <a:lnSpc>
                <a:spcPct val="90000"/>
              </a:lnSpc>
              <a:spcBef>
                <a:spcPts val="1135"/>
              </a:spcBef>
              <a:buClr>
                <a:srgbClr val="000000"/>
              </a:buClr>
              <a:buSzPct val="75000"/>
              <a:buFont typeface="Symbol" charset="2"/>
              <a:buChar char=""/>
            </a:pPr>
            <a:r>
              <a:rPr lang="en-US" sz="2000" b="0" strike="noStrike" spc="-1">
                <a:solidFill>
                  <a:srgbClr val="000000"/>
                </a:solidFill>
                <a:latin typeface="Arial" panose="020B0604020202090204"/>
              </a:rPr>
              <a:t>Second Outline Level</a:t>
            </a:r>
          </a:p>
          <a:p>
            <a:pPr marL="1296035" lvl="2" indent="-288290">
              <a:lnSpc>
                <a:spcPct val="90000"/>
              </a:lnSpc>
              <a:spcBef>
                <a:spcPts val="850"/>
              </a:spcBef>
              <a:buClr>
                <a:srgbClr val="000000"/>
              </a:buClr>
              <a:buSzPct val="45000"/>
              <a:buFont typeface="Wingdings" panose="05000000000000000000" pitchFamily="2" charset="2"/>
              <a:buChar char=""/>
            </a:pPr>
            <a:r>
              <a:rPr lang="en-US" sz="1800" b="0" strike="noStrike" spc="-1">
                <a:solidFill>
                  <a:srgbClr val="000000"/>
                </a:solidFill>
                <a:latin typeface="Arial" panose="020B0604020202090204"/>
              </a:rPr>
              <a:t>Third Outline Level</a:t>
            </a:r>
          </a:p>
          <a:p>
            <a:pPr marL="1727835" lvl="3" indent="-215900">
              <a:lnSpc>
                <a:spcPct val="90000"/>
              </a:lnSpc>
              <a:spcBef>
                <a:spcPts val="565"/>
              </a:spcBef>
              <a:buClr>
                <a:srgbClr val="000000"/>
              </a:buClr>
              <a:buSzPct val="75000"/>
              <a:buFont typeface="Symbol" charset="2"/>
              <a:buChar char=""/>
            </a:pPr>
            <a:r>
              <a:rPr lang="en-US" sz="1800" b="0" strike="noStrike" spc="-1">
                <a:solidFill>
                  <a:srgbClr val="000000"/>
                </a:solidFill>
                <a:latin typeface="Arial" panose="020B0604020202090204"/>
              </a:rPr>
              <a:t>Fourth Outline Level</a:t>
            </a:r>
          </a:p>
          <a:p>
            <a:pPr marL="2160270" lvl="4" indent="-215900">
              <a:lnSpc>
                <a:spcPct val="90000"/>
              </a:lnSpc>
              <a:spcBef>
                <a:spcPts val="285"/>
              </a:spcBef>
              <a:buClr>
                <a:srgbClr val="000000"/>
              </a:buClr>
              <a:buSzPct val="45000"/>
              <a:buFont typeface="Wingdings" panose="05000000000000000000" pitchFamily="2" charset="2"/>
              <a:buChar char=""/>
            </a:pPr>
            <a:r>
              <a:rPr lang="en-US" sz="2000" b="0" strike="noStrike" spc="-1">
                <a:solidFill>
                  <a:srgbClr val="000000"/>
                </a:solidFill>
                <a:latin typeface="Arial" panose="020B0604020202090204"/>
              </a:rPr>
              <a:t>Fifth Outline Level</a:t>
            </a:r>
          </a:p>
          <a:p>
            <a:pPr marL="2592070" lvl="5" indent="-215900">
              <a:lnSpc>
                <a:spcPct val="90000"/>
              </a:lnSpc>
              <a:spcBef>
                <a:spcPts val="285"/>
              </a:spcBef>
              <a:buClr>
                <a:srgbClr val="000000"/>
              </a:buClr>
              <a:buSzPct val="45000"/>
              <a:buFont typeface="Wingdings" panose="05000000000000000000" pitchFamily="2" charset="2"/>
              <a:buChar char=""/>
            </a:pPr>
            <a:r>
              <a:rPr lang="en-US" sz="2000" b="0" strike="noStrike" spc="-1">
                <a:solidFill>
                  <a:srgbClr val="000000"/>
                </a:solidFill>
                <a:latin typeface="Arial" panose="020B0604020202090204"/>
              </a:rPr>
              <a:t>Sixth Outline Level</a:t>
            </a:r>
          </a:p>
          <a:p>
            <a:pPr marL="3023870" lvl="6" indent="-215900">
              <a:lnSpc>
                <a:spcPct val="90000"/>
              </a:lnSpc>
              <a:spcBef>
                <a:spcPts val="285"/>
              </a:spcBef>
              <a:buClr>
                <a:srgbClr val="000000"/>
              </a:buClr>
              <a:buSzPct val="45000"/>
              <a:buFont typeface="Wingdings" panose="05000000000000000000" pitchFamily="2" charset="2"/>
              <a:buChar char=""/>
            </a:pPr>
            <a:r>
              <a:rPr lang="en-US" sz="2000" b="0" strike="noStrike" spc="-1">
                <a:solidFill>
                  <a:srgbClr val="000000"/>
                </a:solidFill>
                <a:latin typeface="Arial" panose="020B0604020202090204"/>
              </a:rPr>
              <a:t>Seventh Outline Level</a:t>
            </a:r>
          </a:p>
        </p:txBody>
      </p:sp>
    </p:spTree>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159" name="Google Shape;15;p13"/>
          <p:cNvSpPr/>
          <p:nvPr/>
        </p:nvSpPr>
        <p:spPr>
          <a:xfrm>
            <a:off x="0" y="0"/>
            <a:ext cx="9142920" cy="837000"/>
          </a:xfrm>
          <a:prstGeom prst="rect">
            <a:avLst/>
          </a:prstGeom>
          <a:solidFill>
            <a:srgbClr val="FF3300"/>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pPr>
            <a:endParaRPr lang="en-IN" sz="1400" b="0" strike="noStrike" spc="-1">
              <a:solidFill>
                <a:srgbClr val="000000"/>
              </a:solidFill>
              <a:latin typeface="Arial" panose="020B0604020202090204"/>
              <a:ea typeface="DejaVu Sans"/>
            </a:endParaRPr>
          </a:p>
        </p:txBody>
      </p:sp>
      <p:sp>
        <p:nvSpPr>
          <p:cNvPr id="160" name="Google Shape;16;p13"/>
          <p:cNvSpPr/>
          <p:nvPr/>
        </p:nvSpPr>
        <p:spPr>
          <a:xfrm rot="10800000" flipH="1">
            <a:off x="-360" y="6706800"/>
            <a:ext cx="9142920" cy="196920"/>
          </a:xfrm>
          <a:prstGeom prst="rect">
            <a:avLst/>
          </a:prstGeom>
          <a:solidFill>
            <a:srgbClr val="FF0000"/>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pPr>
            <a:endParaRPr lang="en-IN" sz="1400" b="0" strike="noStrike" spc="-1">
              <a:solidFill>
                <a:srgbClr val="000000"/>
              </a:solidFill>
              <a:latin typeface="Arial" panose="020B0604020202090204"/>
              <a:ea typeface="DejaVu Sans"/>
            </a:endParaRPr>
          </a:p>
        </p:txBody>
      </p:sp>
      <p:pic>
        <p:nvPicPr>
          <p:cNvPr id="161" name="Google Shape;17;p13" descr="LOGO.gif"/>
          <p:cNvPicPr/>
          <p:nvPr/>
        </p:nvPicPr>
        <p:blipFill>
          <a:blip r:embed="rId14"/>
          <a:srcRect b="10723"/>
          <a:stretch>
            <a:fillRect/>
          </a:stretch>
        </p:blipFill>
        <p:spPr>
          <a:xfrm>
            <a:off x="6553080" y="228600"/>
            <a:ext cx="2056320" cy="633960"/>
          </a:xfrm>
          <a:prstGeom prst="rect">
            <a:avLst/>
          </a:prstGeom>
          <a:ln w="0">
            <a:noFill/>
          </a:ln>
        </p:spPr>
      </p:pic>
      <p:pic>
        <p:nvPicPr>
          <p:cNvPr id="162" name="Google Shape;18;p13" descr="LOGO.gif"/>
          <p:cNvPicPr/>
          <p:nvPr/>
        </p:nvPicPr>
        <p:blipFill>
          <a:blip r:embed="rId14"/>
          <a:srcRect b="10723"/>
          <a:stretch>
            <a:fillRect/>
          </a:stretch>
        </p:blipFill>
        <p:spPr>
          <a:xfrm>
            <a:off x="6553080" y="228600"/>
            <a:ext cx="2056320" cy="633960"/>
          </a:xfrm>
          <a:prstGeom prst="rect">
            <a:avLst/>
          </a:prstGeom>
          <a:ln w="0">
            <a:noFill/>
          </a:ln>
        </p:spPr>
      </p:pic>
      <p:grpSp>
        <p:nvGrpSpPr>
          <p:cNvPr id="163" name="Google Shape;19;p13"/>
          <p:cNvGrpSpPr/>
          <p:nvPr/>
        </p:nvGrpSpPr>
        <p:grpSpPr>
          <a:xfrm>
            <a:off x="6146640" y="0"/>
            <a:ext cx="2996280" cy="875160"/>
            <a:chOff x="6146640" y="0"/>
            <a:chExt cx="2996280" cy="875160"/>
          </a:xfrm>
        </p:grpSpPr>
        <p:sp>
          <p:nvSpPr>
            <p:cNvPr id="164" name="Google Shape;20;p13"/>
            <p:cNvSpPr/>
            <p:nvPr/>
          </p:nvSpPr>
          <p:spPr>
            <a:xfrm>
              <a:off x="6146640" y="0"/>
              <a:ext cx="2996280" cy="837000"/>
            </a:xfrm>
            <a:prstGeom prst="rect">
              <a:avLst/>
            </a:prstGeom>
            <a:solidFill>
              <a:srgbClr val="FF3300"/>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pPr>
              <a:endParaRPr lang="en-IN" sz="1400" b="0" strike="noStrike" spc="-1">
                <a:solidFill>
                  <a:srgbClr val="000000"/>
                </a:solidFill>
                <a:latin typeface="Arial" panose="020B0604020202090204"/>
                <a:ea typeface="DejaVu Sans"/>
              </a:endParaRPr>
            </a:p>
          </p:txBody>
        </p:sp>
        <p:pic>
          <p:nvPicPr>
            <p:cNvPr id="165" name="Google Shape;21;p13" descr="LOGO.gif"/>
            <p:cNvPicPr/>
            <p:nvPr/>
          </p:nvPicPr>
          <p:blipFill>
            <a:blip r:embed="rId14"/>
            <a:srcRect b="10723"/>
            <a:stretch>
              <a:fillRect/>
            </a:stretch>
          </p:blipFill>
          <p:spPr>
            <a:xfrm>
              <a:off x="6553080" y="228600"/>
              <a:ext cx="2056320" cy="633960"/>
            </a:xfrm>
            <a:prstGeom prst="rect">
              <a:avLst/>
            </a:prstGeom>
            <a:ln w="0">
              <a:noFill/>
            </a:ln>
          </p:spPr>
        </p:pic>
        <p:sp>
          <p:nvSpPr>
            <p:cNvPr id="166" name="Google Shape;22;p13"/>
            <p:cNvSpPr/>
            <p:nvPr/>
          </p:nvSpPr>
          <p:spPr>
            <a:xfrm>
              <a:off x="6527880" y="190440"/>
              <a:ext cx="2075400" cy="684720"/>
            </a:xfrm>
            <a:prstGeom prst="rect">
              <a:avLst/>
            </a:prstGeom>
            <a:solidFill>
              <a:schemeClr val="lt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pPr>
              <a:endParaRPr lang="en-IN" sz="1400" b="0" strike="noStrike" spc="-1">
                <a:solidFill>
                  <a:srgbClr val="000000"/>
                </a:solidFill>
                <a:latin typeface="Arial" panose="020B0604020202090204"/>
                <a:ea typeface="DejaVu Sans"/>
              </a:endParaRPr>
            </a:p>
          </p:txBody>
        </p:sp>
      </p:grpSp>
      <p:pic>
        <p:nvPicPr>
          <p:cNvPr id="167" name="Google Shape;23;p13" descr="logo.jpg"/>
          <p:cNvPicPr/>
          <p:nvPr/>
        </p:nvPicPr>
        <p:blipFill>
          <a:blip r:embed="rId15"/>
          <a:stretch>
            <a:fillRect/>
          </a:stretch>
        </p:blipFill>
        <p:spPr>
          <a:xfrm>
            <a:off x="6553080" y="228600"/>
            <a:ext cx="1919880" cy="608400"/>
          </a:xfrm>
          <a:prstGeom prst="rect">
            <a:avLst/>
          </a:prstGeom>
          <a:ln w="0">
            <a:noFill/>
          </a:ln>
        </p:spPr>
      </p:pic>
      <p:sp>
        <p:nvSpPr>
          <p:cNvPr id="168" name="PlaceHolder 1"/>
          <p:cNvSpPr>
            <a:spLocks noGrp="1"/>
          </p:cNvSpPr>
          <p:nvPr>
            <p:ph type="title"/>
          </p:nvPr>
        </p:nvSpPr>
        <p:spPr>
          <a:xfrm>
            <a:off x="685800" y="685800"/>
            <a:ext cx="7771320" cy="2126160"/>
          </a:xfrm>
          <a:prstGeom prst="rect">
            <a:avLst/>
          </a:prstGeom>
          <a:noFill/>
          <a:ln w="0">
            <a:noFill/>
          </a:ln>
        </p:spPr>
        <p:txBody>
          <a:bodyPr lIns="0" tIns="0" rIns="0" bIns="0" anchor="ctr">
            <a:noAutofit/>
          </a:bodyPr>
          <a:lstStyle/>
          <a:p>
            <a:pPr indent="0">
              <a:buNone/>
            </a:pPr>
            <a:r>
              <a:rPr lang="en-US" sz="4400" b="0" strike="noStrike" spc="-1">
                <a:solidFill>
                  <a:srgbClr val="000000"/>
                </a:solidFill>
                <a:latin typeface="Arial" panose="020B0604020202090204"/>
              </a:rPr>
              <a:t>Click to edit the title text format</a:t>
            </a:r>
          </a:p>
        </p:txBody>
      </p:sp>
      <p:sp>
        <p:nvSpPr>
          <p:cNvPr id="169" name="PlaceHolder 2"/>
          <p:cNvSpPr>
            <a:spLocks noGrp="1"/>
          </p:cNvSpPr>
          <p:nvPr>
            <p:ph type="body"/>
          </p:nvPr>
        </p:nvSpPr>
        <p:spPr>
          <a:xfrm>
            <a:off x="457200" y="1604520"/>
            <a:ext cx="8228880" cy="3976920"/>
          </a:xfrm>
          <a:prstGeom prst="rect">
            <a:avLst/>
          </a:prstGeom>
          <a:noFill/>
          <a:ln w="0">
            <a:noFill/>
          </a:ln>
        </p:spPr>
        <p:txBody>
          <a:bodyPr lIns="0" tIns="0" rIns="0" bIns="0" anchor="t">
            <a:normAutofit/>
          </a:bodyPr>
          <a:lstStyle/>
          <a:p>
            <a:pPr marL="431800" indent="-323850">
              <a:lnSpc>
                <a:spcPct val="90000"/>
              </a:lnSpc>
              <a:spcBef>
                <a:spcPts val="1415"/>
              </a:spcBef>
              <a:buClr>
                <a:srgbClr val="000000"/>
              </a:buClr>
              <a:buSzPct val="45000"/>
              <a:buFont typeface="Wingdings" panose="05000000000000000000" pitchFamily="2" charset="2"/>
              <a:buChar char=""/>
            </a:pPr>
            <a:r>
              <a:rPr lang="en-US" sz="2800" b="0" strike="noStrike" spc="-1">
                <a:solidFill>
                  <a:srgbClr val="000000"/>
                </a:solidFill>
                <a:latin typeface="Arial" panose="020B0604020202090204"/>
              </a:rPr>
              <a:t>Click to edit the outline text format</a:t>
            </a:r>
          </a:p>
          <a:p>
            <a:pPr marL="864235" lvl="1" indent="-323850">
              <a:lnSpc>
                <a:spcPct val="90000"/>
              </a:lnSpc>
              <a:spcBef>
                <a:spcPts val="1135"/>
              </a:spcBef>
              <a:buClr>
                <a:srgbClr val="000000"/>
              </a:buClr>
              <a:buSzPct val="75000"/>
              <a:buFont typeface="Symbol" charset="2"/>
              <a:buChar char=""/>
            </a:pPr>
            <a:r>
              <a:rPr lang="en-US" sz="2800" b="0" strike="noStrike" spc="-1">
                <a:solidFill>
                  <a:srgbClr val="000000"/>
                </a:solidFill>
                <a:latin typeface="Arial" panose="020B0604020202090204"/>
              </a:rPr>
              <a:t>Second Outline Level</a:t>
            </a:r>
          </a:p>
          <a:p>
            <a:pPr marL="1296035" lvl="2" indent="-288290">
              <a:lnSpc>
                <a:spcPct val="90000"/>
              </a:lnSpc>
              <a:spcBef>
                <a:spcPts val="850"/>
              </a:spcBef>
              <a:buClr>
                <a:srgbClr val="000000"/>
              </a:buClr>
              <a:buSzPct val="45000"/>
              <a:buFont typeface="Wingdings" panose="05000000000000000000" pitchFamily="2" charset="2"/>
              <a:buChar char=""/>
            </a:pPr>
            <a:r>
              <a:rPr lang="en-US" sz="2800" b="0" strike="noStrike" spc="-1">
                <a:solidFill>
                  <a:srgbClr val="000000"/>
                </a:solidFill>
                <a:latin typeface="Arial" panose="020B0604020202090204"/>
              </a:rPr>
              <a:t>Third Outline Level</a:t>
            </a:r>
          </a:p>
          <a:p>
            <a:pPr marL="1727835" lvl="3" indent="-215900">
              <a:lnSpc>
                <a:spcPct val="90000"/>
              </a:lnSpc>
              <a:spcBef>
                <a:spcPts val="565"/>
              </a:spcBef>
              <a:buClr>
                <a:srgbClr val="000000"/>
              </a:buClr>
              <a:buSzPct val="75000"/>
              <a:buFont typeface="Symbol" charset="2"/>
              <a:buChar char=""/>
            </a:pPr>
            <a:r>
              <a:rPr lang="en-US" sz="2800" b="0" strike="noStrike" spc="-1">
                <a:solidFill>
                  <a:srgbClr val="000000"/>
                </a:solidFill>
                <a:latin typeface="Arial" panose="020B0604020202090204"/>
              </a:rPr>
              <a:t>Fourth Outline Level</a:t>
            </a:r>
          </a:p>
          <a:p>
            <a:pPr marL="2160270" lvl="4" indent="-215900">
              <a:lnSpc>
                <a:spcPct val="90000"/>
              </a:lnSpc>
              <a:spcBef>
                <a:spcPts val="285"/>
              </a:spcBef>
              <a:buClr>
                <a:srgbClr val="000000"/>
              </a:buClr>
              <a:buSzPct val="45000"/>
              <a:buFont typeface="Wingdings" panose="05000000000000000000" pitchFamily="2" charset="2"/>
              <a:buChar char=""/>
            </a:pPr>
            <a:r>
              <a:rPr lang="en-US" sz="2800" b="0" strike="noStrike" spc="-1">
                <a:solidFill>
                  <a:srgbClr val="000000"/>
                </a:solidFill>
                <a:latin typeface="Arial" panose="020B0604020202090204"/>
              </a:rPr>
              <a:t>Fifth Outline Level</a:t>
            </a:r>
          </a:p>
          <a:p>
            <a:pPr marL="2592070" lvl="5" indent="-215900">
              <a:lnSpc>
                <a:spcPct val="90000"/>
              </a:lnSpc>
              <a:spcBef>
                <a:spcPts val="285"/>
              </a:spcBef>
              <a:buClr>
                <a:srgbClr val="000000"/>
              </a:buClr>
              <a:buSzPct val="45000"/>
              <a:buFont typeface="Wingdings" panose="05000000000000000000" pitchFamily="2" charset="2"/>
              <a:buChar char=""/>
            </a:pPr>
            <a:r>
              <a:rPr lang="en-US" sz="2800" b="0" strike="noStrike" spc="-1">
                <a:solidFill>
                  <a:srgbClr val="000000"/>
                </a:solidFill>
                <a:latin typeface="Arial" panose="020B0604020202090204"/>
              </a:rPr>
              <a:t>Sixth Outline Level</a:t>
            </a:r>
          </a:p>
          <a:p>
            <a:pPr marL="3023870" lvl="6" indent="-215900">
              <a:lnSpc>
                <a:spcPct val="90000"/>
              </a:lnSpc>
              <a:spcBef>
                <a:spcPts val="285"/>
              </a:spcBef>
              <a:buClr>
                <a:srgbClr val="000000"/>
              </a:buClr>
              <a:buSzPct val="45000"/>
              <a:buFont typeface="Wingdings" panose="05000000000000000000" pitchFamily="2" charset="2"/>
              <a:buChar char=""/>
            </a:pPr>
            <a:r>
              <a:rPr lang="en-US" sz="2800" b="0" strike="noStrike" spc="-1">
                <a:solidFill>
                  <a:srgbClr val="000000"/>
                </a:solidFill>
                <a:latin typeface="Arial" panose="020B0604020202090204"/>
              </a:rPr>
              <a:t>Seventh Outline Level</a:t>
            </a:r>
          </a:p>
        </p:txBody>
      </p:sp>
    </p:spTree>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 id="2147483699"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www.geeksforgeeks.org/ms-dos-operating-system/" TargetMode="Externa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2.xml"/><Relationship Id="rId1" Type="http://schemas.openxmlformats.org/officeDocument/2006/relationships/slideLayout" Target="../slideLayouts/slideLayout29.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4.xml"/><Relationship Id="rId1" Type="http://schemas.openxmlformats.org/officeDocument/2006/relationships/slideLayout" Target="../slideLayouts/slideLayout29.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 name="Google Shape;40;p1"/>
          <p:cNvSpPr/>
          <p:nvPr/>
        </p:nvSpPr>
        <p:spPr>
          <a:xfrm>
            <a:off x="1219320" y="990720"/>
            <a:ext cx="6552000" cy="1980000"/>
          </a:xfrm>
          <a:prstGeom prst="rect">
            <a:avLst/>
          </a:prstGeom>
          <a:noFill/>
          <a:ln w="0">
            <a:noFill/>
          </a:ln>
        </p:spPr>
        <p:style>
          <a:lnRef idx="0">
            <a:scrgbClr r="0" g="0" b="0"/>
          </a:lnRef>
          <a:fillRef idx="0">
            <a:scrgbClr r="0" g="0" b="0"/>
          </a:fillRef>
          <a:effectRef idx="0">
            <a:scrgbClr r="0" g="0" b="0"/>
          </a:effectRef>
          <a:fontRef idx="minor"/>
        </p:style>
        <p:txBody>
          <a:bodyPr lIns="90000" tIns="33120" rIns="90000" bIns="45000" anchor="ctr">
            <a:noAutofit/>
          </a:bodyPr>
          <a:lstStyle/>
          <a:p>
            <a:pPr algn="ctr">
              <a:lnSpc>
                <a:spcPct val="100000"/>
              </a:lnSpc>
              <a:tabLst>
                <a:tab pos="0" algn="l"/>
              </a:tabLst>
            </a:pPr>
            <a:r>
              <a:rPr lang="en-US" sz="3600" b="1" strike="noStrike" spc="-1">
                <a:solidFill>
                  <a:srgbClr val="3A30FA"/>
                </a:solidFill>
                <a:latin typeface="Times New Roman" panose="02020503050405090304"/>
                <a:ea typeface="Calibri"/>
              </a:rPr>
              <a:t>OS Structure</a:t>
            </a:r>
            <a:endParaRPr lang="en-IN" sz="3600" b="0" strike="noStrike" spc="-1">
              <a:solidFill>
                <a:srgbClr val="000000"/>
              </a:solidFill>
              <a:latin typeface="Arial" panose="020B0604020202090204"/>
            </a:endParaRPr>
          </a:p>
        </p:txBody>
      </p:sp>
      <p:sp>
        <p:nvSpPr>
          <p:cNvPr id="214" name="Google Shape;42;p1"/>
          <p:cNvSpPr/>
          <p:nvPr/>
        </p:nvSpPr>
        <p:spPr>
          <a:xfrm>
            <a:off x="1905120" y="5253480"/>
            <a:ext cx="615024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tabLst>
                <a:tab pos="0" algn="l"/>
              </a:tabLst>
            </a:pPr>
            <a:r>
              <a:rPr lang="en-US" sz="1800" b="0" strike="noStrike" spc="-1">
                <a:solidFill>
                  <a:srgbClr val="FF0000"/>
                </a:solidFill>
                <a:latin typeface="Times New Roman" panose="02020503050405090304"/>
                <a:ea typeface="Arial" panose="020B0604020202090204"/>
              </a:rPr>
              <a:t>Chitkara University Institute of Engineering and Technology,</a:t>
            </a:r>
            <a:endParaRPr lang="en-IN" sz="1800" b="0" strike="noStrike" spc="-1">
              <a:solidFill>
                <a:srgbClr val="000000"/>
              </a:solidFill>
              <a:latin typeface="Arial" panose="020B0604020202090204"/>
            </a:endParaRPr>
          </a:p>
          <a:p>
            <a:pPr algn="ctr">
              <a:lnSpc>
                <a:spcPct val="100000"/>
              </a:lnSpc>
              <a:tabLst>
                <a:tab pos="0" algn="l"/>
              </a:tabLst>
            </a:pPr>
            <a:r>
              <a:rPr lang="en-US" sz="1800" b="0" strike="noStrike" spc="-1">
                <a:solidFill>
                  <a:srgbClr val="FF0000"/>
                </a:solidFill>
                <a:latin typeface="Times New Roman" panose="02020503050405090304"/>
                <a:ea typeface="Arial" panose="020B0604020202090204"/>
              </a:rPr>
              <a:t>Chitkara University, Punjab</a:t>
            </a:r>
            <a:endParaRPr lang="en-IN" sz="1800" b="0" strike="noStrike" spc="-1">
              <a:solidFill>
                <a:srgbClr val="000000"/>
              </a:solidFill>
              <a:latin typeface="Arial" panose="020B06040202020902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 name="PlaceHolder 1"/>
          <p:cNvSpPr>
            <a:spLocks noGrp="1"/>
          </p:cNvSpPr>
          <p:nvPr>
            <p:ph type="title"/>
          </p:nvPr>
        </p:nvSpPr>
        <p:spPr>
          <a:xfrm>
            <a:off x="355680" y="117720"/>
            <a:ext cx="8552520" cy="575280"/>
          </a:xfrm>
          <a:prstGeom prst="rect">
            <a:avLst/>
          </a:prstGeom>
          <a:noFill/>
          <a:ln w="0">
            <a:noFill/>
          </a:ln>
        </p:spPr>
        <p:txBody>
          <a:bodyPr lIns="90000" tIns="45000" rIns="90000" bIns="45000" anchor="b">
            <a:noAutofit/>
          </a:bodyPr>
          <a:lstStyle/>
          <a:p>
            <a:pPr indent="0">
              <a:lnSpc>
                <a:spcPct val="100000"/>
              </a:lnSpc>
              <a:buNone/>
              <a:tabLst>
                <a:tab pos="0" algn="l"/>
              </a:tabLst>
            </a:pPr>
            <a:r>
              <a:rPr lang="en-US" sz="3000" b="1" strike="noStrike" spc="-1">
                <a:solidFill>
                  <a:srgbClr val="006699"/>
                </a:solidFill>
                <a:latin typeface="Arial" panose="020B0604020202090204"/>
                <a:ea typeface="Arial" panose="020B0604020202090204"/>
              </a:rPr>
              <a:t>Content</a:t>
            </a:r>
            <a:endParaRPr lang="en-US" sz="3000" b="0" strike="noStrike" spc="-1">
              <a:solidFill>
                <a:srgbClr val="000000"/>
              </a:solidFill>
              <a:latin typeface="Arial" panose="020B0604020202090204"/>
            </a:endParaRPr>
          </a:p>
        </p:txBody>
      </p:sp>
      <p:sp>
        <p:nvSpPr>
          <p:cNvPr id="216" name="PlaceHolder 2"/>
          <p:cNvSpPr>
            <a:spLocks noGrp="1"/>
          </p:cNvSpPr>
          <p:nvPr>
            <p:ph/>
          </p:nvPr>
        </p:nvSpPr>
        <p:spPr>
          <a:xfrm>
            <a:off x="262800" y="1049760"/>
            <a:ext cx="8228520" cy="4529520"/>
          </a:xfrm>
          <a:prstGeom prst="rect">
            <a:avLst/>
          </a:prstGeom>
          <a:noFill/>
          <a:ln w="0">
            <a:noFill/>
          </a:ln>
        </p:spPr>
        <p:txBody>
          <a:bodyPr lIns="90000" tIns="45000" rIns="90000" bIns="45000" anchor="t">
            <a:noAutofit/>
          </a:bodyPr>
          <a:lstStyle/>
          <a:p>
            <a:pPr marL="342900" indent="-342900">
              <a:lnSpc>
                <a:spcPct val="100000"/>
              </a:lnSpc>
              <a:spcBef>
                <a:spcPts val="1000"/>
              </a:spcBef>
              <a:buClr>
                <a:srgbClr val="993300"/>
              </a:buClr>
              <a:buFont typeface="Arial" panose="020B0604020202090204"/>
              <a:buChar char="●"/>
            </a:pPr>
            <a:r>
              <a:rPr lang="en-US" sz="1800" b="0" strike="noStrike" spc="-1">
                <a:solidFill>
                  <a:schemeClr val="dk1"/>
                </a:solidFill>
                <a:latin typeface="Times New Roman" panose="02020503050405090304"/>
                <a:ea typeface="Helvetica Neue" panose="02000503000000020004"/>
              </a:rPr>
              <a:t>Operating System Structures</a:t>
            </a:r>
            <a:endParaRPr lang="en-US" sz="1800" b="0" strike="noStrike" spc="-1">
              <a:solidFill>
                <a:srgbClr val="000000"/>
              </a:solidFill>
              <a:latin typeface="Arial" panose="020B0604020202090204"/>
            </a:endParaRPr>
          </a:p>
          <a:p>
            <a:pPr marL="342900" indent="-342900">
              <a:lnSpc>
                <a:spcPct val="100000"/>
              </a:lnSpc>
              <a:spcBef>
                <a:spcPts val="1000"/>
              </a:spcBef>
              <a:buClr>
                <a:srgbClr val="993300"/>
              </a:buClr>
              <a:buFont typeface="Arial" panose="020B0604020202090204"/>
              <a:buChar char="●"/>
            </a:pPr>
            <a:r>
              <a:rPr lang="en-US" sz="1800" b="0" strike="noStrike" spc="-1">
                <a:solidFill>
                  <a:schemeClr val="dk1"/>
                </a:solidFill>
                <a:latin typeface="Times New Roman" panose="02020503050405090304"/>
                <a:ea typeface="Helvetica Neue" panose="02000503000000020004"/>
              </a:rPr>
              <a:t>Types of Operating System Structures </a:t>
            </a:r>
            <a:endParaRPr lang="en-US" sz="1800" b="0" strike="noStrike" spc="-1">
              <a:solidFill>
                <a:srgbClr val="000000"/>
              </a:solidFill>
              <a:latin typeface="Arial" panose="020B0604020202090204"/>
            </a:endParaRPr>
          </a:p>
          <a:p>
            <a:pPr marL="864235" lvl="1" indent="-323850">
              <a:lnSpc>
                <a:spcPct val="100000"/>
              </a:lnSpc>
              <a:spcBef>
                <a:spcPts val="360"/>
              </a:spcBef>
              <a:buClr>
                <a:srgbClr val="000000"/>
              </a:buClr>
              <a:buSzPct val="75000"/>
              <a:buFont typeface="Symbol"/>
              <a:buChar char=""/>
              <a:tabLst>
                <a:tab pos="0" algn="l"/>
              </a:tabLst>
            </a:pPr>
            <a:r>
              <a:rPr lang="en-US" sz="1800" b="0" strike="noStrike" spc="-1">
                <a:solidFill>
                  <a:schemeClr val="dk1"/>
                </a:solidFill>
                <a:latin typeface="Times New Roman" panose="02020503050405090304"/>
                <a:ea typeface="Times New Roman" panose="02020503050405090304"/>
              </a:rPr>
              <a:t>Simple Structure, Monolithic Structure, Micro-Kernel Structure, Hybrid-Kernel Structure, Exo-Kernel Structure, Layered Structure, Modular Structure, Virtual Machines</a:t>
            </a:r>
            <a:endParaRPr lang="en-US" sz="1800" b="0" strike="noStrike" spc="-1">
              <a:solidFill>
                <a:srgbClr val="000000"/>
              </a:solidFill>
              <a:latin typeface="Arial" panose="020B0604020202090204"/>
            </a:endParaRPr>
          </a:p>
          <a:p>
            <a:pPr marL="342900" indent="-342900">
              <a:lnSpc>
                <a:spcPct val="100000"/>
              </a:lnSpc>
              <a:spcBef>
                <a:spcPts val="1000"/>
              </a:spcBef>
              <a:buClr>
                <a:srgbClr val="993300"/>
              </a:buClr>
              <a:buFont typeface="Arial" panose="020B0604020202090204"/>
              <a:buChar char="●"/>
              <a:tabLst>
                <a:tab pos="0" algn="l"/>
              </a:tabLst>
            </a:pPr>
            <a:r>
              <a:rPr lang="en-US" sz="1800" b="0" strike="noStrike" spc="-1">
                <a:solidFill>
                  <a:schemeClr val="dk1"/>
                </a:solidFill>
                <a:latin typeface="Times New Roman" panose="02020503050405090304"/>
                <a:ea typeface="Helvetica Neue" panose="02000503000000020004"/>
              </a:rPr>
              <a:t>Components of Operating System </a:t>
            </a:r>
            <a:endParaRPr lang="en-US" sz="1800" b="0" strike="noStrike" spc="-1">
              <a:solidFill>
                <a:srgbClr val="000000"/>
              </a:solidFill>
              <a:latin typeface="Arial" panose="020B0604020202090204"/>
            </a:endParaRPr>
          </a:p>
          <a:p>
            <a:pPr marL="864235" lvl="1" indent="-323850">
              <a:lnSpc>
                <a:spcPct val="100000"/>
              </a:lnSpc>
              <a:spcBef>
                <a:spcPts val="1135"/>
              </a:spcBef>
              <a:buClr>
                <a:srgbClr val="000000"/>
              </a:buClr>
              <a:buSzPct val="75000"/>
              <a:buFont typeface="Symbol"/>
              <a:buChar char=""/>
              <a:tabLst>
                <a:tab pos="0" algn="l"/>
              </a:tabLst>
            </a:pPr>
            <a:r>
              <a:rPr lang="en-US" sz="1800" b="0" strike="noStrike" spc="-1">
                <a:solidFill>
                  <a:schemeClr val="dk1"/>
                </a:solidFill>
                <a:latin typeface="Times New Roman" panose="02020503050405090304"/>
                <a:ea typeface="Helvetica Neue" panose="02000503000000020004"/>
              </a:rPr>
              <a:t>Kernel, Shell</a:t>
            </a:r>
            <a:endParaRPr lang="en-US" sz="1800" b="0" strike="noStrike" spc="-1">
              <a:solidFill>
                <a:srgbClr val="000000"/>
              </a:solidFill>
              <a:latin typeface="Arial" panose="020B0604020202090204"/>
            </a:endParaRPr>
          </a:p>
          <a:p>
            <a:pPr marL="342900" indent="-342900">
              <a:lnSpc>
                <a:spcPct val="100000"/>
              </a:lnSpc>
              <a:spcBef>
                <a:spcPts val="1000"/>
              </a:spcBef>
              <a:buClr>
                <a:srgbClr val="993300"/>
              </a:buClr>
              <a:buFont typeface="Arial" panose="020B0604020202090204"/>
              <a:buChar char="●"/>
              <a:tabLst>
                <a:tab pos="0" algn="l"/>
              </a:tabLst>
            </a:pPr>
            <a:r>
              <a:rPr lang="en-US" sz="1800" b="0" strike="noStrike" spc="-1">
                <a:solidFill>
                  <a:schemeClr val="dk1"/>
                </a:solidFill>
                <a:latin typeface="Times New Roman" panose="02020503050405090304"/>
                <a:ea typeface="Helvetica Neue" panose="02000503000000020004"/>
              </a:rPr>
              <a:t>Operating System Services</a:t>
            </a:r>
            <a:endParaRPr lang="en-US" sz="1800" b="0" strike="noStrike" spc="-1">
              <a:solidFill>
                <a:srgbClr val="000000"/>
              </a:solidFill>
              <a:latin typeface="Arial" panose="020B0604020202090204"/>
            </a:endParaRPr>
          </a:p>
          <a:p>
            <a:pPr marL="342900" indent="-342900">
              <a:lnSpc>
                <a:spcPct val="100000"/>
              </a:lnSpc>
              <a:spcBef>
                <a:spcPts val="630"/>
              </a:spcBef>
              <a:buClr>
                <a:srgbClr val="993300"/>
              </a:buClr>
              <a:buFont typeface="Arial" panose="020B0604020202090204"/>
              <a:buChar char="●"/>
              <a:tabLst>
                <a:tab pos="0" algn="l"/>
              </a:tabLst>
            </a:pPr>
            <a:r>
              <a:rPr lang="en-US" sz="1800" b="0" strike="noStrike" spc="-1">
                <a:solidFill>
                  <a:schemeClr val="dk1"/>
                </a:solidFill>
                <a:latin typeface="Times New Roman" panose="02020503050405090304"/>
                <a:ea typeface="Helvetica Neue" panose="02000503000000020004"/>
              </a:rPr>
              <a:t>User Operating System Interface</a:t>
            </a:r>
            <a:endParaRPr lang="en-US" sz="1800" b="0" strike="noStrike" spc="-1">
              <a:solidFill>
                <a:srgbClr val="000000"/>
              </a:solidFill>
              <a:latin typeface="Arial" panose="020B0604020202090204"/>
            </a:endParaRPr>
          </a:p>
          <a:p>
            <a:pPr marL="342900" indent="-342900">
              <a:lnSpc>
                <a:spcPct val="100000"/>
              </a:lnSpc>
              <a:spcBef>
                <a:spcPts val="630"/>
              </a:spcBef>
              <a:buClr>
                <a:srgbClr val="993300"/>
              </a:buClr>
              <a:buFont typeface="Arial" panose="020B0604020202090204"/>
              <a:buChar char="●"/>
              <a:tabLst>
                <a:tab pos="0" algn="l"/>
              </a:tabLst>
            </a:pPr>
            <a:r>
              <a:rPr lang="en-US" sz="1800" b="0" strike="noStrike" spc="-1">
                <a:solidFill>
                  <a:schemeClr val="dk1"/>
                </a:solidFill>
                <a:latin typeface="Times New Roman" panose="02020503050405090304"/>
                <a:ea typeface="Helvetica Neue" panose="02000503000000020004"/>
              </a:rPr>
              <a:t>System Calls</a:t>
            </a:r>
            <a:endParaRPr lang="en-US" sz="1800" b="0" strike="noStrike" spc="-1">
              <a:solidFill>
                <a:srgbClr val="000000"/>
              </a:solidFill>
              <a:latin typeface="Arial" panose="020B0604020202090204"/>
            </a:endParaRPr>
          </a:p>
          <a:p>
            <a:pPr marL="342900" indent="-342900">
              <a:lnSpc>
                <a:spcPct val="100000"/>
              </a:lnSpc>
              <a:spcBef>
                <a:spcPts val="630"/>
              </a:spcBef>
              <a:buClr>
                <a:srgbClr val="993300"/>
              </a:buClr>
              <a:buFont typeface="Arial" panose="020B0604020202090204"/>
              <a:buChar char="●"/>
              <a:tabLst>
                <a:tab pos="0" algn="l"/>
              </a:tabLst>
            </a:pPr>
            <a:r>
              <a:rPr lang="en-US" sz="1800" b="0" strike="noStrike" spc="-1">
                <a:solidFill>
                  <a:schemeClr val="dk1"/>
                </a:solidFill>
                <a:latin typeface="Times New Roman" panose="02020503050405090304"/>
                <a:ea typeface="Helvetica Neue" panose="02000503000000020004"/>
              </a:rPr>
              <a:t>Types of System Calls</a:t>
            </a:r>
            <a:endParaRPr lang="en-US" sz="1800" b="0" strike="noStrike" spc="-1">
              <a:solidFill>
                <a:srgbClr val="000000"/>
              </a:solidFill>
              <a:latin typeface="Arial" panose="020B0604020202090204"/>
            </a:endParaRPr>
          </a:p>
          <a:p>
            <a:pPr marL="342900" indent="-342900">
              <a:lnSpc>
                <a:spcPct val="100000"/>
              </a:lnSpc>
              <a:spcBef>
                <a:spcPts val="630"/>
              </a:spcBef>
              <a:buClr>
                <a:srgbClr val="993300"/>
              </a:buClr>
              <a:buFont typeface="Arial" panose="020B0604020202090204"/>
              <a:buChar char="●"/>
              <a:tabLst>
                <a:tab pos="0" algn="l"/>
              </a:tabLst>
            </a:pPr>
            <a:r>
              <a:rPr lang="en-US" sz="1800" b="0" strike="noStrike" spc="-1">
                <a:solidFill>
                  <a:schemeClr val="dk1"/>
                </a:solidFill>
                <a:latin typeface="Times New Roman" panose="02020503050405090304"/>
                <a:ea typeface="Helvetica Neue" panose="02000503000000020004"/>
              </a:rPr>
              <a:t>System Programs</a:t>
            </a:r>
            <a:endParaRPr lang="en-US" sz="1800" b="0" strike="noStrike" spc="-1">
              <a:solidFill>
                <a:srgbClr val="000000"/>
              </a:solidFill>
              <a:latin typeface="Arial" panose="020B06040202020902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 name="PlaceHolder 1"/>
          <p:cNvSpPr>
            <a:spLocks noGrp="1"/>
          </p:cNvSpPr>
          <p:nvPr>
            <p:ph type="title"/>
          </p:nvPr>
        </p:nvSpPr>
        <p:spPr>
          <a:xfrm>
            <a:off x="0" y="0"/>
            <a:ext cx="6476040" cy="837000"/>
          </a:xfrm>
          <a:prstGeom prst="rect">
            <a:avLst/>
          </a:prstGeom>
          <a:noFill/>
          <a:ln w="0">
            <a:noFill/>
          </a:ln>
        </p:spPr>
        <p:txBody>
          <a:bodyPr lIns="90000" tIns="45000" rIns="90000" bIns="45000" anchor="ctr">
            <a:noAutofit/>
          </a:bodyPr>
          <a:lstStyle/>
          <a:p>
            <a:pPr indent="0">
              <a:lnSpc>
                <a:spcPct val="100000"/>
              </a:lnSpc>
              <a:buNone/>
              <a:tabLst>
                <a:tab pos="0" algn="l"/>
              </a:tabLst>
            </a:pPr>
            <a:r>
              <a:rPr lang="en-US" sz="3200" b="0" strike="noStrike" spc="-1">
                <a:solidFill>
                  <a:schemeClr val="dk1"/>
                </a:solidFill>
                <a:latin typeface="Calibri"/>
                <a:ea typeface="Calibri"/>
              </a:rPr>
              <a:t>Operating Systems Structures</a:t>
            </a:r>
            <a:endParaRPr lang="en-US" sz="3200" b="0" strike="noStrike" spc="-1">
              <a:solidFill>
                <a:srgbClr val="000000"/>
              </a:solidFill>
              <a:latin typeface="Arial" panose="020B0604020202090204"/>
            </a:endParaRPr>
          </a:p>
        </p:txBody>
      </p:sp>
      <p:sp>
        <p:nvSpPr>
          <p:cNvPr id="218" name="PlaceHolder 2"/>
          <p:cNvSpPr>
            <a:spLocks noGrp="1"/>
          </p:cNvSpPr>
          <p:nvPr>
            <p:ph/>
          </p:nvPr>
        </p:nvSpPr>
        <p:spPr>
          <a:xfrm>
            <a:off x="457200" y="1371600"/>
            <a:ext cx="8228520" cy="4524840"/>
          </a:xfrm>
          <a:prstGeom prst="rect">
            <a:avLst/>
          </a:prstGeom>
          <a:noFill/>
          <a:ln w="0">
            <a:noFill/>
          </a:ln>
        </p:spPr>
        <p:txBody>
          <a:bodyPr lIns="90000" tIns="45000" rIns="90000" bIns="45000" anchor="t">
            <a:noAutofit/>
          </a:bodyPr>
          <a:lstStyle/>
          <a:p>
            <a:pPr marL="457200" indent="-342900" algn="just">
              <a:lnSpc>
                <a:spcPct val="100000"/>
              </a:lnSpc>
              <a:spcBef>
                <a:spcPts val="360"/>
              </a:spcBef>
              <a:buClr>
                <a:srgbClr val="000000"/>
              </a:buClr>
              <a:buFont typeface="Arial" panose="020B0604020202090204"/>
              <a:buChar char="•"/>
            </a:pPr>
            <a:r>
              <a:rPr lang="en-US" sz="2000" b="0" strike="noStrike" spc="-1">
                <a:solidFill>
                  <a:schemeClr val="dk1"/>
                </a:solidFill>
                <a:latin typeface="Times New Roman" panose="02020503050405090304"/>
                <a:ea typeface="Times New Roman" panose="02020503050405090304"/>
              </a:rPr>
              <a:t>A system structure for an operating system is like the blueprint of how an OS is organized and how its different parts interact with each other. Because operating systems have complex structures, we want a structure that is easy to understand so that we can adapt an operating system to meet our specific needs. Similar to how we break down larger problems into smaller, more manageable subproblems, building an operating system in pieces is simpler. </a:t>
            </a:r>
            <a:endParaRPr lang="en-US" sz="2000" b="0" strike="noStrike" spc="-1">
              <a:solidFill>
                <a:srgbClr val="000000"/>
              </a:solidFill>
              <a:latin typeface="Arial" panose="020B0604020202090204"/>
            </a:endParaRPr>
          </a:p>
          <a:p>
            <a:pPr marL="457200" indent="-342900" algn="just">
              <a:lnSpc>
                <a:spcPct val="100000"/>
              </a:lnSpc>
              <a:spcBef>
                <a:spcPts val="360"/>
              </a:spcBef>
              <a:buClr>
                <a:srgbClr val="000000"/>
              </a:buClr>
              <a:buFont typeface="Arial" panose="020B0604020202090204"/>
              <a:buChar char="•"/>
            </a:pPr>
            <a:r>
              <a:rPr lang="en-US" sz="2000" b="0" strike="noStrike" spc="-1">
                <a:solidFill>
                  <a:schemeClr val="dk1"/>
                </a:solidFill>
                <a:latin typeface="Times New Roman" panose="02020503050405090304"/>
                <a:ea typeface="Times New Roman" panose="02020503050405090304"/>
              </a:rPr>
              <a:t>The operating system is a component of every segment. The strategy for integrating different operating system components within the kernel can be thought of as an operating system structure. </a:t>
            </a:r>
            <a:endParaRPr lang="en-US" sz="2000" b="0" strike="noStrike" spc="-1">
              <a:solidFill>
                <a:srgbClr val="000000"/>
              </a:solidFill>
              <a:latin typeface="Arial" panose="020B0604020202090204"/>
            </a:endParaRPr>
          </a:p>
        </p:txBody>
      </p:sp>
      <p:sp>
        <p:nvSpPr>
          <p:cNvPr id="219" name="PlaceHolder 3"/>
          <p:cNvSpPr>
            <a:spLocks noGrp="1"/>
          </p:cNvSpPr>
          <p:nvPr>
            <p:ph type="sldNum" idx="10"/>
          </p:nvPr>
        </p:nvSpPr>
        <p:spPr>
          <a:xfrm>
            <a:off x="6553080" y="6356520"/>
            <a:ext cx="2132640" cy="363960"/>
          </a:xfrm>
          <a:prstGeom prst="rect">
            <a:avLst/>
          </a:prstGeom>
          <a:noFill/>
          <a:ln w="0">
            <a:noFill/>
          </a:ln>
        </p:spPr>
        <p:txBody>
          <a:bodyPr lIns="90000" tIns="45000" rIns="90000" bIns="45000" anchor="ctr">
            <a:noAutofit/>
          </a:bodyPr>
          <a:lstStyle>
            <a:lvl1pPr indent="0" algn="r">
              <a:lnSpc>
                <a:spcPct val="100000"/>
              </a:lnSpc>
              <a:buNone/>
              <a:tabLst>
                <a:tab pos="0" algn="l"/>
              </a:tabLst>
              <a:defRPr lang="en-US" sz="1200" b="0" strike="noStrike" spc="-1">
                <a:solidFill>
                  <a:srgbClr val="898989"/>
                </a:solidFill>
                <a:latin typeface="Calibri"/>
                <a:ea typeface="Calibri"/>
              </a:defRPr>
            </a:lvl1pPr>
          </a:lstStyle>
          <a:p>
            <a:pPr indent="0" algn="r">
              <a:lnSpc>
                <a:spcPct val="100000"/>
              </a:lnSpc>
              <a:buNone/>
              <a:tabLst>
                <a:tab pos="0" algn="l"/>
              </a:tabLst>
            </a:pPr>
            <a:fld id="{B72DF687-271E-437B-9611-145E03199ADE}" type="slidenum">
              <a:rPr lang="en-US" sz="1200" b="0" strike="noStrike" spc="-1">
                <a:solidFill>
                  <a:srgbClr val="898989"/>
                </a:solidFill>
                <a:latin typeface="Calibri"/>
                <a:ea typeface="Calibri"/>
              </a:rPr>
              <a:t>3</a:t>
            </a:fld>
            <a:endParaRPr lang="en-IN" sz="1200" b="0" strike="noStrike" spc="-1">
              <a:solidFill>
                <a:srgbClr val="000000"/>
              </a:solidFill>
              <a:latin typeface="Times New Roman" panose="020205030504050903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0" name="PlaceHolder 1"/>
          <p:cNvSpPr>
            <a:spLocks noGrp="1"/>
          </p:cNvSpPr>
          <p:nvPr>
            <p:ph type="title"/>
          </p:nvPr>
        </p:nvSpPr>
        <p:spPr>
          <a:xfrm>
            <a:off x="0" y="0"/>
            <a:ext cx="6476040" cy="837000"/>
          </a:xfrm>
          <a:prstGeom prst="rect">
            <a:avLst/>
          </a:prstGeom>
          <a:noFill/>
          <a:ln w="0">
            <a:noFill/>
          </a:ln>
        </p:spPr>
        <p:txBody>
          <a:bodyPr lIns="90000" tIns="45000" rIns="90000" bIns="45000" anchor="ctr">
            <a:noAutofit/>
          </a:bodyPr>
          <a:lstStyle/>
          <a:p>
            <a:pPr indent="0" algn="ctr">
              <a:lnSpc>
                <a:spcPct val="100000"/>
              </a:lnSpc>
              <a:buNone/>
              <a:tabLst>
                <a:tab pos="0" algn="l"/>
              </a:tabLst>
            </a:pPr>
            <a:r>
              <a:rPr lang="en-US" sz="3000" b="0" strike="noStrike" spc="-1">
                <a:solidFill>
                  <a:schemeClr val="dk1"/>
                </a:solidFill>
                <a:latin typeface="Calibri"/>
                <a:ea typeface="Calibri"/>
              </a:rPr>
              <a:t>Types of Operating Systems Structures</a:t>
            </a:r>
            <a:endParaRPr lang="en-US" sz="3000" b="0" strike="noStrike" spc="-1">
              <a:solidFill>
                <a:srgbClr val="000000"/>
              </a:solidFill>
              <a:latin typeface="Arial" panose="020B0604020202090204"/>
            </a:endParaRPr>
          </a:p>
        </p:txBody>
      </p:sp>
      <p:sp>
        <p:nvSpPr>
          <p:cNvPr id="221" name="PlaceHolder 2"/>
          <p:cNvSpPr>
            <a:spLocks noGrp="1"/>
          </p:cNvSpPr>
          <p:nvPr>
            <p:ph/>
          </p:nvPr>
        </p:nvSpPr>
        <p:spPr>
          <a:xfrm>
            <a:off x="457200" y="1371600"/>
            <a:ext cx="8228520" cy="4524840"/>
          </a:xfrm>
          <a:prstGeom prst="rect">
            <a:avLst/>
          </a:prstGeom>
          <a:noFill/>
          <a:ln w="0">
            <a:noFill/>
          </a:ln>
        </p:spPr>
        <p:txBody>
          <a:bodyPr lIns="90000" tIns="45000" rIns="90000" bIns="45000" anchor="t">
            <a:noAutofit/>
          </a:bodyPr>
          <a:lstStyle/>
          <a:p>
            <a:pPr marL="114300" indent="0">
              <a:lnSpc>
                <a:spcPct val="100000"/>
              </a:lnSpc>
              <a:spcBef>
                <a:spcPts val="360"/>
              </a:spcBef>
              <a:buNone/>
              <a:tabLst>
                <a:tab pos="0" algn="l"/>
              </a:tabLst>
            </a:pPr>
            <a:r>
              <a:rPr lang="en-US" sz="2000" b="0" strike="noStrike" spc="-1">
                <a:solidFill>
                  <a:schemeClr val="dk1"/>
                </a:solidFill>
                <a:latin typeface="Times New Roman" panose="02020503050405090304"/>
                <a:ea typeface="Times New Roman" panose="02020503050405090304"/>
              </a:rPr>
              <a:t>Depending on this, we have the following structures in the operating system:</a:t>
            </a:r>
            <a:endParaRPr lang="en-US" sz="2000" b="0" strike="noStrike" spc="-1">
              <a:solidFill>
                <a:srgbClr val="000000"/>
              </a:solidFill>
              <a:latin typeface="Arial" panose="020B0604020202090204"/>
            </a:endParaRPr>
          </a:p>
          <a:p>
            <a:pPr marL="457200" indent="-342900">
              <a:lnSpc>
                <a:spcPct val="100000"/>
              </a:lnSpc>
              <a:spcBef>
                <a:spcPts val="360"/>
              </a:spcBef>
              <a:buClr>
                <a:srgbClr val="000000"/>
              </a:buClr>
              <a:buFont typeface="Arial" panose="020B0604020202090204"/>
              <a:buChar char="•"/>
              <a:tabLst>
                <a:tab pos="0" algn="l"/>
              </a:tabLst>
            </a:pPr>
            <a:r>
              <a:rPr lang="en-US" sz="2000" b="0" strike="noStrike" spc="-1">
                <a:solidFill>
                  <a:schemeClr val="dk1"/>
                </a:solidFill>
                <a:latin typeface="Times New Roman" panose="02020503050405090304"/>
                <a:ea typeface="Times New Roman" panose="02020503050405090304"/>
              </a:rPr>
              <a:t>Simple Structure</a:t>
            </a:r>
            <a:endParaRPr lang="en-US" sz="2000" b="0" strike="noStrike" spc="-1">
              <a:solidFill>
                <a:srgbClr val="000000"/>
              </a:solidFill>
              <a:latin typeface="Arial" panose="020B0604020202090204"/>
            </a:endParaRPr>
          </a:p>
          <a:p>
            <a:pPr marL="457200" indent="-342900">
              <a:lnSpc>
                <a:spcPct val="100000"/>
              </a:lnSpc>
              <a:spcBef>
                <a:spcPts val="360"/>
              </a:spcBef>
              <a:buClr>
                <a:srgbClr val="000000"/>
              </a:buClr>
              <a:buFont typeface="Arial" panose="020B0604020202090204"/>
              <a:buChar char="•"/>
              <a:tabLst>
                <a:tab pos="0" algn="l"/>
              </a:tabLst>
            </a:pPr>
            <a:r>
              <a:rPr lang="en-US" sz="2000" b="0" strike="noStrike" spc="-1">
                <a:solidFill>
                  <a:schemeClr val="dk1"/>
                </a:solidFill>
                <a:latin typeface="Times New Roman" panose="02020503050405090304"/>
                <a:ea typeface="Times New Roman" panose="02020503050405090304"/>
              </a:rPr>
              <a:t>Monolithic Structure</a:t>
            </a:r>
            <a:endParaRPr lang="en-US" sz="2000" b="0" strike="noStrike" spc="-1">
              <a:solidFill>
                <a:srgbClr val="000000"/>
              </a:solidFill>
              <a:latin typeface="Arial" panose="020B0604020202090204"/>
            </a:endParaRPr>
          </a:p>
          <a:p>
            <a:pPr marL="457200" indent="-342900">
              <a:lnSpc>
                <a:spcPct val="100000"/>
              </a:lnSpc>
              <a:spcBef>
                <a:spcPts val="360"/>
              </a:spcBef>
              <a:buClr>
                <a:srgbClr val="000000"/>
              </a:buClr>
              <a:buFont typeface="Arial" panose="020B0604020202090204"/>
              <a:buChar char="•"/>
              <a:tabLst>
                <a:tab pos="0" algn="l"/>
              </a:tabLst>
            </a:pPr>
            <a:r>
              <a:rPr lang="en-US" sz="2000" b="0" strike="noStrike" spc="-1">
                <a:solidFill>
                  <a:schemeClr val="dk1"/>
                </a:solidFill>
                <a:latin typeface="Times New Roman" panose="02020503050405090304"/>
                <a:ea typeface="Times New Roman" panose="02020503050405090304"/>
              </a:rPr>
              <a:t>Micro-Kernel Structure</a:t>
            </a:r>
            <a:endParaRPr lang="en-US" sz="2000" b="0" strike="noStrike" spc="-1">
              <a:solidFill>
                <a:srgbClr val="000000"/>
              </a:solidFill>
              <a:latin typeface="Arial" panose="020B0604020202090204"/>
            </a:endParaRPr>
          </a:p>
          <a:p>
            <a:pPr marL="457200" indent="-342900">
              <a:lnSpc>
                <a:spcPct val="100000"/>
              </a:lnSpc>
              <a:spcBef>
                <a:spcPts val="360"/>
              </a:spcBef>
              <a:buClr>
                <a:srgbClr val="000000"/>
              </a:buClr>
              <a:buFont typeface="Arial" panose="020B0604020202090204"/>
              <a:buChar char="•"/>
              <a:tabLst>
                <a:tab pos="0" algn="l"/>
              </a:tabLst>
            </a:pPr>
            <a:r>
              <a:rPr lang="en-US" sz="2000" b="0" strike="noStrike" spc="-1">
                <a:solidFill>
                  <a:schemeClr val="dk1"/>
                </a:solidFill>
                <a:latin typeface="Times New Roman" panose="02020503050405090304"/>
                <a:ea typeface="Times New Roman" panose="02020503050405090304"/>
              </a:rPr>
              <a:t>Hybrid-Kernel Structure</a:t>
            </a:r>
            <a:endParaRPr lang="en-US" sz="2000" b="0" strike="noStrike" spc="-1">
              <a:solidFill>
                <a:srgbClr val="000000"/>
              </a:solidFill>
              <a:latin typeface="Arial" panose="020B0604020202090204"/>
            </a:endParaRPr>
          </a:p>
          <a:p>
            <a:pPr marL="457200" indent="-342900">
              <a:lnSpc>
                <a:spcPct val="100000"/>
              </a:lnSpc>
              <a:spcBef>
                <a:spcPts val="360"/>
              </a:spcBef>
              <a:buClr>
                <a:srgbClr val="000000"/>
              </a:buClr>
              <a:buFont typeface="Arial" panose="020B0604020202090204"/>
              <a:buChar char="•"/>
              <a:tabLst>
                <a:tab pos="0" algn="l"/>
              </a:tabLst>
            </a:pPr>
            <a:r>
              <a:rPr lang="en-US" sz="2000" b="0" strike="noStrike" spc="-1">
                <a:solidFill>
                  <a:schemeClr val="dk1"/>
                </a:solidFill>
                <a:latin typeface="Times New Roman" panose="02020503050405090304"/>
                <a:ea typeface="Times New Roman" panose="02020503050405090304"/>
              </a:rPr>
              <a:t>Exo-Kernel Structure</a:t>
            </a:r>
            <a:endParaRPr lang="en-US" sz="2000" b="0" strike="noStrike" spc="-1">
              <a:solidFill>
                <a:srgbClr val="000000"/>
              </a:solidFill>
              <a:latin typeface="Arial" panose="020B0604020202090204"/>
            </a:endParaRPr>
          </a:p>
          <a:p>
            <a:pPr marL="457200" indent="-342900">
              <a:lnSpc>
                <a:spcPct val="100000"/>
              </a:lnSpc>
              <a:spcBef>
                <a:spcPts val="360"/>
              </a:spcBef>
              <a:buClr>
                <a:srgbClr val="000000"/>
              </a:buClr>
              <a:buFont typeface="Arial" panose="020B0604020202090204"/>
              <a:buChar char="•"/>
              <a:tabLst>
                <a:tab pos="0" algn="l"/>
              </a:tabLst>
            </a:pPr>
            <a:r>
              <a:rPr lang="en-US" sz="2000" b="0" strike="noStrike" spc="-1">
                <a:solidFill>
                  <a:schemeClr val="dk1"/>
                </a:solidFill>
                <a:latin typeface="Times New Roman" panose="02020503050405090304"/>
                <a:ea typeface="Times New Roman" panose="02020503050405090304"/>
              </a:rPr>
              <a:t>Layered Structure</a:t>
            </a:r>
            <a:endParaRPr lang="en-US" sz="2000" b="0" strike="noStrike" spc="-1">
              <a:solidFill>
                <a:srgbClr val="000000"/>
              </a:solidFill>
              <a:latin typeface="Arial" panose="020B0604020202090204"/>
            </a:endParaRPr>
          </a:p>
          <a:p>
            <a:pPr marL="457200" indent="-342900">
              <a:lnSpc>
                <a:spcPct val="100000"/>
              </a:lnSpc>
              <a:spcBef>
                <a:spcPts val="360"/>
              </a:spcBef>
              <a:buClr>
                <a:srgbClr val="000000"/>
              </a:buClr>
              <a:buFont typeface="Arial" panose="020B0604020202090204"/>
              <a:buChar char="•"/>
              <a:tabLst>
                <a:tab pos="0" algn="l"/>
              </a:tabLst>
            </a:pPr>
            <a:r>
              <a:rPr lang="en-US" sz="2000" b="0" strike="noStrike" spc="-1">
                <a:solidFill>
                  <a:schemeClr val="dk1"/>
                </a:solidFill>
                <a:latin typeface="Times New Roman" panose="02020503050405090304"/>
                <a:ea typeface="Times New Roman" panose="02020503050405090304"/>
              </a:rPr>
              <a:t>Modular Structure</a:t>
            </a:r>
            <a:endParaRPr lang="en-US" sz="2000" b="0" strike="noStrike" spc="-1">
              <a:solidFill>
                <a:srgbClr val="000000"/>
              </a:solidFill>
              <a:latin typeface="Arial" panose="020B0604020202090204"/>
            </a:endParaRPr>
          </a:p>
          <a:p>
            <a:pPr marL="457200" indent="-342900">
              <a:lnSpc>
                <a:spcPct val="100000"/>
              </a:lnSpc>
              <a:spcBef>
                <a:spcPts val="360"/>
              </a:spcBef>
              <a:buClr>
                <a:srgbClr val="000000"/>
              </a:buClr>
              <a:buFont typeface="Arial" panose="020B0604020202090204"/>
              <a:buChar char="•"/>
              <a:tabLst>
                <a:tab pos="0" algn="l"/>
              </a:tabLst>
            </a:pPr>
            <a:r>
              <a:rPr lang="en-US" sz="2000" b="0" strike="noStrike" spc="-1">
                <a:solidFill>
                  <a:schemeClr val="dk1"/>
                </a:solidFill>
                <a:latin typeface="Times New Roman" panose="02020503050405090304"/>
                <a:ea typeface="Times New Roman" panose="02020503050405090304"/>
              </a:rPr>
              <a:t>Virtual Machines</a:t>
            </a:r>
            <a:endParaRPr lang="en-US" sz="2000" b="0" strike="noStrike" spc="-1">
              <a:solidFill>
                <a:srgbClr val="000000"/>
              </a:solidFill>
              <a:latin typeface="Arial" panose="020B0604020202090204"/>
            </a:endParaRPr>
          </a:p>
          <a:p>
            <a:pPr marL="457200" indent="0">
              <a:lnSpc>
                <a:spcPct val="100000"/>
              </a:lnSpc>
              <a:spcBef>
                <a:spcPts val="360"/>
              </a:spcBef>
              <a:buNone/>
              <a:tabLst>
                <a:tab pos="0" algn="l"/>
              </a:tabLst>
            </a:pPr>
            <a:endParaRPr lang="en-US" sz="3200" b="0" strike="noStrike" spc="-1">
              <a:solidFill>
                <a:srgbClr val="000000"/>
              </a:solidFill>
              <a:latin typeface="Arial" panose="020B0604020202090204"/>
            </a:endParaRPr>
          </a:p>
        </p:txBody>
      </p:sp>
      <p:sp>
        <p:nvSpPr>
          <p:cNvPr id="222" name="PlaceHolder 3"/>
          <p:cNvSpPr>
            <a:spLocks noGrp="1"/>
          </p:cNvSpPr>
          <p:nvPr>
            <p:ph type="sldNum" idx="11"/>
          </p:nvPr>
        </p:nvSpPr>
        <p:spPr>
          <a:xfrm>
            <a:off x="6553080" y="6356520"/>
            <a:ext cx="2132640" cy="363960"/>
          </a:xfrm>
          <a:prstGeom prst="rect">
            <a:avLst/>
          </a:prstGeom>
          <a:noFill/>
          <a:ln w="0">
            <a:noFill/>
          </a:ln>
        </p:spPr>
        <p:txBody>
          <a:bodyPr lIns="90000" tIns="45000" rIns="90000" bIns="45000" anchor="ctr">
            <a:noAutofit/>
          </a:bodyPr>
          <a:lstStyle>
            <a:lvl1pPr indent="0" algn="r">
              <a:lnSpc>
                <a:spcPct val="100000"/>
              </a:lnSpc>
              <a:buNone/>
              <a:tabLst>
                <a:tab pos="0" algn="l"/>
              </a:tabLst>
              <a:defRPr lang="en-US" sz="1200" b="0" strike="noStrike" spc="-1">
                <a:solidFill>
                  <a:srgbClr val="898989"/>
                </a:solidFill>
                <a:latin typeface="Calibri"/>
                <a:ea typeface="Calibri"/>
              </a:defRPr>
            </a:lvl1pPr>
          </a:lstStyle>
          <a:p>
            <a:pPr indent="0" algn="r">
              <a:lnSpc>
                <a:spcPct val="100000"/>
              </a:lnSpc>
              <a:buNone/>
              <a:tabLst>
                <a:tab pos="0" algn="l"/>
              </a:tabLst>
            </a:pPr>
            <a:fld id="{F41FBF0B-6448-4F1E-B3BC-34E59E1CFA76}" type="slidenum">
              <a:rPr lang="en-US" sz="1200" b="0" strike="noStrike" spc="-1">
                <a:solidFill>
                  <a:srgbClr val="898989"/>
                </a:solidFill>
                <a:latin typeface="Calibri"/>
                <a:ea typeface="Calibri"/>
              </a:rPr>
              <a:t>4</a:t>
            </a:fld>
            <a:endParaRPr lang="en-IN" sz="1200" b="0" strike="noStrike" spc="-1">
              <a:solidFill>
                <a:srgbClr val="000000"/>
              </a:solidFill>
              <a:latin typeface="Times New Roman" panose="02020503050405090304"/>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 name="PlaceHolder 1"/>
          <p:cNvSpPr>
            <a:spLocks noGrp="1"/>
          </p:cNvSpPr>
          <p:nvPr>
            <p:ph type="title"/>
          </p:nvPr>
        </p:nvSpPr>
        <p:spPr>
          <a:xfrm>
            <a:off x="0" y="336240"/>
            <a:ext cx="6476040" cy="500760"/>
          </a:xfrm>
          <a:prstGeom prst="rect">
            <a:avLst/>
          </a:prstGeom>
          <a:noFill/>
          <a:ln w="0">
            <a:noFill/>
          </a:ln>
        </p:spPr>
        <p:txBody>
          <a:bodyPr lIns="90000" tIns="45000" rIns="90000" bIns="45000" anchor="ctr">
            <a:noAutofit/>
          </a:bodyPr>
          <a:lstStyle/>
          <a:p>
            <a:pPr indent="0">
              <a:lnSpc>
                <a:spcPct val="100000"/>
              </a:lnSpc>
              <a:buNone/>
              <a:tabLst>
                <a:tab pos="0" algn="l"/>
              </a:tabLst>
            </a:pPr>
            <a:r>
              <a:rPr lang="en-US" sz="3000" b="0" strike="noStrike" spc="-1">
                <a:solidFill>
                  <a:schemeClr val="dk1"/>
                </a:solidFill>
                <a:latin typeface="Calibri"/>
                <a:ea typeface="Calibri"/>
              </a:rPr>
              <a:t>Simple Structure</a:t>
            </a:r>
            <a:br>
              <a:rPr sz="3000"/>
            </a:br>
            <a:endParaRPr lang="en-US" sz="3000" b="0" strike="noStrike" spc="-1">
              <a:solidFill>
                <a:srgbClr val="000000"/>
              </a:solidFill>
              <a:latin typeface="Arial" panose="020B0604020202090204"/>
            </a:endParaRPr>
          </a:p>
        </p:txBody>
      </p:sp>
      <p:sp>
        <p:nvSpPr>
          <p:cNvPr id="224" name="PlaceHolder 2"/>
          <p:cNvSpPr>
            <a:spLocks noGrp="1"/>
          </p:cNvSpPr>
          <p:nvPr>
            <p:ph/>
          </p:nvPr>
        </p:nvSpPr>
        <p:spPr>
          <a:xfrm>
            <a:off x="457200" y="1371600"/>
            <a:ext cx="8228520" cy="2253240"/>
          </a:xfrm>
          <a:prstGeom prst="rect">
            <a:avLst/>
          </a:prstGeom>
          <a:noFill/>
          <a:ln w="0">
            <a:noFill/>
          </a:ln>
        </p:spPr>
        <p:txBody>
          <a:bodyPr lIns="90000" tIns="45000" rIns="90000" bIns="45000" anchor="t">
            <a:noAutofit/>
          </a:bodyPr>
          <a:lstStyle/>
          <a:p>
            <a:pPr marL="457200" indent="-342900" algn="just">
              <a:lnSpc>
                <a:spcPct val="100000"/>
              </a:lnSpc>
              <a:spcBef>
                <a:spcPts val="360"/>
              </a:spcBef>
              <a:buClr>
                <a:srgbClr val="000000"/>
              </a:buClr>
              <a:buFont typeface="Arial" panose="020B0604020202090204"/>
              <a:buChar char="•"/>
            </a:pPr>
            <a:r>
              <a:rPr lang="en-US" sz="2000" b="0" strike="noStrike" spc="-1">
                <a:solidFill>
                  <a:schemeClr val="dk1"/>
                </a:solidFill>
                <a:latin typeface="Times New Roman" panose="02020503050405090304"/>
                <a:ea typeface="Times New Roman" panose="02020503050405090304"/>
              </a:rPr>
              <a:t>Simple structure operating systems do not have well-defined structures and are small, simple, and limited. The interfaces and levels of functionality are not well separated. </a:t>
            </a:r>
            <a:r>
              <a:rPr lang="en-US" sz="2000" b="0" u="sng" strike="noStrike" spc="-1">
                <a:solidFill>
                  <a:schemeClr val="hlink"/>
                </a:solidFill>
                <a:uFillTx/>
                <a:latin typeface="Times New Roman" panose="02020503050405090304"/>
                <a:ea typeface="Times New Roman" panose="02020503050405090304"/>
                <a:hlinkClick r:id="rId2"/>
              </a:rPr>
              <a:t>MS-DOS</a:t>
            </a:r>
            <a:r>
              <a:rPr lang="en-US" sz="2000" b="0" strike="noStrike" spc="-1">
                <a:solidFill>
                  <a:schemeClr val="dk1"/>
                </a:solidFill>
                <a:latin typeface="Times New Roman" panose="02020503050405090304"/>
                <a:ea typeface="Times New Roman" panose="02020503050405090304"/>
              </a:rPr>
              <a:t> is an example of such an operating system. In MS-DOS, application programs are able to access the basic I/O routines. These types of operating systems cause the entire system to crash if one of the user programs fails. </a:t>
            </a:r>
            <a:endParaRPr lang="en-US" sz="2000" b="0" strike="noStrike" spc="-1">
              <a:solidFill>
                <a:srgbClr val="000000"/>
              </a:solidFill>
              <a:latin typeface="Arial" panose="020B0604020202090204"/>
            </a:endParaRPr>
          </a:p>
        </p:txBody>
      </p:sp>
      <p:sp>
        <p:nvSpPr>
          <p:cNvPr id="225" name="PlaceHolder 3"/>
          <p:cNvSpPr>
            <a:spLocks noGrp="1"/>
          </p:cNvSpPr>
          <p:nvPr>
            <p:ph type="sldNum" idx="12"/>
          </p:nvPr>
        </p:nvSpPr>
        <p:spPr>
          <a:xfrm>
            <a:off x="6553080" y="6356520"/>
            <a:ext cx="2132640" cy="363960"/>
          </a:xfrm>
          <a:prstGeom prst="rect">
            <a:avLst/>
          </a:prstGeom>
          <a:noFill/>
          <a:ln w="0">
            <a:noFill/>
          </a:ln>
        </p:spPr>
        <p:txBody>
          <a:bodyPr lIns="90000" tIns="45000" rIns="90000" bIns="45000" anchor="ctr">
            <a:noAutofit/>
          </a:bodyPr>
          <a:lstStyle>
            <a:lvl1pPr indent="0" algn="r">
              <a:lnSpc>
                <a:spcPct val="100000"/>
              </a:lnSpc>
              <a:buNone/>
              <a:tabLst>
                <a:tab pos="0" algn="l"/>
              </a:tabLst>
              <a:defRPr lang="en-US" sz="1200" b="0" strike="noStrike" spc="-1">
                <a:solidFill>
                  <a:srgbClr val="898989"/>
                </a:solidFill>
                <a:latin typeface="Calibri"/>
                <a:ea typeface="Calibri"/>
              </a:defRPr>
            </a:lvl1pPr>
          </a:lstStyle>
          <a:p>
            <a:pPr indent="0" algn="r">
              <a:lnSpc>
                <a:spcPct val="100000"/>
              </a:lnSpc>
              <a:buNone/>
              <a:tabLst>
                <a:tab pos="0" algn="l"/>
              </a:tabLst>
            </a:pPr>
            <a:fld id="{9E2E219B-BEDF-4CEF-84E2-B07B551CBF33}" type="slidenum">
              <a:rPr lang="en-US" sz="1200" b="0" strike="noStrike" spc="-1">
                <a:solidFill>
                  <a:srgbClr val="898989"/>
                </a:solidFill>
                <a:latin typeface="Calibri"/>
                <a:ea typeface="Calibri"/>
              </a:rPr>
              <a:t>5</a:t>
            </a:fld>
            <a:endParaRPr lang="en-IN" sz="1200" b="0" strike="noStrike" spc="-1">
              <a:solidFill>
                <a:srgbClr val="000000"/>
              </a:solidFill>
              <a:latin typeface="Times New Roman" panose="02020503050405090304"/>
            </a:endParaRPr>
          </a:p>
        </p:txBody>
      </p:sp>
      <p:sp>
        <p:nvSpPr>
          <p:cNvPr id="226" name="Google Shape;249;p32"/>
          <p:cNvSpPr/>
          <p:nvPr/>
        </p:nvSpPr>
        <p:spPr>
          <a:xfrm>
            <a:off x="1164600" y="4533840"/>
            <a:ext cx="3826800" cy="38268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tabLst>
                <a:tab pos="0" algn="l"/>
              </a:tabLst>
            </a:pPr>
            <a:endParaRPr lang="en-IN" sz="1400" b="0" strike="noStrike" spc="-1">
              <a:solidFill>
                <a:srgbClr val="000000"/>
              </a:solidFill>
              <a:latin typeface="Arial" panose="020B0604020202090204"/>
              <a:ea typeface="DejaVu Sans"/>
            </a:endParaRPr>
          </a:p>
        </p:txBody>
      </p:sp>
      <p:pic>
        <p:nvPicPr>
          <p:cNvPr id="227" name="Google Shape;250;p32"/>
          <p:cNvPicPr/>
          <p:nvPr/>
        </p:nvPicPr>
        <p:blipFill>
          <a:blip r:embed="rId3"/>
          <a:srcRect t="14186"/>
          <a:stretch>
            <a:fillRect/>
          </a:stretch>
        </p:blipFill>
        <p:spPr>
          <a:xfrm>
            <a:off x="235440" y="3423600"/>
            <a:ext cx="5685120" cy="2473200"/>
          </a:xfrm>
          <a:prstGeom prst="rect">
            <a:avLst/>
          </a:prstGeom>
          <a:ln w="0">
            <a:noFill/>
          </a:ln>
        </p:spPr>
      </p:pic>
      <p:sp>
        <p:nvSpPr>
          <p:cNvPr id="228" name="Google Shape;251;p32"/>
          <p:cNvSpPr/>
          <p:nvPr/>
        </p:nvSpPr>
        <p:spPr>
          <a:xfrm>
            <a:off x="987840" y="6211440"/>
            <a:ext cx="6862320" cy="3027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tabLst>
                <a:tab pos="0" algn="l"/>
              </a:tabLst>
            </a:pPr>
            <a:r>
              <a:rPr lang="en-US" sz="1400" b="0" strike="noStrike" spc="-1">
                <a:solidFill>
                  <a:srgbClr val="000000"/>
                </a:solidFill>
                <a:latin typeface="Arial" panose="020B0604020202090204"/>
                <a:ea typeface="Arial" panose="020B0604020202090204"/>
              </a:rPr>
              <a:t>Figure 6: Simple Structure of OS</a:t>
            </a:r>
            <a:endParaRPr lang="en-IN" sz="1400" b="0" strike="noStrike" spc="-1">
              <a:solidFill>
                <a:srgbClr val="000000"/>
              </a:solidFill>
              <a:latin typeface="Arial" panose="020B0604020202090204"/>
            </a:endParaRPr>
          </a:p>
        </p:txBody>
      </p:sp>
      <p:sp>
        <p:nvSpPr>
          <p:cNvPr id="5" name="TextBox 4">
            <a:extLst>
              <a:ext uri="{FF2B5EF4-FFF2-40B4-BE49-F238E27FC236}">
                <a16:creationId xmlns:a16="http://schemas.microsoft.com/office/drawing/2014/main" id="{A62E16B6-118E-9BAC-774F-CCA81AF68B73}"/>
              </a:ext>
            </a:extLst>
          </p:cNvPr>
          <p:cNvSpPr txBox="1"/>
          <p:nvPr/>
        </p:nvSpPr>
        <p:spPr>
          <a:xfrm>
            <a:off x="6215448" y="3745157"/>
            <a:ext cx="4646140" cy="2031325"/>
          </a:xfrm>
          <a:prstGeom prst="rect">
            <a:avLst/>
          </a:prstGeom>
          <a:noFill/>
        </p:spPr>
        <p:txBody>
          <a:bodyPr wrap="square">
            <a:spAutoFit/>
          </a:bodyPr>
          <a:lstStyle/>
          <a:p>
            <a:r>
              <a:rPr lang="en-US" dirty="0"/>
              <a:t>+-------------------+</a:t>
            </a:r>
          </a:p>
          <a:p>
            <a:r>
              <a:rPr lang="en-US" dirty="0"/>
              <a:t>|    User / Apps     |</a:t>
            </a:r>
          </a:p>
          <a:p>
            <a:r>
              <a:rPr lang="en-US" dirty="0"/>
              <a:t>+-------------------+</a:t>
            </a:r>
          </a:p>
          <a:p>
            <a:r>
              <a:rPr lang="en-US" dirty="0"/>
              <a:t>|  Simple OS (basic) |</a:t>
            </a:r>
          </a:p>
          <a:p>
            <a:r>
              <a:rPr lang="en-US" dirty="0"/>
              <a:t>+-------------------+</a:t>
            </a:r>
          </a:p>
          <a:p>
            <a:r>
              <a:rPr lang="en-US" dirty="0"/>
              <a:t>|     Hardware       |</a:t>
            </a:r>
          </a:p>
          <a:p>
            <a:r>
              <a:rPr lang="en-US" dirty="0"/>
              <a: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9" name="PlaceHolder 1"/>
          <p:cNvSpPr>
            <a:spLocks noGrp="1"/>
          </p:cNvSpPr>
          <p:nvPr>
            <p:ph type="title"/>
          </p:nvPr>
        </p:nvSpPr>
        <p:spPr>
          <a:xfrm>
            <a:off x="0" y="0"/>
            <a:ext cx="6476040" cy="837000"/>
          </a:xfrm>
          <a:prstGeom prst="rect">
            <a:avLst/>
          </a:prstGeom>
          <a:noFill/>
          <a:ln w="0">
            <a:noFill/>
          </a:ln>
        </p:spPr>
        <p:txBody>
          <a:bodyPr lIns="90000" tIns="45000" rIns="90000" bIns="45000" anchor="ctr">
            <a:noAutofit/>
          </a:bodyPr>
          <a:lstStyle/>
          <a:p>
            <a:pPr indent="0">
              <a:lnSpc>
                <a:spcPct val="100000"/>
              </a:lnSpc>
              <a:buNone/>
              <a:tabLst>
                <a:tab pos="0" algn="l"/>
              </a:tabLst>
            </a:pPr>
            <a:r>
              <a:rPr lang="en-US" sz="3000" b="0" strike="noStrike" spc="-1">
                <a:solidFill>
                  <a:schemeClr val="dk1"/>
                </a:solidFill>
                <a:latin typeface="Calibri"/>
                <a:ea typeface="Calibri"/>
              </a:rPr>
              <a:t>Cont…….</a:t>
            </a:r>
            <a:endParaRPr lang="en-US" sz="3000" b="0" strike="noStrike" spc="-1">
              <a:solidFill>
                <a:srgbClr val="000000"/>
              </a:solidFill>
              <a:latin typeface="Arial" panose="020B0604020202090204"/>
            </a:endParaRPr>
          </a:p>
        </p:txBody>
      </p:sp>
      <p:sp>
        <p:nvSpPr>
          <p:cNvPr id="230" name="PlaceHolder 2"/>
          <p:cNvSpPr>
            <a:spLocks noGrp="1"/>
          </p:cNvSpPr>
          <p:nvPr>
            <p:ph/>
          </p:nvPr>
        </p:nvSpPr>
        <p:spPr>
          <a:xfrm>
            <a:off x="457200" y="1371600"/>
            <a:ext cx="8228520" cy="4524840"/>
          </a:xfrm>
          <a:prstGeom prst="rect">
            <a:avLst/>
          </a:prstGeom>
          <a:noFill/>
          <a:ln w="0">
            <a:noFill/>
          </a:ln>
        </p:spPr>
        <p:txBody>
          <a:bodyPr lIns="90000" tIns="45000" rIns="90000" bIns="45000" anchor="t">
            <a:noAutofit/>
          </a:bodyPr>
          <a:lstStyle/>
          <a:p>
            <a:pPr marL="114300" indent="0" algn="just">
              <a:lnSpc>
                <a:spcPct val="100000"/>
              </a:lnSpc>
              <a:spcBef>
                <a:spcPts val="360"/>
              </a:spcBef>
              <a:buNone/>
              <a:tabLst>
                <a:tab pos="0" algn="l"/>
              </a:tabLst>
            </a:pPr>
            <a:r>
              <a:rPr lang="en-US" sz="2800" b="1" strike="noStrike" spc="-1">
                <a:solidFill>
                  <a:schemeClr val="dk1"/>
                </a:solidFill>
                <a:latin typeface="Times New Roman" panose="02020503050405090304"/>
                <a:ea typeface="Times New Roman" panose="02020503050405090304"/>
              </a:rPr>
              <a:t>Advantages of Simple Structure</a:t>
            </a:r>
            <a:endParaRPr lang="en-US" sz="2800" b="0" strike="noStrike" spc="-1">
              <a:solidFill>
                <a:srgbClr val="000000"/>
              </a:solidFill>
              <a:latin typeface="Arial" panose="020B0604020202090204"/>
            </a:endParaRPr>
          </a:p>
          <a:p>
            <a:pPr marL="457200" indent="-342900" algn="just">
              <a:lnSpc>
                <a:spcPct val="100000"/>
              </a:lnSpc>
              <a:spcBef>
                <a:spcPts val="360"/>
              </a:spcBef>
              <a:buClr>
                <a:srgbClr val="000000"/>
              </a:buClr>
              <a:buFont typeface="Arial" panose="020B0604020202090204"/>
              <a:buChar char="•"/>
              <a:tabLst>
                <a:tab pos="0" algn="l"/>
              </a:tabLst>
            </a:pPr>
            <a:r>
              <a:rPr lang="en-US" sz="2000" b="0" strike="noStrike" spc="-1">
                <a:solidFill>
                  <a:schemeClr val="dk1"/>
                </a:solidFill>
                <a:latin typeface="Times New Roman" panose="02020503050405090304"/>
                <a:ea typeface="Times New Roman" panose="02020503050405090304"/>
              </a:rPr>
              <a:t>It delivers better application performance because of the few interfaces between the application program and the hardware.</a:t>
            </a:r>
            <a:endParaRPr lang="en-US" sz="2000" b="0" strike="noStrike" spc="-1">
              <a:solidFill>
                <a:srgbClr val="000000"/>
              </a:solidFill>
              <a:latin typeface="Arial" panose="020B0604020202090204"/>
            </a:endParaRPr>
          </a:p>
          <a:p>
            <a:pPr marL="457200" indent="-342900" algn="just">
              <a:lnSpc>
                <a:spcPct val="100000"/>
              </a:lnSpc>
              <a:spcBef>
                <a:spcPts val="360"/>
              </a:spcBef>
              <a:buClr>
                <a:srgbClr val="000000"/>
              </a:buClr>
              <a:buFont typeface="Arial" panose="020B0604020202090204"/>
              <a:buChar char="•"/>
              <a:tabLst>
                <a:tab pos="0" algn="l"/>
              </a:tabLst>
            </a:pPr>
            <a:r>
              <a:rPr lang="en-US" sz="2000" b="0" strike="noStrike" spc="-1">
                <a:solidFill>
                  <a:schemeClr val="dk1"/>
                </a:solidFill>
                <a:latin typeface="Times New Roman" panose="02020503050405090304"/>
                <a:ea typeface="Times New Roman" panose="02020503050405090304"/>
              </a:rPr>
              <a:t>It is easy for kernel developers to develop such an operating system.</a:t>
            </a:r>
            <a:endParaRPr lang="en-US" sz="2000" b="0" strike="noStrike" spc="-1">
              <a:solidFill>
                <a:srgbClr val="000000"/>
              </a:solidFill>
              <a:latin typeface="Arial" panose="020B0604020202090204"/>
            </a:endParaRPr>
          </a:p>
          <a:p>
            <a:pPr marL="114300" indent="0" algn="just">
              <a:lnSpc>
                <a:spcPct val="100000"/>
              </a:lnSpc>
              <a:spcBef>
                <a:spcPts val="360"/>
              </a:spcBef>
              <a:buNone/>
              <a:tabLst>
                <a:tab pos="0" algn="l"/>
              </a:tabLst>
            </a:pPr>
            <a:r>
              <a:rPr lang="en-US" sz="2800" b="1" strike="noStrike" spc="-1">
                <a:solidFill>
                  <a:schemeClr val="dk1"/>
                </a:solidFill>
                <a:latin typeface="Times New Roman" panose="02020503050405090304"/>
                <a:ea typeface="Times New Roman" panose="02020503050405090304"/>
              </a:rPr>
              <a:t>Disadvantages of Simple Structure</a:t>
            </a:r>
            <a:endParaRPr lang="en-US" sz="2800" b="0" strike="noStrike" spc="-1">
              <a:solidFill>
                <a:srgbClr val="000000"/>
              </a:solidFill>
              <a:latin typeface="Arial" panose="020B0604020202090204"/>
            </a:endParaRPr>
          </a:p>
          <a:p>
            <a:pPr marL="457200" indent="-342900" algn="just">
              <a:lnSpc>
                <a:spcPct val="100000"/>
              </a:lnSpc>
              <a:spcBef>
                <a:spcPts val="360"/>
              </a:spcBef>
              <a:buClr>
                <a:srgbClr val="000000"/>
              </a:buClr>
              <a:buFont typeface="Arial" panose="020B0604020202090204"/>
              <a:buChar char="•"/>
              <a:tabLst>
                <a:tab pos="0" algn="l"/>
              </a:tabLst>
            </a:pPr>
            <a:r>
              <a:rPr lang="en-US" sz="2000" b="0" strike="noStrike" spc="-1">
                <a:solidFill>
                  <a:schemeClr val="dk1"/>
                </a:solidFill>
                <a:latin typeface="Times New Roman" panose="02020503050405090304"/>
                <a:ea typeface="Times New Roman" panose="02020503050405090304"/>
              </a:rPr>
              <a:t>No clear boundaries exist between modules.</a:t>
            </a:r>
            <a:endParaRPr lang="en-US" sz="2000" b="0" strike="noStrike" spc="-1">
              <a:solidFill>
                <a:srgbClr val="000000"/>
              </a:solidFill>
              <a:latin typeface="Arial" panose="020B0604020202090204"/>
            </a:endParaRPr>
          </a:p>
          <a:p>
            <a:pPr marL="457200" indent="-342900" algn="just">
              <a:lnSpc>
                <a:spcPct val="100000"/>
              </a:lnSpc>
              <a:spcBef>
                <a:spcPts val="360"/>
              </a:spcBef>
              <a:buClr>
                <a:srgbClr val="000000"/>
              </a:buClr>
              <a:buFont typeface="Arial" panose="020B0604020202090204"/>
              <a:buChar char="•"/>
              <a:tabLst>
                <a:tab pos="0" algn="l"/>
              </a:tabLst>
            </a:pPr>
            <a:r>
              <a:rPr lang="en-US" sz="2000" b="0" strike="noStrike" spc="-1">
                <a:solidFill>
                  <a:schemeClr val="dk1"/>
                </a:solidFill>
                <a:latin typeface="Times New Roman" panose="02020503050405090304"/>
                <a:ea typeface="Times New Roman" panose="02020503050405090304"/>
              </a:rPr>
              <a:t>It does not enforce data hiding in the operating system.</a:t>
            </a:r>
            <a:endParaRPr lang="en-US" sz="2000" b="0" strike="noStrike" spc="-1">
              <a:solidFill>
                <a:srgbClr val="000000"/>
              </a:solidFill>
              <a:latin typeface="Arial" panose="020B0604020202090204"/>
            </a:endParaRPr>
          </a:p>
        </p:txBody>
      </p:sp>
      <p:sp>
        <p:nvSpPr>
          <p:cNvPr id="231" name="PlaceHolder 3"/>
          <p:cNvSpPr>
            <a:spLocks noGrp="1"/>
          </p:cNvSpPr>
          <p:nvPr>
            <p:ph type="sldNum" idx="13"/>
          </p:nvPr>
        </p:nvSpPr>
        <p:spPr>
          <a:xfrm>
            <a:off x="6553080" y="6356520"/>
            <a:ext cx="2132640" cy="363960"/>
          </a:xfrm>
          <a:prstGeom prst="rect">
            <a:avLst/>
          </a:prstGeom>
          <a:noFill/>
          <a:ln w="0">
            <a:noFill/>
          </a:ln>
        </p:spPr>
        <p:txBody>
          <a:bodyPr lIns="90000" tIns="45000" rIns="90000" bIns="45000" anchor="ctr">
            <a:noAutofit/>
          </a:bodyPr>
          <a:lstStyle>
            <a:lvl1pPr indent="0" algn="r">
              <a:lnSpc>
                <a:spcPct val="100000"/>
              </a:lnSpc>
              <a:buNone/>
              <a:tabLst>
                <a:tab pos="0" algn="l"/>
              </a:tabLst>
              <a:defRPr lang="en-US" sz="1200" b="0" strike="noStrike" spc="-1">
                <a:solidFill>
                  <a:srgbClr val="898989"/>
                </a:solidFill>
                <a:latin typeface="Calibri"/>
                <a:ea typeface="Calibri"/>
              </a:defRPr>
            </a:lvl1pPr>
          </a:lstStyle>
          <a:p>
            <a:pPr indent="0" algn="r">
              <a:lnSpc>
                <a:spcPct val="100000"/>
              </a:lnSpc>
              <a:buNone/>
              <a:tabLst>
                <a:tab pos="0" algn="l"/>
              </a:tabLst>
            </a:pPr>
            <a:fld id="{A98DA7A5-A176-4C85-82E8-E3CE9ACFFEBB}" type="slidenum">
              <a:rPr lang="en-US" sz="1200" b="0" strike="noStrike" spc="-1">
                <a:solidFill>
                  <a:srgbClr val="898989"/>
                </a:solidFill>
                <a:latin typeface="Calibri"/>
                <a:ea typeface="Calibri"/>
              </a:rPr>
              <a:t>6</a:t>
            </a:fld>
            <a:endParaRPr lang="en-IN" sz="1200" b="0" strike="noStrike" spc="-1">
              <a:solidFill>
                <a:srgbClr val="000000"/>
              </a:solidFill>
              <a:latin typeface="Times New Roman" panose="02020503050405090304"/>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2" name="PlaceHolder 1"/>
          <p:cNvSpPr>
            <a:spLocks noGrp="1"/>
          </p:cNvSpPr>
          <p:nvPr>
            <p:ph type="title"/>
          </p:nvPr>
        </p:nvSpPr>
        <p:spPr>
          <a:xfrm>
            <a:off x="0" y="0"/>
            <a:ext cx="6476040" cy="837000"/>
          </a:xfrm>
          <a:prstGeom prst="rect">
            <a:avLst/>
          </a:prstGeom>
          <a:noFill/>
          <a:ln w="0">
            <a:noFill/>
          </a:ln>
        </p:spPr>
        <p:txBody>
          <a:bodyPr lIns="90000" tIns="45000" rIns="90000" bIns="45000" anchor="ctr">
            <a:noAutofit/>
          </a:bodyPr>
          <a:lstStyle/>
          <a:p>
            <a:pPr indent="0">
              <a:lnSpc>
                <a:spcPct val="100000"/>
              </a:lnSpc>
              <a:buNone/>
              <a:tabLst>
                <a:tab pos="0" algn="l"/>
              </a:tabLst>
            </a:pPr>
            <a:r>
              <a:rPr lang="en-US" sz="3000" b="0" strike="noStrike" spc="-1">
                <a:solidFill>
                  <a:schemeClr val="dk1"/>
                </a:solidFill>
                <a:latin typeface="Calibri"/>
                <a:ea typeface="Calibri"/>
              </a:rPr>
              <a:t>Monolithic Structure</a:t>
            </a:r>
            <a:endParaRPr lang="en-US" sz="3000" b="0" strike="noStrike" spc="-1">
              <a:solidFill>
                <a:srgbClr val="000000"/>
              </a:solidFill>
              <a:latin typeface="Arial" panose="020B0604020202090204"/>
            </a:endParaRPr>
          </a:p>
        </p:txBody>
      </p:sp>
      <p:sp>
        <p:nvSpPr>
          <p:cNvPr id="233" name="PlaceHolder 2"/>
          <p:cNvSpPr>
            <a:spLocks noGrp="1"/>
          </p:cNvSpPr>
          <p:nvPr>
            <p:ph/>
          </p:nvPr>
        </p:nvSpPr>
        <p:spPr>
          <a:xfrm>
            <a:off x="120960" y="1098360"/>
            <a:ext cx="8228520" cy="5257080"/>
          </a:xfrm>
          <a:prstGeom prst="rect">
            <a:avLst/>
          </a:prstGeom>
          <a:noFill/>
          <a:ln w="0">
            <a:noFill/>
          </a:ln>
        </p:spPr>
        <p:txBody>
          <a:bodyPr lIns="90000" tIns="45000" rIns="90000" bIns="45000" anchor="t">
            <a:noAutofit/>
          </a:bodyPr>
          <a:lstStyle/>
          <a:p>
            <a:pPr marL="457200" indent="-342900" algn="just">
              <a:lnSpc>
                <a:spcPct val="100000"/>
              </a:lnSpc>
              <a:spcBef>
                <a:spcPts val="360"/>
              </a:spcBef>
              <a:buClr>
                <a:srgbClr val="000000"/>
              </a:buClr>
              <a:buFont typeface="Arial" panose="020B0604020202090204"/>
              <a:buChar char="•"/>
            </a:pPr>
            <a:r>
              <a:rPr lang="en-US" sz="2000" b="0" strike="noStrike" spc="-1">
                <a:solidFill>
                  <a:schemeClr val="dk1"/>
                </a:solidFill>
                <a:latin typeface="Times New Roman" panose="02020503050405090304"/>
                <a:ea typeface="Times New Roman" panose="02020503050405090304"/>
              </a:rPr>
              <a:t>A monolithic structure</a:t>
            </a:r>
            <a:r>
              <a:rPr lang="en-US" sz="2000" b="0" u="sng" strike="noStrike" spc="-1">
                <a:solidFill>
                  <a:schemeClr val="dk1"/>
                </a:solidFill>
                <a:uFillTx/>
                <a:latin typeface="Times New Roman" panose="02020503050405090304"/>
                <a:ea typeface="Times New Roman" panose="02020503050405090304"/>
              </a:rPr>
              <a:t> </a:t>
            </a:r>
            <a:r>
              <a:rPr lang="en-US" sz="2000" b="0" strike="noStrike" spc="-1">
                <a:solidFill>
                  <a:schemeClr val="dk1"/>
                </a:solidFill>
                <a:latin typeface="Times New Roman" panose="02020503050405090304"/>
                <a:ea typeface="Times New Roman" panose="02020503050405090304"/>
              </a:rPr>
              <a:t>is a type of operating system architecture where the entire operating system is implemented as a single large process in kernel mode. Essential operating system services, such as process management, memory management, file systems, and device drivers, are combined into a single code block.</a:t>
            </a:r>
            <a:endParaRPr lang="en-US" sz="2000" b="0" strike="noStrike" spc="-1">
              <a:solidFill>
                <a:srgbClr val="000000"/>
              </a:solidFill>
              <a:latin typeface="Arial" panose="020B0604020202090204"/>
            </a:endParaRPr>
          </a:p>
          <a:p>
            <a:pPr marL="114300" indent="0" algn="just">
              <a:lnSpc>
                <a:spcPct val="100000"/>
              </a:lnSpc>
              <a:spcBef>
                <a:spcPts val="360"/>
              </a:spcBef>
              <a:buNone/>
              <a:tabLst>
                <a:tab pos="0" algn="l"/>
              </a:tabLst>
            </a:pPr>
            <a:r>
              <a:rPr lang="en-US" sz="2800" b="1" strike="noStrike" spc="-1">
                <a:solidFill>
                  <a:schemeClr val="dk1"/>
                </a:solidFill>
                <a:latin typeface="Times New Roman" panose="02020503050405090304"/>
                <a:ea typeface="Times New Roman" panose="02020503050405090304"/>
              </a:rPr>
              <a:t>Advantages of Monolithic Structure</a:t>
            </a:r>
            <a:endParaRPr lang="en-US" sz="2800" b="0" strike="noStrike" spc="-1">
              <a:solidFill>
                <a:srgbClr val="000000"/>
              </a:solidFill>
              <a:latin typeface="Arial" panose="020B0604020202090204"/>
            </a:endParaRPr>
          </a:p>
          <a:p>
            <a:pPr marL="457200" indent="-342900" algn="just">
              <a:lnSpc>
                <a:spcPct val="100000"/>
              </a:lnSpc>
              <a:spcBef>
                <a:spcPts val="360"/>
              </a:spcBef>
              <a:buClr>
                <a:srgbClr val="000000"/>
              </a:buClr>
              <a:buFont typeface="Arial" panose="020B0604020202090204"/>
              <a:buChar char="•"/>
              <a:tabLst>
                <a:tab pos="0" algn="l"/>
              </a:tabLst>
            </a:pPr>
            <a:r>
              <a:rPr lang="en-US" sz="2000" b="0" strike="noStrike" spc="-1">
                <a:solidFill>
                  <a:schemeClr val="dk1"/>
                </a:solidFill>
                <a:latin typeface="Times New Roman" panose="02020503050405090304"/>
                <a:ea typeface="Times New Roman" panose="02020503050405090304"/>
              </a:rPr>
              <a:t>Performance of Monolithic structure is fast as since everything runs in a single block, therefore communication between components is quick.</a:t>
            </a:r>
            <a:endParaRPr lang="en-US" sz="2000" b="0" strike="noStrike" spc="-1">
              <a:solidFill>
                <a:srgbClr val="000000"/>
              </a:solidFill>
              <a:latin typeface="Arial" panose="020B0604020202090204"/>
            </a:endParaRPr>
          </a:p>
          <a:p>
            <a:pPr marL="457200" indent="-342900" algn="just">
              <a:lnSpc>
                <a:spcPct val="100000"/>
              </a:lnSpc>
              <a:spcBef>
                <a:spcPts val="360"/>
              </a:spcBef>
              <a:buClr>
                <a:srgbClr val="000000"/>
              </a:buClr>
              <a:buFont typeface="Arial" panose="020B0604020202090204"/>
              <a:buChar char="•"/>
              <a:tabLst>
                <a:tab pos="0" algn="l"/>
              </a:tabLst>
            </a:pPr>
            <a:r>
              <a:rPr lang="en-US" sz="2000" b="0" strike="noStrike" spc="-1">
                <a:solidFill>
                  <a:schemeClr val="dk1"/>
                </a:solidFill>
                <a:latin typeface="Times New Roman" panose="02020503050405090304"/>
                <a:ea typeface="Times New Roman" panose="02020503050405090304"/>
              </a:rPr>
              <a:t>It is easier to build because all parts are in one code block.</a:t>
            </a:r>
            <a:endParaRPr lang="en-US" sz="2000" b="0" strike="noStrike" spc="-1">
              <a:solidFill>
                <a:srgbClr val="000000"/>
              </a:solidFill>
              <a:latin typeface="Arial" panose="020B0604020202090204"/>
            </a:endParaRPr>
          </a:p>
          <a:p>
            <a:pPr marL="114300" indent="0" algn="just">
              <a:lnSpc>
                <a:spcPct val="100000"/>
              </a:lnSpc>
              <a:spcBef>
                <a:spcPts val="360"/>
              </a:spcBef>
              <a:buNone/>
              <a:tabLst>
                <a:tab pos="0" algn="l"/>
              </a:tabLst>
            </a:pPr>
            <a:r>
              <a:rPr lang="en-US" sz="2800" b="1" strike="noStrike" spc="-1">
                <a:solidFill>
                  <a:schemeClr val="dk1"/>
                </a:solidFill>
                <a:latin typeface="Times New Roman" panose="02020503050405090304"/>
                <a:ea typeface="Times New Roman" panose="02020503050405090304"/>
              </a:rPr>
              <a:t>Disadvantges of Monolithic Architecture</a:t>
            </a:r>
            <a:endParaRPr lang="en-US" sz="2800" b="0" strike="noStrike" spc="-1">
              <a:solidFill>
                <a:srgbClr val="000000"/>
              </a:solidFill>
              <a:latin typeface="Arial" panose="020B0604020202090204"/>
            </a:endParaRPr>
          </a:p>
          <a:p>
            <a:pPr marL="457200" indent="-342900" algn="just">
              <a:lnSpc>
                <a:spcPct val="100000"/>
              </a:lnSpc>
              <a:spcBef>
                <a:spcPts val="360"/>
              </a:spcBef>
              <a:buClr>
                <a:srgbClr val="000000"/>
              </a:buClr>
              <a:buFont typeface="Arial" panose="020B0604020202090204"/>
              <a:buChar char="•"/>
              <a:tabLst>
                <a:tab pos="0" algn="l"/>
              </a:tabLst>
            </a:pPr>
            <a:r>
              <a:rPr lang="en-US" sz="2000" b="0" strike="noStrike" spc="-1">
                <a:solidFill>
                  <a:schemeClr val="dk1"/>
                </a:solidFill>
                <a:latin typeface="Times New Roman" panose="02020503050405090304"/>
                <a:ea typeface="Times New Roman" panose="02020503050405090304"/>
              </a:rPr>
              <a:t>It is hard to maintain as a small error can affect entire system.</a:t>
            </a:r>
            <a:endParaRPr lang="en-US" sz="2000" b="0" strike="noStrike" spc="-1">
              <a:solidFill>
                <a:srgbClr val="000000"/>
              </a:solidFill>
              <a:latin typeface="Arial" panose="020B0604020202090204"/>
            </a:endParaRPr>
          </a:p>
          <a:p>
            <a:pPr marL="457200" indent="-342900" algn="just">
              <a:lnSpc>
                <a:spcPct val="100000"/>
              </a:lnSpc>
              <a:spcBef>
                <a:spcPts val="360"/>
              </a:spcBef>
              <a:buClr>
                <a:srgbClr val="000000"/>
              </a:buClr>
              <a:buFont typeface="Arial" panose="020B0604020202090204"/>
              <a:buChar char="•"/>
              <a:tabLst>
                <a:tab pos="0" algn="l"/>
              </a:tabLst>
            </a:pPr>
            <a:r>
              <a:rPr lang="en-US" sz="2000" b="0" strike="noStrike" spc="-1">
                <a:solidFill>
                  <a:schemeClr val="dk1"/>
                </a:solidFill>
                <a:latin typeface="Times New Roman" panose="02020503050405090304"/>
                <a:ea typeface="Times New Roman" panose="02020503050405090304"/>
              </a:rPr>
              <a:t>There are also some security risks in the Monolithic architecture.</a:t>
            </a:r>
            <a:endParaRPr lang="en-US" sz="2000" b="0" strike="noStrike" spc="-1">
              <a:solidFill>
                <a:srgbClr val="000000"/>
              </a:solidFill>
              <a:latin typeface="Arial" panose="020B0604020202090204"/>
            </a:endParaRPr>
          </a:p>
          <a:p>
            <a:pPr marL="457200" indent="0">
              <a:lnSpc>
                <a:spcPct val="100000"/>
              </a:lnSpc>
              <a:spcBef>
                <a:spcPts val="360"/>
              </a:spcBef>
              <a:buNone/>
              <a:tabLst>
                <a:tab pos="0" algn="l"/>
              </a:tabLst>
            </a:pPr>
            <a:endParaRPr lang="en-US" sz="3200" b="0" strike="noStrike" spc="-1">
              <a:solidFill>
                <a:srgbClr val="000000"/>
              </a:solidFill>
              <a:latin typeface="Arial" panose="020B0604020202090204"/>
            </a:endParaRPr>
          </a:p>
        </p:txBody>
      </p:sp>
      <p:sp>
        <p:nvSpPr>
          <p:cNvPr id="234" name="PlaceHolder 3"/>
          <p:cNvSpPr>
            <a:spLocks noGrp="1"/>
          </p:cNvSpPr>
          <p:nvPr>
            <p:ph type="sldNum" idx="14"/>
          </p:nvPr>
        </p:nvSpPr>
        <p:spPr>
          <a:xfrm>
            <a:off x="6553080" y="6356520"/>
            <a:ext cx="2132640" cy="363960"/>
          </a:xfrm>
          <a:prstGeom prst="rect">
            <a:avLst/>
          </a:prstGeom>
          <a:noFill/>
          <a:ln w="0">
            <a:noFill/>
          </a:ln>
        </p:spPr>
        <p:txBody>
          <a:bodyPr lIns="90000" tIns="45000" rIns="90000" bIns="45000" anchor="ctr">
            <a:noAutofit/>
          </a:bodyPr>
          <a:lstStyle>
            <a:lvl1pPr indent="0" algn="r">
              <a:lnSpc>
                <a:spcPct val="100000"/>
              </a:lnSpc>
              <a:buNone/>
              <a:tabLst>
                <a:tab pos="0" algn="l"/>
              </a:tabLst>
              <a:defRPr lang="en-US" sz="1200" b="0" strike="noStrike" spc="-1">
                <a:solidFill>
                  <a:srgbClr val="898989"/>
                </a:solidFill>
                <a:latin typeface="Calibri"/>
                <a:ea typeface="Calibri"/>
              </a:defRPr>
            </a:lvl1pPr>
          </a:lstStyle>
          <a:p>
            <a:pPr indent="0" algn="r">
              <a:lnSpc>
                <a:spcPct val="100000"/>
              </a:lnSpc>
              <a:buNone/>
              <a:tabLst>
                <a:tab pos="0" algn="l"/>
              </a:tabLst>
            </a:pPr>
            <a:fld id="{6046C659-8350-45B8-BDE2-D715F8240E0F}" type="slidenum">
              <a:rPr lang="en-US" sz="1200" b="0" strike="noStrike" spc="-1">
                <a:solidFill>
                  <a:srgbClr val="898989"/>
                </a:solidFill>
                <a:latin typeface="Calibri"/>
                <a:ea typeface="Calibri"/>
              </a:rPr>
              <a:t>7</a:t>
            </a:fld>
            <a:endParaRPr lang="en-IN" sz="1200" b="0" strike="noStrike" spc="-1">
              <a:solidFill>
                <a:srgbClr val="000000"/>
              </a:solidFill>
              <a:latin typeface="Times New Roman" panose="02020503050405090304"/>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8C48D28-B8EB-AC41-D26B-0C05FFD1FF0F}"/>
              </a:ext>
            </a:extLst>
          </p:cNvPr>
          <p:cNvSpPr txBox="1"/>
          <p:nvPr/>
        </p:nvSpPr>
        <p:spPr>
          <a:xfrm>
            <a:off x="5968313" y="2207743"/>
            <a:ext cx="5375189" cy="3416320"/>
          </a:xfrm>
          <a:prstGeom prst="rect">
            <a:avLst/>
          </a:prstGeom>
          <a:noFill/>
        </p:spPr>
        <p:txBody>
          <a:bodyPr wrap="square">
            <a:spAutoFit/>
          </a:bodyPr>
          <a:lstStyle/>
          <a:p>
            <a:r>
              <a:rPr lang="en-US" dirty="0"/>
              <a:t>+---------------------------+</a:t>
            </a:r>
          </a:p>
          <a:p>
            <a:r>
              <a:rPr lang="en-US" dirty="0"/>
              <a:t>|        User Apps          |</a:t>
            </a:r>
          </a:p>
          <a:p>
            <a:r>
              <a:rPr lang="en-US" dirty="0"/>
              <a:t>+---------------------------+</a:t>
            </a:r>
          </a:p>
          <a:p>
            <a:r>
              <a:rPr lang="en-US" dirty="0"/>
              <a:t>|     MONOLITHIC KERNEL     |</a:t>
            </a:r>
          </a:p>
          <a:p>
            <a:r>
              <a:rPr lang="en-US" dirty="0"/>
              <a:t>| - Process </a:t>
            </a:r>
            <a:r>
              <a:rPr lang="en-US" dirty="0" err="1"/>
              <a:t>Mgmt</a:t>
            </a:r>
            <a:r>
              <a:rPr lang="en-US" dirty="0"/>
              <a:t>            |</a:t>
            </a:r>
          </a:p>
          <a:p>
            <a:r>
              <a:rPr lang="en-US" dirty="0"/>
              <a:t>| - Memory </a:t>
            </a:r>
            <a:r>
              <a:rPr lang="en-US" dirty="0" err="1"/>
              <a:t>Mgmt</a:t>
            </a:r>
            <a:r>
              <a:rPr lang="en-US" dirty="0"/>
              <a:t>             |</a:t>
            </a:r>
          </a:p>
          <a:p>
            <a:r>
              <a:rPr lang="en-US" dirty="0"/>
              <a:t>| - File System             |</a:t>
            </a:r>
          </a:p>
          <a:p>
            <a:r>
              <a:rPr lang="en-US" dirty="0"/>
              <a:t>| - Device Drivers          |</a:t>
            </a:r>
          </a:p>
          <a:p>
            <a:r>
              <a:rPr lang="en-US" dirty="0"/>
              <a:t>| - I/O </a:t>
            </a:r>
            <a:r>
              <a:rPr lang="en-US" dirty="0" err="1"/>
              <a:t>Mgmt</a:t>
            </a:r>
            <a:r>
              <a:rPr lang="en-US" dirty="0"/>
              <a:t>                |</a:t>
            </a:r>
          </a:p>
          <a:p>
            <a:r>
              <a:rPr lang="en-US" dirty="0"/>
              <a:t>+---------------------------+</a:t>
            </a:r>
          </a:p>
          <a:p>
            <a:r>
              <a:rPr lang="en-US" dirty="0"/>
              <a:t>|         Hardware          |</a:t>
            </a:r>
          </a:p>
          <a:p>
            <a:r>
              <a:rPr lang="en-US" dirty="0"/>
              <a:t>+---------------------------+</a:t>
            </a:r>
          </a:p>
        </p:txBody>
      </p:sp>
      <p:pic>
        <p:nvPicPr>
          <p:cNvPr id="1026" name="Picture 2" descr="Monolithic vs Layered OS - Naukri Code 360">
            <a:extLst>
              <a:ext uri="{FF2B5EF4-FFF2-40B4-BE49-F238E27FC236}">
                <a16:creationId xmlns:a16="http://schemas.microsoft.com/office/drawing/2014/main" id="{BEFDAF89-B2B3-1116-0C09-33B35067CF2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1655805"/>
            <a:ext cx="5869459" cy="39682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795635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 name="PlaceHolder 1"/>
          <p:cNvSpPr>
            <a:spLocks noGrp="1"/>
          </p:cNvSpPr>
          <p:nvPr>
            <p:ph type="title"/>
          </p:nvPr>
        </p:nvSpPr>
        <p:spPr>
          <a:xfrm>
            <a:off x="0" y="0"/>
            <a:ext cx="6476040" cy="837000"/>
          </a:xfrm>
          <a:prstGeom prst="rect">
            <a:avLst/>
          </a:prstGeom>
          <a:noFill/>
          <a:ln w="0">
            <a:noFill/>
          </a:ln>
        </p:spPr>
        <p:txBody>
          <a:bodyPr lIns="90000" tIns="45000" rIns="90000" bIns="45000" anchor="ctr">
            <a:noAutofit/>
          </a:bodyPr>
          <a:lstStyle/>
          <a:p>
            <a:pPr indent="0">
              <a:lnSpc>
                <a:spcPct val="100000"/>
              </a:lnSpc>
              <a:buNone/>
              <a:tabLst>
                <a:tab pos="0" algn="l"/>
              </a:tabLst>
            </a:pPr>
            <a:r>
              <a:rPr lang="en-US" sz="3000" b="0" strike="noStrike" spc="-1">
                <a:solidFill>
                  <a:schemeClr val="dk1"/>
                </a:solidFill>
                <a:latin typeface="Calibri"/>
                <a:ea typeface="Calibri"/>
              </a:rPr>
              <a:t>Micro-Kernel Structure</a:t>
            </a:r>
            <a:endParaRPr lang="en-US" sz="3000" b="0" strike="noStrike" spc="-1">
              <a:solidFill>
                <a:srgbClr val="000000"/>
              </a:solidFill>
              <a:latin typeface="Arial" panose="020B0604020202090204"/>
            </a:endParaRPr>
          </a:p>
        </p:txBody>
      </p:sp>
      <p:sp>
        <p:nvSpPr>
          <p:cNvPr id="236" name="PlaceHolder 2"/>
          <p:cNvSpPr>
            <a:spLocks noGrp="1"/>
          </p:cNvSpPr>
          <p:nvPr>
            <p:ph/>
          </p:nvPr>
        </p:nvSpPr>
        <p:spPr>
          <a:xfrm>
            <a:off x="141840" y="1087920"/>
            <a:ext cx="8228520" cy="5267520"/>
          </a:xfrm>
          <a:prstGeom prst="rect">
            <a:avLst/>
          </a:prstGeom>
          <a:noFill/>
          <a:ln w="0">
            <a:noFill/>
          </a:ln>
        </p:spPr>
        <p:txBody>
          <a:bodyPr lIns="90000" tIns="45000" rIns="90000" bIns="45000" anchor="t">
            <a:noAutofit/>
          </a:bodyPr>
          <a:lstStyle/>
          <a:p>
            <a:pPr marL="457200" indent="-342900" algn="just">
              <a:lnSpc>
                <a:spcPct val="100000"/>
              </a:lnSpc>
              <a:spcBef>
                <a:spcPts val="360"/>
              </a:spcBef>
              <a:buClr>
                <a:srgbClr val="000000"/>
              </a:buClr>
              <a:buFont typeface="Arial" panose="020B0604020202090204"/>
              <a:buChar char="•"/>
            </a:pPr>
            <a:r>
              <a:rPr lang="en-US" sz="2000" b="0" strike="noStrike" spc="-1">
                <a:solidFill>
                  <a:schemeClr val="dk1"/>
                </a:solidFill>
                <a:latin typeface="Times New Roman" panose="02020503050405090304"/>
                <a:ea typeface="Times New Roman" panose="02020503050405090304"/>
              </a:rPr>
              <a:t>Micro-Kernel structure designs the operating system by removing all non-essential components from the kernel and implementing them as system and user programs. This results in a smaller kernel called the micro-kernel. Advantages of this structure are that all new services need to be added to user space and does not require the kernel to be modified. Thus it is more secure and reliable as if a service fails, then rest of the operating system remains untouched. Mac OS is an example of this type of OS. </a:t>
            </a:r>
            <a:endParaRPr lang="en-US" sz="2000" b="0" strike="noStrike" spc="-1">
              <a:solidFill>
                <a:srgbClr val="000000"/>
              </a:solidFill>
              <a:latin typeface="Arial" panose="020B0604020202090204"/>
            </a:endParaRPr>
          </a:p>
          <a:p>
            <a:pPr marL="114300" indent="0" algn="just">
              <a:lnSpc>
                <a:spcPct val="100000"/>
              </a:lnSpc>
              <a:spcBef>
                <a:spcPts val="360"/>
              </a:spcBef>
              <a:buNone/>
              <a:tabLst>
                <a:tab pos="0" algn="l"/>
              </a:tabLst>
            </a:pPr>
            <a:r>
              <a:rPr lang="en-US" sz="2800" b="1" strike="noStrike" spc="-1">
                <a:solidFill>
                  <a:schemeClr val="dk1"/>
                </a:solidFill>
                <a:latin typeface="Times New Roman" panose="02020503050405090304"/>
                <a:ea typeface="Times New Roman" panose="02020503050405090304"/>
              </a:rPr>
              <a:t>Advantages of Micro-kernel Structure</a:t>
            </a:r>
            <a:endParaRPr lang="en-US" sz="2800" b="0" strike="noStrike" spc="-1">
              <a:solidFill>
                <a:srgbClr val="000000"/>
              </a:solidFill>
              <a:latin typeface="Arial" panose="020B0604020202090204"/>
            </a:endParaRPr>
          </a:p>
          <a:p>
            <a:pPr marL="457200" indent="-342900" algn="just">
              <a:lnSpc>
                <a:spcPct val="100000"/>
              </a:lnSpc>
              <a:spcBef>
                <a:spcPts val="360"/>
              </a:spcBef>
              <a:buClr>
                <a:srgbClr val="000000"/>
              </a:buClr>
              <a:buFont typeface="Arial" panose="020B0604020202090204"/>
              <a:buChar char="•"/>
              <a:tabLst>
                <a:tab pos="0" algn="l"/>
              </a:tabLst>
            </a:pPr>
            <a:r>
              <a:rPr lang="en-US" sz="2000" b="0" strike="noStrike" spc="-1">
                <a:solidFill>
                  <a:schemeClr val="dk1"/>
                </a:solidFill>
                <a:latin typeface="Times New Roman" panose="02020503050405090304"/>
                <a:ea typeface="Times New Roman" panose="02020503050405090304"/>
              </a:rPr>
              <a:t>It makes the operating system portable to various platforms.</a:t>
            </a:r>
            <a:endParaRPr lang="en-US" sz="2000" b="0" strike="noStrike" spc="-1">
              <a:solidFill>
                <a:srgbClr val="000000"/>
              </a:solidFill>
              <a:latin typeface="Arial" panose="020B0604020202090204"/>
            </a:endParaRPr>
          </a:p>
          <a:p>
            <a:pPr marL="457200" indent="-342900" algn="just">
              <a:lnSpc>
                <a:spcPct val="100000"/>
              </a:lnSpc>
              <a:spcBef>
                <a:spcPts val="360"/>
              </a:spcBef>
              <a:buClr>
                <a:srgbClr val="000000"/>
              </a:buClr>
              <a:buFont typeface="Arial" panose="020B0604020202090204"/>
              <a:buChar char="•"/>
              <a:tabLst>
                <a:tab pos="0" algn="l"/>
              </a:tabLst>
            </a:pPr>
            <a:r>
              <a:rPr lang="en-US" sz="2000" b="0" strike="noStrike" spc="-1">
                <a:solidFill>
                  <a:schemeClr val="dk1"/>
                </a:solidFill>
                <a:latin typeface="Times New Roman" panose="02020503050405090304"/>
                <a:ea typeface="Times New Roman" panose="02020503050405090304"/>
              </a:rPr>
              <a:t>As microkernels are small so these can be tested effectively.</a:t>
            </a:r>
            <a:endParaRPr lang="en-US" sz="2000" b="0" strike="noStrike" spc="-1">
              <a:solidFill>
                <a:srgbClr val="000000"/>
              </a:solidFill>
              <a:latin typeface="Arial" panose="020B0604020202090204"/>
            </a:endParaRPr>
          </a:p>
          <a:p>
            <a:pPr marL="114300" indent="0" algn="just">
              <a:lnSpc>
                <a:spcPct val="100000"/>
              </a:lnSpc>
              <a:spcBef>
                <a:spcPts val="360"/>
              </a:spcBef>
              <a:buNone/>
              <a:tabLst>
                <a:tab pos="0" algn="l"/>
              </a:tabLst>
            </a:pPr>
            <a:r>
              <a:rPr lang="en-US" sz="2800" b="1" strike="noStrike" spc="-1">
                <a:solidFill>
                  <a:schemeClr val="dk1"/>
                </a:solidFill>
                <a:latin typeface="Times New Roman" panose="02020503050405090304"/>
                <a:ea typeface="Times New Roman" panose="02020503050405090304"/>
              </a:rPr>
              <a:t>Disadvantages of Micro-kernel Structure</a:t>
            </a:r>
            <a:endParaRPr lang="en-US" sz="2800" b="0" strike="noStrike" spc="-1">
              <a:solidFill>
                <a:srgbClr val="000000"/>
              </a:solidFill>
              <a:latin typeface="Arial" panose="020B0604020202090204"/>
            </a:endParaRPr>
          </a:p>
          <a:p>
            <a:pPr marL="457200" indent="-342900" algn="just">
              <a:lnSpc>
                <a:spcPct val="100000"/>
              </a:lnSpc>
              <a:spcBef>
                <a:spcPts val="360"/>
              </a:spcBef>
              <a:buClr>
                <a:srgbClr val="000000"/>
              </a:buClr>
              <a:buFont typeface="Arial" panose="020B0604020202090204"/>
              <a:buChar char="•"/>
              <a:tabLst>
                <a:tab pos="0" algn="l"/>
              </a:tabLst>
            </a:pPr>
            <a:r>
              <a:rPr lang="en-US" sz="2000" b="0" strike="noStrike" spc="-1">
                <a:solidFill>
                  <a:schemeClr val="dk1"/>
                </a:solidFill>
                <a:latin typeface="Times New Roman" panose="02020503050405090304"/>
                <a:ea typeface="Times New Roman" panose="02020503050405090304"/>
              </a:rPr>
              <a:t>Increased level of inter module communication degrades system performance.</a:t>
            </a:r>
            <a:endParaRPr lang="en-US" sz="2000" b="0" strike="noStrike" spc="-1">
              <a:solidFill>
                <a:srgbClr val="000000"/>
              </a:solidFill>
              <a:latin typeface="Arial" panose="020B0604020202090204"/>
            </a:endParaRPr>
          </a:p>
        </p:txBody>
      </p:sp>
      <p:sp>
        <p:nvSpPr>
          <p:cNvPr id="237" name="PlaceHolder 3"/>
          <p:cNvSpPr>
            <a:spLocks noGrp="1"/>
          </p:cNvSpPr>
          <p:nvPr>
            <p:ph type="sldNum" idx="15"/>
          </p:nvPr>
        </p:nvSpPr>
        <p:spPr>
          <a:xfrm>
            <a:off x="6553080" y="6356520"/>
            <a:ext cx="2132640" cy="363960"/>
          </a:xfrm>
          <a:prstGeom prst="rect">
            <a:avLst/>
          </a:prstGeom>
          <a:noFill/>
          <a:ln w="0">
            <a:noFill/>
          </a:ln>
        </p:spPr>
        <p:txBody>
          <a:bodyPr lIns="90000" tIns="45000" rIns="90000" bIns="45000" anchor="ctr">
            <a:noAutofit/>
          </a:bodyPr>
          <a:lstStyle>
            <a:lvl1pPr indent="0" algn="r">
              <a:lnSpc>
                <a:spcPct val="100000"/>
              </a:lnSpc>
              <a:buNone/>
              <a:tabLst>
                <a:tab pos="0" algn="l"/>
              </a:tabLst>
              <a:defRPr lang="en-US" sz="1200" b="0" strike="noStrike" spc="-1">
                <a:solidFill>
                  <a:srgbClr val="898989"/>
                </a:solidFill>
                <a:latin typeface="Calibri"/>
                <a:ea typeface="Calibri"/>
              </a:defRPr>
            </a:lvl1pPr>
          </a:lstStyle>
          <a:p>
            <a:pPr indent="0" algn="r">
              <a:lnSpc>
                <a:spcPct val="100000"/>
              </a:lnSpc>
              <a:buNone/>
              <a:tabLst>
                <a:tab pos="0" algn="l"/>
              </a:tabLst>
            </a:pPr>
            <a:fld id="{FF76FC7B-CEAD-445D-8B22-3B908AF72A4D}" type="slidenum">
              <a:rPr lang="en-US" sz="1200" b="0" strike="noStrike" spc="-1">
                <a:solidFill>
                  <a:srgbClr val="898989"/>
                </a:solidFill>
                <a:latin typeface="Calibri"/>
                <a:ea typeface="Calibri"/>
              </a:rPr>
              <a:t>9</a:t>
            </a:fld>
            <a:endParaRPr lang="en-IN" sz="1200" b="0" strike="noStrike" spc="-1">
              <a:solidFill>
                <a:srgbClr val="000000"/>
              </a:solidFill>
              <a:latin typeface="Times New Roman" panose="02020503050405090304"/>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8" name="PlaceHolder 1"/>
          <p:cNvSpPr>
            <a:spLocks noGrp="1"/>
          </p:cNvSpPr>
          <p:nvPr>
            <p:ph type="title"/>
          </p:nvPr>
        </p:nvSpPr>
        <p:spPr>
          <a:xfrm>
            <a:off x="0" y="315360"/>
            <a:ext cx="6476040" cy="521640"/>
          </a:xfrm>
          <a:prstGeom prst="rect">
            <a:avLst/>
          </a:prstGeom>
          <a:noFill/>
          <a:ln w="0">
            <a:noFill/>
          </a:ln>
        </p:spPr>
        <p:txBody>
          <a:bodyPr lIns="90000" tIns="45000" rIns="90000" bIns="45000" anchor="ctr">
            <a:noAutofit/>
          </a:bodyPr>
          <a:lstStyle/>
          <a:p>
            <a:pPr indent="0">
              <a:lnSpc>
                <a:spcPct val="100000"/>
              </a:lnSpc>
              <a:buNone/>
              <a:tabLst>
                <a:tab pos="0" algn="l"/>
              </a:tabLst>
            </a:pPr>
            <a:r>
              <a:rPr lang="en-US" sz="3000" b="0" strike="noStrike" spc="-1">
                <a:solidFill>
                  <a:schemeClr val="dk1"/>
                </a:solidFill>
                <a:latin typeface="Calibri"/>
                <a:ea typeface="Calibri"/>
              </a:rPr>
              <a:t>Hybrid-Kernel Structure</a:t>
            </a:r>
            <a:br>
              <a:rPr sz="3000"/>
            </a:br>
            <a:endParaRPr lang="en-US" sz="3000" b="0" strike="noStrike" spc="-1">
              <a:solidFill>
                <a:srgbClr val="000000"/>
              </a:solidFill>
              <a:latin typeface="Arial" panose="020B0604020202090204"/>
            </a:endParaRPr>
          </a:p>
        </p:txBody>
      </p:sp>
      <p:sp>
        <p:nvSpPr>
          <p:cNvPr id="239" name="PlaceHolder 2"/>
          <p:cNvSpPr>
            <a:spLocks noGrp="1"/>
          </p:cNvSpPr>
          <p:nvPr>
            <p:ph/>
          </p:nvPr>
        </p:nvSpPr>
        <p:spPr>
          <a:xfrm>
            <a:off x="0" y="838080"/>
            <a:ext cx="9142920" cy="4524840"/>
          </a:xfrm>
          <a:prstGeom prst="rect">
            <a:avLst/>
          </a:prstGeom>
          <a:noFill/>
          <a:ln w="0">
            <a:noFill/>
          </a:ln>
        </p:spPr>
        <p:txBody>
          <a:bodyPr lIns="90000" tIns="45000" rIns="90000" bIns="45000" anchor="t">
            <a:noAutofit/>
          </a:bodyPr>
          <a:lstStyle/>
          <a:p>
            <a:pPr marL="457200" indent="-342900" algn="just">
              <a:lnSpc>
                <a:spcPct val="100000"/>
              </a:lnSpc>
              <a:spcBef>
                <a:spcPts val="360"/>
              </a:spcBef>
              <a:buClr>
                <a:srgbClr val="000000"/>
              </a:buClr>
              <a:buFont typeface="Arial" panose="020B0604020202090204"/>
              <a:buChar char="•"/>
            </a:pPr>
            <a:r>
              <a:rPr lang="en-US" sz="2000" b="0" strike="noStrike" spc="-1">
                <a:solidFill>
                  <a:schemeClr val="dk1"/>
                </a:solidFill>
                <a:latin typeface="Times New Roman" panose="02020503050405090304"/>
                <a:ea typeface="Times New Roman" panose="02020503050405090304"/>
              </a:rPr>
              <a:t>Hybrid-Kernel structure is nothing but just a combination of both monolithic-kernel structure and micro-kernel structure. Basically, it combines properties of both monolithic and micro-kernel and make a more advance and helpful approach. It implement speed and design of monolithic and modularity and stability of micro-kernel structure.</a:t>
            </a:r>
            <a:endParaRPr lang="en-US" sz="2000" b="0" strike="noStrike" spc="-1">
              <a:solidFill>
                <a:srgbClr val="000000"/>
              </a:solidFill>
              <a:latin typeface="Arial" panose="020B0604020202090204"/>
            </a:endParaRPr>
          </a:p>
          <a:p>
            <a:pPr marL="114300" indent="0" algn="just">
              <a:lnSpc>
                <a:spcPct val="100000"/>
              </a:lnSpc>
              <a:spcBef>
                <a:spcPts val="360"/>
              </a:spcBef>
              <a:buNone/>
              <a:tabLst>
                <a:tab pos="0" algn="l"/>
              </a:tabLst>
            </a:pPr>
            <a:r>
              <a:rPr lang="en-US" sz="2800" b="1" strike="noStrike" spc="-1">
                <a:solidFill>
                  <a:schemeClr val="dk1"/>
                </a:solidFill>
                <a:latin typeface="Times New Roman" panose="02020503050405090304"/>
                <a:ea typeface="Times New Roman" panose="02020503050405090304"/>
              </a:rPr>
              <a:t>Advantages of Hybrid-Kernel Structure</a:t>
            </a:r>
            <a:endParaRPr lang="en-US" sz="2800" b="0" strike="noStrike" spc="-1">
              <a:solidFill>
                <a:srgbClr val="000000"/>
              </a:solidFill>
              <a:latin typeface="Arial" panose="020B0604020202090204"/>
            </a:endParaRPr>
          </a:p>
          <a:p>
            <a:pPr marL="457200" indent="-342900" algn="just">
              <a:lnSpc>
                <a:spcPct val="100000"/>
              </a:lnSpc>
              <a:spcBef>
                <a:spcPts val="360"/>
              </a:spcBef>
              <a:buClr>
                <a:srgbClr val="000000"/>
              </a:buClr>
              <a:buFont typeface="Arial" panose="020B0604020202090204"/>
              <a:buChar char="•"/>
              <a:tabLst>
                <a:tab pos="0" algn="l"/>
              </a:tabLst>
            </a:pPr>
            <a:r>
              <a:rPr lang="en-US" sz="2000" b="0" strike="noStrike" spc="-1">
                <a:solidFill>
                  <a:schemeClr val="dk1"/>
                </a:solidFill>
                <a:latin typeface="Times New Roman" panose="02020503050405090304"/>
                <a:ea typeface="Times New Roman" panose="02020503050405090304"/>
              </a:rPr>
              <a:t>It offers good performance as it implements the advantages of both structure in it.</a:t>
            </a:r>
            <a:endParaRPr lang="en-US" sz="2000" b="0" strike="noStrike" spc="-1">
              <a:solidFill>
                <a:srgbClr val="000000"/>
              </a:solidFill>
              <a:latin typeface="Arial" panose="020B0604020202090204"/>
            </a:endParaRPr>
          </a:p>
          <a:p>
            <a:pPr marL="457200" indent="-342900" algn="just">
              <a:lnSpc>
                <a:spcPct val="100000"/>
              </a:lnSpc>
              <a:spcBef>
                <a:spcPts val="360"/>
              </a:spcBef>
              <a:buClr>
                <a:srgbClr val="000000"/>
              </a:buClr>
              <a:buFont typeface="Arial" panose="020B0604020202090204"/>
              <a:buChar char="•"/>
              <a:tabLst>
                <a:tab pos="0" algn="l"/>
              </a:tabLst>
            </a:pPr>
            <a:r>
              <a:rPr lang="en-US" sz="2000" b="0" strike="noStrike" spc="-1">
                <a:solidFill>
                  <a:schemeClr val="dk1"/>
                </a:solidFill>
                <a:latin typeface="Times New Roman" panose="02020503050405090304"/>
                <a:ea typeface="Times New Roman" panose="02020503050405090304"/>
              </a:rPr>
              <a:t>It supports a wide range of hardware and applications.</a:t>
            </a:r>
            <a:endParaRPr lang="en-US" sz="2000" b="0" strike="noStrike" spc="-1">
              <a:solidFill>
                <a:srgbClr val="000000"/>
              </a:solidFill>
              <a:latin typeface="Arial" panose="020B0604020202090204"/>
            </a:endParaRPr>
          </a:p>
          <a:p>
            <a:pPr marL="457200" indent="-342900" algn="just">
              <a:lnSpc>
                <a:spcPct val="100000"/>
              </a:lnSpc>
              <a:spcBef>
                <a:spcPts val="360"/>
              </a:spcBef>
              <a:buClr>
                <a:srgbClr val="000000"/>
              </a:buClr>
              <a:buFont typeface="Arial" panose="020B0604020202090204"/>
              <a:buChar char="•"/>
              <a:tabLst>
                <a:tab pos="0" algn="l"/>
              </a:tabLst>
            </a:pPr>
            <a:r>
              <a:rPr lang="en-US" sz="2000" b="0" strike="noStrike" spc="-1">
                <a:solidFill>
                  <a:schemeClr val="dk1"/>
                </a:solidFill>
                <a:latin typeface="Times New Roman" panose="02020503050405090304"/>
                <a:ea typeface="Times New Roman" panose="02020503050405090304"/>
              </a:rPr>
              <a:t>It provides better isolation and security by implementing micro-kernel approach.</a:t>
            </a:r>
            <a:endParaRPr lang="en-US" sz="2000" b="0" strike="noStrike" spc="-1">
              <a:solidFill>
                <a:srgbClr val="000000"/>
              </a:solidFill>
              <a:latin typeface="Arial" panose="020B0604020202090204"/>
            </a:endParaRPr>
          </a:p>
          <a:p>
            <a:pPr marL="457200" indent="-342900" algn="just">
              <a:lnSpc>
                <a:spcPct val="100000"/>
              </a:lnSpc>
              <a:spcBef>
                <a:spcPts val="360"/>
              </a:spcBef>
              <a:buClr>
                <a:srgbClr val="000000"/>
              </a:buClr>
              <a:buFont typeface="Arial" panose="020B0604020202090204"/>
              <a:buChar char="•"/>
              <a:tabLst>
                <a:tab pos="0" algn="l"/>
              </a:tabLst>
            </a:pPr>
            <a:r>
              <a:rPr lang="en-US" sz="2000" b="0" strike="noStrike" spc="-1">
                <a:solidFill>
                  <a:schemeClr val="dk1"/>
                </a:solidFill>
                <a:latin typeface="Times New Roman" panose="02020503050405090304"/>
                <a:ea typeface="Times New Roman" panose="02020503050405090304"/>
              </a:rPr>
              <a:t>It enhances overall system reliability by separating critical functions into micro-kernel for debugging and maintenance.</a:t>
            </a:r>
            <a:endParaRPr lang="en-US" sz="2000" b="0" strike="noStrike" spc="-1">
              <a:solidFill>
                <a:srgbClr val="000000"/>
              </a:solidFill>
              <a:latin typeface="Arial" panose="020B0604020202090204"/>
            </a:endParaRPr>
          </a:p>
          <a:p>
            <a:pPr marL="114300" indent="0" algn="just">
              <a:lnSpc>
                <a:spcPct val="100000"/>
              </a:lnSpc>
              <a:spcBef>
                <a:spcPts val="360"/>
              </a:spcBef>
              <a:buNone/>
              <a:tabLst>
                <a:tab pos="0" algn="l"/>
              </a:tabLst>
            </a:pPr>
            <a:r>
              <a:rPr lang="en-US" sz="2800" b="1" strike="noStrike" spc="-1">
                <a:solidFill>
                  <a:schemeClr val="dk1"/>
                </a:solidFill>
                <a:latin typeface="Times New Roman" panose="02020503050405090304"/>
                <a:ea typeface="Times New Roman" panose="02020503050405090304"/>
              </a:rPr>
              <a:t>Disadvantages of Hybrid-Kernel Structure</a:t>
            </a:r>
            <a:endParaRPr lang="en-US" sz="2800" b="0" strike="noStrike" spc="-1">
              <a:solidFill>
                <a:srgbClr val="000000"/>
              </a:solidFill>
              <a:latin typeface="Arial" panose="020B0604020202090204"/>
            </a:endParaRPr>
          </a:p>
          <a:p>
            <a:pPr marL="457200" indent="-342900" algn="just">
              <a:lnSpc>
                <a:spcPct val="100000"/>
              </a:lnSpc>
              <a:spcBef>
                <a:spcPts val="360"/>
              </a:spcBef>
              <a:buClr>
                <a:srgbClr val="000000"/>
              </a:buClr>
              <a:buFont typeface="Arial" panose="020B0604020202090204"/>
              <a:buChar char="•"/>
              <a:tabLst>
                <a:tab pos="0" algn="l"/>
              </a:tabLst>
            </a:pPr>
            <a:r>
              <a:rPr lang="en-US" sz="2000" b="0" strike="noStrike" spc="-1">
                <a:solidFill>
                  <a:schemeClr val="dk1"/>
                </a:solidFill>
                <a:latin typeface="Times New Roman" panose="02020503050405090304"/>
                <a:ea typeface="Times New Roman" panose="02020503050405090304"/>
              </a:rPr>
              <a:t>It increases overall complexity of system by implementing both structure (monolithic and micro) and making the system difficult to understand.</a:t>
            </a:r>
            <a:endParaRPr lang="en-US" sz="2000" b="0" strike="noStrike" spc="-1">
              <a:solidFill>
                <a:srgbClr val="000000"/>
              </a:solidFill>
              <a:latin typeface="Arial" panose="020B0604020202090204"/>
            </a:endParaRPr>
          </a:p>
          <a:p>
            <a:pPr marL="457200" indent="-342900" algn="just">
              <a:lnSpc>
                <a:spcPct val="100000"/>
              </a:lnSpc>
              <a:spcBef>
                <a:spcPts val="360"/>
              </a:spcBef>
              <a:buClr>
                <a:srgbClr val="000000"/>
              </a:buClr>
              <a:buFont typeface="Arial" panose="020B0604020202090204"/>
              <a:buChar char="•"/>
              <a:tabLst>
                <a:tab pos="0" algn="l"/>
              </a:tabLst>
            </a:pPr>
            <a:r>
              <a:rPr lang="en-US" sz="2000" b="0" strike="noStrike" spc="-1">
                <a:solidFill>
                  <a:schemeClr val="dk1"/>
                </a:solidFill>
                <a:latin typeface="Times New Roman" panose="02020503050405090304"/>
                <a:ea typeface="Times New Roman" panose="02020503050405090304"/>
              </a:rPr>
              <a:t>The layer of communication between micro-kernel and other component increases time complexity and decreases performance compared to monolithic kernel.</a:t>
            </a:r>
            <a:endParaRPr lang="en-US" sz="2000" b="0" strike="noStrike" spc="-1">
              <a:solidFill>
                <a:srgbClr val="000000"/>
              </a:solidFill>
              <a:latin typeface="Arial" panose="020B0604020202090204"/>
            </a:endParaRPr>
          </a:p>
        </p:txBody>
      </p:sp>
      <p:sp>
        <p:nvSpPr>
          <p:cNvPr id="240" name="PlaceHolder 3"/>
          <p:cNvSpPr>
            <a:spLocks noGrp="1"/>
          </p:cNvSpPr>
          <p:nvPr>
            <p:ph type="sldNum" idx="16"/>
          </p:nvPr>
        </p:nvSpPr>
        <p:spPr>
          <a:xfrm>
            <a:off x="6553080" y="6356520"/>
            <a:ext cx="2132640" cy="363960"/>
          </a:xfrm>
          <a:prstGeom prst="rect">
            <a:avLst/>
          </a:prstGeom>
          <a:noFill/>
          <a:ln w="0">
            <a:noFill/>
          </a:ln>
        </p:spPr>
        <p:txBody>
          <a:bodyPr lIns="90000" tIns="45000" rIns="90000" bIns="45000" anchor="ctr">
            <a:noAutofit/>
          </a:bodyPr>
          <a:lstStyle>
            <a:lvl1pPr indent="0" algn="r">
              <a:lnSpc>
                <a:spcPct val="100000"/>
              </a:lnSpc>
              <a:buNone/>
              <a:tabLst>
                <a:tab pos="0" algn="l"/>
              </a:tabLst>
              <a:defRPr lang="en-US" sz="1200" b="0" strike="noStrike" spc="-1">
                <a:solidFill>
                  <a:srgbClr val="898989"/>
                </a:solidFill>
                <a:latin typeface="Calibri"/>
                <a:ea typeface="Calibri"/>
              </a:defRPr>
            </a:lvl1pPr>
          </a:lstStyle>
          <a:p>
            <a:pPr indent="0" algn="r">
              <a:lnSpc>
                <a:spcPct val="100000"/>
              </a:lnSpc>
              <a:buNone/>
              <a:tabLst>
                <a:tab pos="0" algn="l"/>
              </a:tabLst>
            </a:pPr>
            <a:fld id="{D5169E9F-01DB-4215-8EFA-0388A9C9CA72}" type="slidenum">
              <a:rPr lang="en-US" sz="1200" b="0" strike="noStrike" spc="-1">
                <a:solidFill>
                  <a:srgbClr val="898989"/>
                </a:solidFill>
                <a:latin typeface="Calibri"/>
                <a:ea typeface="Calibri"/>
              </a:rPr>
              <a:t>10</a:t>
            </a:fld>
            <a:endParaRPr lang="en-IN" sz="1200" b="0" strike="noStrike" spc="-1">
              <a:solidFill>
                <a:srgbClr val="000000"/>
              </a:solidFill>
              <a:latin typeface="Times New Roman" panose="02020503050405090304"/>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1" name="PlaceHolder 1"/>
          <p:cNvSpPr>
            <a:spLocks noGrp="1"/>
          </p:cNvSpPr>
          <p:nvPr>
            <p:ph type="title"/>
          </p:nvPr>
        </p:nvSpPr>
        <p:spPr>
          <a:xfrm>
            <a:off x="0" y="0"/>
            <a:ext cx="6476040" cy="837000"/>
          </a:xfrm>
          <a:prstGeom prst="rect">
            <a:avLst/>
          </a:prstGeom>
          <a:noFill/>
          <a:ln w="0">
            <a:noFill/>
          </a:ln>
        </p:spPr>
        <p:txBody>
          <a:bodyPr lIns="90000" tIns="45000" rIns="90000" bIns="45000" anchor="ctr">
            <a:noAutofit/>
          </a:bodyPr>
          <a:lstStyle/>
          <a:p>
            <a:pPr indent="0">
              <a:lnSpc>
                <a:spcPct val="100000"/>
              </a:lnSpc>
              <a:buNone/>
              <a:tabLst>
                <a:tab pos="0" algn="l"/>
              </a:tabLst>
            </a:pPr>
            <a:r>
              <a:rPr lang="en-US" sz="3000" b="0" strike="noStrike" spc="-1">
                <a:solidFill>
                  <a:schemeClr val="dk1"/>
                </a:solidFill>
                <a:latin typeface="Calibri"/>
                <a:ea typeface="Calibri"/>
              </a:rPr>
              <a:t>Exo-Kernel Structure</a:t>
            </a:r>
            <a:endParaRPr lang="en-US" sz="3000" b="0" strike="noStrike" spc="-1">
              <a:solidFill>
                <a:srgbClr val="000000"/>
              </a:solidFill>
              <a:latin typeface="Arial" panose="020B0604020202090204"/>
            </a:endParaRPr>
          </a:p>
        </p:txBody>
      </p:sp>
      <p:sp>
        <p:nvSpPr>
          <p:cNvPr id="242" name="PlaceHolder 2"/>
          <p:cNvSpPr>
            <a:spLocks noGrp="1"/>
          </p:cNvSpPr>
          <p:nvPr>
            <p:ph/>
          </p:nvPr>
        </p:nvSpPr>
        <p:spPr>
          <a:xfrm>
            <a:off x="457200" y="1371600"/>
            <a:ext cx="8228520" cy="4524840"/>
          </a:xfrm>
          <a:prstGeom prst="rect">
            <a:avLst/>
          </a:prstGeom>
          <a:noFill/>
          <a:ln w="0">
            <a:noFill/>
          </a:ln>
        </p:spPr>
        <p:txBody>
          <a:bodyPr lIns="90000" tIns="45000" rIns="90000" bIns="45000" anchor="t">
            <a:noAutofit/>
          </a:bodyPr>
          <a:lstStyle/>
          <a:p>
            <a:pPr marL="457200" indent="-342900" algn="just">
              <a:lnSpc>
                <a:spcPct val="100000"/>
              </a:lnSpc>
              <a:spcBef>
                <a:spcPts val="360"/>
              </a:spcBef>
              <a:buClr>
                <a:srgbClr val="000000"/>
              </a:buClr>
              <a:buFont typeface="Arial" panose="020B0604020202090204"/>
              <a:buChar char="•"/>
            </a:pPr>
            <a:r>
              <a:rPr lang="en-US" sz="2000" b="0" strike="noStrike" spc="-1">
                <a:solidFill>
                  <a:schemeClr val="dk1"/>
                </a:solidFill>
                <a:latin typeface="Times New Roman" panose="02020503050405090304"/>
                <a:ea typeface="Times New Roman" panose="02020503050405090304"/>
              </a:rPr>
              <a:t>Exokernel is an operating system developed at MIT to provide application-level management of hardware resources. By separating resource management from protection, the exokernel architecture aims to enable application-specific customization. Due to its limited operability, exokernel size typically tends to be minimal.</a:t>
            </a:r>
            <a:endParaRPr lang="en-US" sz="2000" b="0" strike="noStrike" spc="-1">
              <a:solidFill>
                <a:srgbClr val="000000"/>
              </a:solidFill>
              <a:latin typeface="Arial" panose="020B0604020202090204"/>
            </a:endParaRPr>
          </a:p>
          <a:p>
            <a:pPr marL="457200" indent="0" algn="just">
              <a:lnSpc>
                <a:spcPct val="100000"/>
              </a:lnSpc>
              <a:spcBef>
                <a:spcPts val="360"/>
              </a:spcBef>
              <a:buNone/>
              <a:tabLst>
                <a:tab pos="0" algn="l"/>
              </a:tabLst>
            </a:pPr>
            <a:endParaRPr lang="en-US" sz="2000" b="0" strike="noStrike" spc="-1">
              <a:solidFill>
                <a:srgbClr val="000000"/>
              </a:solidFill>
              <a:latin typeface="Arial" panose="020B0604020202090204"/>
            </a:endParaRPr>
          </a:p>
          <a:p>
            <a:pPr marL="457200" indent="-342900" algn="just">
              <a:lnSpc>
                <a:spcPct val="100000"/>
              </a:lnSpc>
              <a:spcBef>
                <a:spcPts val="360"/>
              </a:spcBef>
              <a:buClr>
                <a:srgbClr val="000000"/>
              </a:buClr>
              <a:buFont typeface="Arial" panose="020B0604020202090204"/>
              <a:buChar char="•"/>
              <a:tabLst>
                <a:tab pos="0" algn="l"/>
              </a:tabLst>
            </a:pPr>
            <a:r>
              <a:rPr lang="en-US" sz="2000" b="0" strike="noStrike" spc="-1">
                <a:solidFill>
                  <a:schemeClr val="dk1"/>
                </a:solidFill>
                <a:latin typeface="Times New Roman" panose="02020503050405090304"/>
                <a:ea typeface="Times New Roman" panose="02020503050405090304"/>
              </a:rPr>
              <a:t>The OS will always have an impact on the functionality, performance, and scope of the apps that are developed on it because it sits in between the software and the hardware. The exokernel operating system makes an attempt to address this problem by rejecting the notion that an operating system must provide abstractions upon which to base applications. The objective is to limit developers use of abstractions as little as possible while still giving them freedom.</a:t>
            </a:r>
            <a:endParaRPr lang="en-US" sz="2000" b="0" strike="noStrike" spc="-1">
              <a:solidFill>
                <a:srgbClr val="000000"/>
              </a:solidFill>
              <a:latin typeface="Arial" panose="020B0604020202090204"/>
            </a:endParaRPr>
          </a:p>
        </p:txBody>
      </p:sp>
      <p:sp>
        <p:nvSpPr>
          <p:cNvPr id="243" name="PlaceHolder 3"/>
          <p:cNvSpPr>
            <a:spLocks noGrp="1"/>
          </p:cNvSpPr>
          <p:nvPr>
            <p:ph type="sldNum" idx="17"/>
          </p:nvPr>
        </p:nvSpPr>
        <p:spPr>
          <a:xfrm>
            <a:off x="6553080" y="6356520"/>
            <a:ext cx="2132640" cy="363960"/>
          </a:xfrm>
          <a:prstGeom prst="rect">
            <a:avLst/>
          </a:prstGeom>
          <a:noFill/>
          <a:ln w="0">
            <a:noFill/>
          </a:ln>
        </p:spPr>
        <p:txBody>
          <a:bodyPr lIns="90000" tIns="45000" rIns="90000" bIns="45000" anchor="ctr">
            <a:noAutofit/>
          </a:bodyPr>
          <a:lstStyle>
            <a:lvl1pPr indent="0" algn="r">
              <a:lnSpc>
                <a:spcPct val="100000"/>
              </a:lnSpc>
              <a:buNone/>
              <a:tabLst>
                <a:tab pos="0" algn="l"/>
              </a:tabLst>
              <a:defRPr lang="en-US" sz="1200" b="0" strike="noStrike" spc="-1">
                <a:solidFill>
                  <a:srgbClr val="898989"/>
                </a:solidFill>
                <a:latin typeface="Calibri"/>
                <a:ea typeface="Calibri"/>
              </a:defRPr>
            </a:lvl1pPr>
          </a:lstStyle>
          <a:p>
            <a:pPr indent="0" algn="r">
              <a:lnSpc>
                <a:spcPct val="100000"/>
              </a:lnSpc>
              <a:buNone/>
              <a:tabLst>
                <a:tab pos="0" algn="l"/>
              </a:tabLst>
            </a:pPr>
            <a:fld id="{6AD8970D-5452-4E49-986F-FFA7C0022CA8}" type="slidenum">
              <a:rPr lang="en-US" sz="1200" b="0" strike="noStrike" spc="-1">
                <a:solidFill>
                  <a:srgbClr val="898989"/>
                </a:solidFill>
                <a:latin typeface="Calibri"/>
                <a:ea typeface="Calibri"/>
              </a:rPr>
              <a:t>11</a:t>
            </a:fld>
            <a:endParaRPr lang="en-IN" sz="1200" b="0" strike="noStrike" spc="-1">
              <a:solidFill>
                <a:srgbClr val="000000"/>
              </a:solidFill>
              <a:latin typeface="Times New Roman" panose="02020503050405090304"/>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4" name="PlaceHolder 1"/>
          <p:cNvSpPr>
            <a:spLocks noGrp="1"/>
          </p:cNvSpPr>
          <p:nvPr>
            <p:ph type="title"/>
          </p:nvPr>
        </p:nvSpPr>
        <p:spPr>
          <a:xfrm>
            <a:off x="0" y="0"/>
            <a:ext cx="6476040" cy="837000"/>
          </a:xfrm>
          <a:prstGeom prst="rect">
            <a:avLst/>
          </a:prstGeom>
          <a:noFill/>
          <a:ln w="0">
            <a:noFill/>
          </a:ln>
        </p:spPr>
        <p:txBody>
          <a:bodyPr lIns="90000" tIns="45000" rIns="90000" bIns="45000" anchor="ctr">
            <a:noAutofit/>
          </a:bodyPr>
          <a:lstStyle/>
          <a:p>
            <a:pPr indent="0">
              <a:lnSpc>
                <a:spcPct val="100000"/>
              </a:lnSpc>
              <a:buNone/>
              <a:tabLst>
                <a:tab pos="0" algn="l"/>
              </a:tabLst>
            </a:pPr>
            <a:r>
              <a:rPr lang="en-US" sz="3000" b="0" strike="noStrike" spc="-1">
                <a:solidFill>
                  <a:schemeClr val="dk1"/>
                </a:solidFill>
                <a:latin typeface="Calibri"/>
                <a:ea typeface="Calibri"/>
              </a:rPr>
              <a:t>Cont….</a:t>
            </a:r>
            <a:endParaRPr lang="en-US" sz="3000" b="0" strike="noStrike" spc="-1">
              <a:solidFill>
                <a:srgbClr val="000000"/>
              </a:solidFill>
              <a:latin typeface="Arial" panose="020B0604020202090204"/>
            </a:endParaRPr>
          </a:p>
        </p:txBody>
      </p:sp>
      <p:sp>
        <p:nvSpPr>
          <p:cNvPr id="245" name="PlaceHolder 2"/>
          <p:cNvSpPr>
            <a:spLocks noGrp="1"/>
          </p:cNvSpPr>
          <p:nvPr>
            <p:ph/>
          </p:nvPr>
        </p:nvSpPr>
        <p:spPr>
          <a:xfrm>
            <a:off x="131400" y="1066680"/>
            <a:ext cx="8228520" cy="4797000"/>
          </a:xfrm>
          <a:prstGeom prst="rect">
            <a:avLst/>
          </a:prstGeom>
          <a:noFill/>
          <a:ln w="0">
            <a:noFill/>
          </a:ln>
        </p:spPr>
        <p:txBody>
          <a:bodyPr lIns="90000" tIns="45000" rIns="90000" bIns="45000" anchor="t">
            <a:noAutofit/>
          </a:bodyPr>
          <a:lstStyle/>
          <a:p>
            <a:pPr marL="114300" indent="0">
              <a:lnSpc>
                <a:spcPct val="100000"/>
              </a:lnSpc>
              <a:spcBef>
                <a:spcPts val="360"/>
              </a:spcBef>
              <a:buNone/>
              <a:tabLst>
                <a:tab pos="0" algn="l"/>
              </a:tabLst>
            </a:pPr>
            <a:r>
              <a:rPr lang="en-US" sz="2800" b="1" strike="noStrike" spc="-1">
                <a:solidFill>
                  <a:schemeClr val="dk1"/>
                </a:solidFill>
                <a:latin typeface="Times New Roman" panose="02020503050405090304"/>
                <a:ea typeface="Times New Roman" panose="02020503050405090304"/>
              </a:rPr>
              <a:t>Advantages of Exo-Kernel</a:t>
            </a:r>
            <a:endParaRPr lang="en-US" sz="2800" b="0" strike="noStrike" spc="-1">
              <a:solidFill>
                <a:srgbClr val="000000"/>
              </a:solidFill>
              <a:latin typeface="Arial" panose="020B0604020202090204"/>
            </a:endParaRPr>
          </a:p>
          <a:p>
            <a:pPr marL="457200" indent="-342900">
              <a:lnSpc>
                <a:spcPct val="100000"/>
              </a:lnSpc>
              <a:spcBef>
                <a:spcPts val="360"/>
              </a:spcBef>
              <a:buClr>
                <a:srgbClr val="000000"/>
              </a:buClr>
              <a:buFont typeface="Arial" panose="020B0604020202090204"/>
              <a:buChar char="•"/>
              <a:tabLst>
                <a:tab pos="0" algn="l"/>
              </a:tabLst>
            </a:pPr>
            <a:r>
              <a:rPr lang="en-US" sz="2000" b="0" strike="noStrike" spc="-1">
                <a:solidFill>
                  <a:schemeClr val="dk1"/>
                </a:solidFill>
                <a:latin typeface="Times New Roman" panose="02020503050405090304"/>
                <a:ea typeface="Times New Roman" panose="02020503050405090304"/>
              </a:rPr>
              <a:t>Support for improved application control.</a:t>
            </a:r>
            <a:endParaRPr lang="en-US" sz="2000" b="0" strike="noStrike" spc="-1">
              <a:solidFill>
                <a:srgbClr val="000000"/>
              </a:solidFill>
              <a:latin typeface="Arial" panose="020B0604020202090204"/>
            </a:endParaRPr>
          </a:p>
          <a:p>
            <a:pPr marL="457200" indent="-342900">
              <a:lnSpc>
                <a:spcPct val="100000"/>
              </a:lnSpc>
              <a:spcBef>
                <a:spcPts val="360"/>
              </a:spcBef>
              <a:buClr>
                <a:srgbClr val="000000"/>
              </a:buClr>
              <a:buFont typeface="Arial" panose="020B0604020202090204"/>
              <a:buChar char="•"/>
              <a:tabLst>
                <a:tab pos="0" algn="l"/>
              </a:tabLst>
            </a:pPr>
            <a:r>
              <a:rPr lang="en-US" sz="2000" b="0" strike="noStrike" spc="-1">
                <a:solidFill>
                  <a:schemeClr val="dk1"/>
                </a:solidFill>
                <a:latin typeface="Times New Roman" panose="02020503050405090304"/>
                <a:ea typeface="Times New Roman" panose="02020503050405090304"/>
              </a:rPr>
              <a:t>Separates management from security.</a:t>
            </a:r>
            <a:endParaRPr lang="en-US" sz="2000" b="0" strike="noStrike" spc="-1">
              <a:solidFill>
                <a:srgbClr val="000000"/>
              </a:solidFill>
              <a:latin typeface="Arial" panose="020B0604020202090204"/>
            </a:endParaRPr>
          </a:p>
          <a:p>
            <a:pPr marL="457200" indent="-342900">
              <a:lnSpc>
                <a:spcPct val="100000"/>
              </a:lnSpc>
              <a:spcBef>
                <a:spcPts val="360"/>
              </a:spcBef>
              <a:buClr>
                <a:srgbClr val="000000"/>
              </a:buClr>
              <a:buFont typeface="Arial" panose="020B0604020202090204"/>
              <a:buChar char="•"/>
              <a:tabLst>
                <a:tab pos="0" algn="l"/>
              </a:tabLst>
            </a:pPr>
            <a:r>
              <a:rPr lang="en-US" sz="2000" b="0" strike="noStrike" spc="-1">
                <a:solidFill>
                  <a:schemeClr val="dk1"/>
                </a:solidFill>
                <a:latin typeface="Times New Roman" panose="02020503050405090304"/>
                <a:ea typeface="Times New Roman" panose="02020503050405090304"/>
              </a:rPr>
              <a:t>It improves the performance of the application.</a:t>
            </a:r>
            <a:endParaRPr lang="en-US" sz="2000" b="0" strike="noStrike" spc="-1">
              <a:solidFill>
                <a:srgbClr val="000000"/>
              </a:solidFill>
              <a:latin typeface="Arial" panose="020B0604020202090204"/>
            </a:endParaRPr>
          </a:p>
          <a:p>
            <a:pPr marL="457200" indent="-342900">
              <a:lnSpc>
                <a:spcPct val="100000"/>
              </a:lnSpc>
              <a:spcBef>
                <a:spcPts val="360"/>
              </a:spcBef>
              <a:buClr>
                <a:srgbClr val="000000"/>
              </a:buClr>
              <a:buFont typeface="Arial" panose="020B0604020202090204"/>
              <a:buChar char="•"/>
              <a:tabLst>
                <a:tab pos="0" algn="l"/>
              </a:tabLst>
            </a:pPr>
            <a:r>
              <a:rPr lang="en-US" sz="2000" b="0" strike="noStrike" spc="-1">
                <a:solidFill>
                  <a:schemeClr val="dk1"/>
                </a:solidFill>
                <a:latin typeface="Times New Roman" panose="02020503050405090304"/>
                <a:ea typeface="Times New Roman" panose="02020503050405090304"/>
              </a:rPr>
              <a:t>A more efficient use of hardware resources is made possible by accurate resource allocation and revocation.</a:t>
            </a:r>
            <a:endParaRPr lang="en-US" sz="2000" b="0" strike="noStrike" spc="-1">
              <a:solidFill>
                <a:srgbClr val="000000"/>
              </a:solidFill>
              <a:latin typeface="Arial" panose="020B0604020202090204"/>
            </a:endParaRPr>
          </a:p>
          <a:p>
            <a:pPr marL="457200" indent="-342900">
              <a:lnSpc>
                <a:spcPct val="100000"/>
              </a:lnSpc>
              <a:spcBef>
                <a:spcPts val="360"/>
              </a:spcBef>
              <a:buClr>
                <a:srgbClr val="000000"/>
              </a:buClr>
              <a:buFont typeface="Arial" panose="020B0604020202090204"/>
              <a:buChar char="•"/>
              <a:tabLst>
                <a:tab pos="0" algn="l"/>
              </a:tabLst>
            </a:pPr>
            <a:r>
              <a:rPr lang="en-US" sz="2000" b="0" strike="noStrike" spc="-1">
                <a:solidFill>
                  <a:schemeClr val="dk1"/>
                </a:solidFill>
                <a:latin typeface="Times New Roman" panose="02020503050405090304"/>
                <a:ea typeface="Times New Roman" panose="02020503050405090304"/>
              </a:rPr>
              <a:t>It is simpler to test and create new operating systems.</a:t>
            </a:r>
            <a:endParaRPr lang="en-US" sz="2000" b="0" strike="noStrike" spc="-1">
              <a:solidFill>
                <a:srgbClr val="000000"/>
              </a:solidFill>
              <a:latin typeface="Arial" panose="020B0604020202090204"/>
            </a:endParaRPr>
          </a:p>
          <a:p>
            <a:pPr marL="457200" indent="-342900">
              <a:lnSpc>
                <a:spcPct val="100000"/>
              </a:lnSpc>
              <a:spcBef>
                <a:spcPts val="360"/>
              </a:spcBef>
              <a:buClr>
                <a:srgbClr val="000000"/>
              </a:buClr>
              <a:buFont typeface="Arial" panose="020B0604020202090204"/>
              <a:buChar char="•"/>
              <a:tabLst>
                <a:tab pos="0" algn="l"/>
              </a:tabLst>
            </a:pPr>
            <a:r>
              <a:rPr lang="en-US" sz="2000" b="0" strike="noStrike" spc="-1">
                <a:solidFill>
                  <a:schemeClr val="dk1"/>
                </a:solidFill>
                <a:latin typeface="Times New Roman" panose="02020503050405090304"/>
                <a:ea typeface="Times New Roman" panose="02020503050405090304"/>
              </a:rPr>
              <a:t>Each user-space program is allowed to use a custom memory management system.</a:t>
            </a:r>
            <a:endParaRPr lang="en-US" sz="2000" b="0" strike="noStrike" spc="-1">
              <a:solidFill>
                <a:srgbClr val="000000"/>
              </a:solidFill>
              <a:latin typeface="Arial" panose="020B0604020202090204"/>
            </a:endParaRPr>
          </a:p>
          <a:p>
            <a:pPr marL="114300" indent="0">
              <a:lnSpc>
                <a:spcPct val="100000"/>
              </a:lnSpc>
              <a:spcBef>
                <a:spcPts val="360"/>
              </a:spcBef>
              <a:buNone/>
              <a:tabLst>
                <a:tab pos="0" algn="l"/>
              </a:tabLst>
            </a:pPr>
            <a:r>
              <a:rPr lang="en-US" sz="2800" b="1" strike="noStrike" spc="-1">
                <a:solidFill>
                  <a:schemeClr val="dk1"/>
                </a:solidFill>
                <a:latin typeface="Times New Roman" panose="02020503050405090304"/>
                <a:ea typeface="Times New Roman" panose="02020503050405090304"/>
              </a:rPr>
              <a:t>Disadvantages of Exo-Kernel</a:t>
            </a:r>
            <a:endParaRPr lang="en-US" sz="2800" b="0" strike="noStrike" spc="-1">
              <a:solidFill>
                <a:srgbClr val="000000"/>
              </a:solidFill>
              <a:latin typeface="Arial" panose="020B0604020202090204"/>
            </a:endParaRPr>
          </a:p>
          <a:p>
            <a:pPr marL="457200" indent="-342900">
              <a:lnSpc>
                <a:spcPct val="100000"/>
              </a:lnSpc>
              <a:spcBef>
                <a:spcPts val="360"/>
              </a:spcBef>
              <a:buClr>
                <a:srgbClr val="000000"/>
              </a:buClr>
              <a:buFont typeface="Arial" panose="020B0604020202090204"/>
              <a:buChar char="•"/>
              <a:tabLst>
                <a:tab pos="0" algn="l"/>
              </a:tabLst>
            </a:pPr>
            <a:r>
              <a:rPr lang="en-US" sz="2000" b="0" strike="noStrike" spc="-1">
                <a:solidFill>
                  <a:schemeClr val="dk1"/>
                </a:solidFill>
                <a:latin typeface="Times New Roman" panose="02020503050405090304"/>
                <a:ea typeface="Times New Roman" panose="02020503050405090304"/>
              </a:rPr>
              <a:t>A decline in consistency.</a:t>
            </a:r>
            <a:endParaRPr lang="en-US" sz="2000" b="0" strike="noStrike" spc="-1">
              <a:solidFill>
                <a:srgbClr val="000000"/>
              </a:solidFill>
              <a:latin typeface="Arial" panose="020B0604020202090204"/>
            </a:endParaRPr>
          </a:p>
          <a:p>
            <a:pPr marL="457200" indent="-342900">
              <a:lnSpc>
                <a:spcPct val="100000"/>
              </a:lnSpc>
              <a:spcBef>
                <a:spcPts val="360"/>
              </a:spcBef>
              <a:buClr>
                <a:srgbClr val="000000"/>
              </a:buClr>
              <a:buFont typeface="Arial" panose="020B0604020202090204"/>
              <a:buChar char="•"/>
              <a:tabLst>
                <a:tab pos="0" algn="l"/>
              </a:tabLst>
            </a:pPr>
            <a:r>
              <a:rPr lang="en-US" sz="2000" b="0" strike="noStrike" spc="-1">
                <a:solidFill>
                  <a:schemeClr val="dk1"/>
                </a:solidFill>
                <a:latin typeface="Times New Roman" panose="02020503050405090304"/>
                <a:ea typeface="Times New Roman" panose="02020503050405090304"/>
              </a:rPr>
              <a:t>Exokernel interfaces have a complex architecture.</a:t>
            </a:r>
            <a:endParaRPr lang="en-US" sz="2000" b="0" strike="noStrike" spc="-1">
              <a:solidFill>
                <a:srgbClr val="000000"/>
              </a:solidFill>
              <a:latin typeface="Arial" panose="020B0604020202090204"/>
            </a:endParaRPr>
          </a:p>
          <a:p>
            <a:pPr marL="457200" indent="0">
              <a:lnSpc>
                <a:spcPct val="100000"/>
              </a:lnSpc>
              <a:spcBef>
                <a:spcPts val="360"/>
              </a:spcBef>
              <a:buNone/>
              <a:tabLst>
                <a:tab pos="0" algn="l"/>
              </a:tabLst>
            </a:pPr>
            <a:endParaRPr lang="en-US" sz="3200" b="0" strike="noStrike" spc="-1">
              <a:solidFill>
                <a:srgbClr val="000000"/>
              </a:solidFill>
              <a:latin typeface="Arial" panose="020B0604020202090204"/>
            </a:endParaRPr>
          </a:p>
        </p:txBody>
      </p:sp>
      <p:sp>
        <p:nvSpPr>
          <p:cNvPr id="246" name="PlaceHolder 3"/>
          <p:cNvSpPr>
            <a:spLocks noGrp="1"/>
          </p:cNvSpPr>
          <p:nvPr>
            <p:ph type="sldNum" idx="18"/>
          </p:nvPr>
        </p:nvSpPr>
        <p:spPr>
          <a:xfrm>
            <a:off x="6553080" y="6356520"/>
            <a:ext cx="2132640" cy="363960"/>
          </a:xfrm>
          <a:prstGeom prst="rect">
            <a:avLst/>
          </a:prstGeom>
          <a:noFill/>
          <a:ln w="0">
            <a:noFill/>
          </a:ln>
        </p:spPr>
        <p:txBody>
          <a:bodyPr lIns="90000" tIns="45000" rIns="90000" bIns="45000" anchor="ctr">
            <a:noAutofit/>
          </a:bodyPr>
          <a:lstStyle>
            <a:lvl1pPr indent="0" algn="r">
              <a:lnSpc>
                <a:spcPct val="100000"/>
              </a:lnSpc>
              <a:buNone/>
              <a:tabLst>
                <a:tab pos="0" algn="l"/>
              </a:tabLst>
              <a:defRPr lang="en-US" sz="1200" b="0" strike="noStrike" spc="-1">
                <a:solidFill>
                  <a:srgbClr val="898989"/>
                </a:solidFill>
                <a:latin typeface="Calibri"/>
                <a:ea typeface="Calibri"/>
              </a:defRPr>
            </a:lvl1pPr>
          </a:lstStyle>
          <a:p>
            <a:pPr indent="0" algn="r">
              <a:lnSpc>
                <a:spcPct val="100000"/>
              </a:lnSpc>
              <a:buNone/>
              <a:tabLst>
                <a:tab pos="0" algn="l"/>
              </a:tabLst>
            </a:pPr>
            <a:fld id="{67254800-F1C7-470E-B94C-33E7602E065C}" type="slidenum">
              <a:rPr lang="en-US" sz="1200" b="0" strike="noStrike" spc="-1">
                <a:solidFill>
                  <a:srgbClr val="898989"/>
                </a:solidFill>
                <a:latin typeface="Calibri"/>
                <a:ea typeface="Calibri"/>
              </a:rPr>
              <a:t>12</a:t>
            </a:fld>
            <a:endParaRPr lang="en-IN" sz="1200" b="0" strike="noStrike" spc="-1">
              <a:solidFill>
                <a:srgbClr val="000000"/>
              </a:solidFill>
              <a:latin typeface="Times New Roman" panose="02020503050405090304"/>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7" name="PlaceHolder 1"/>
          <p:cNvSpPr>
            <a:spLocks noGrp="1"/>
          </p:cNvSpPr>
          <p:nvPr>
            <p:ph/>
          </p:nvPr>
        </p:nvSpPr>
        <p:spPr>
          <a:xfrm>
            <a:off x="0" y="838080"/>
            <a:ext cx="9142920" cy="3420000"/>
          </a:xfrm>
          <a:prstGeom prst="rect">
            <a:avLst/>
          </a:prstGeom>
          <a:noFill/>
          <a:ln w="0">
            <a:noFill/>
          </a:ln>
        </p:spPr>
        <p:txBody>
          <a:bodyPr lIns="90000" tIns="45000" rIns="90000" bIns="45000" anchor="t">
            <a:noAutofit/>
          </a:bodyPr>
          <a:lstStyle/>
          <a:p>
            <a:pPr marL="457200" indent="-342900" algn="just">
              <a:lnSpc>
                <a:spcPct val="100000"/>
              </a:lnSpc>
              <a:spcBef>
                <a:spcPts val="360"/>
              </a:spcBef>
              <a:buClr>
                <a:srgbClr val="000000"/>
              </a:buClr>
              <a:buFont typeface="Arial" panose="020B0604020202090204"/>
              <a:buChar char="•"/>
            </a:pPr>
            <a:r>
              <a:rPr lang="en-US" sz="2000" b="0" strike="noStrike" spc="-1">
                <a:solidFill>
                  <a:schemeClr val="dk1"/>
                </a:solidFill>
                <a:latin typeface="Times New Roman" panose="02020503050405090304"/>
                <a:ea typeface="Times New Roman" panose="02020503050405090304"/>
              </a:rPr>
              <a:t>An OS can be broken into pieces and retain much more control over the system. In this structure, the OS is broken into a number of layers (levels). </a:t>
            </a:r>
            <a:endParaRPr lang="en-US" sz="2000" b="0" strike="noStrike" spc="-1">
              <a:solidFill>
                <a:srgbClr val="000000"/>
              </a:solidFill>
              <a:latin typeface="Arial" panose="020B0604020202090204"/>
            </a:endParaRPr>
          </a:p>
          <a:p>
            <a:pPr marL="457200" indent="-342900" algn="just">
              <a:lnSpc>
                <a:spcPct val="100000"/>
              </a:lnSpc>
              <a:spcBef>
                <a:spcPts val="360"/>
              </a:spcBef>
              <a:buClr>
                <a:srgbClr val="000000"/>
              </a:buClr>
              <a:buFont typeface="Arial" panose="020B0604020202090204"/>
              <a:buChar char="•"/>
            </a:pPr>
            <a:r>
              <a:rPr lang="en-US" sz="2000" b="0" strike="noStrike" spc="-1">
                <a:solidFill>
                  <a:schemeClr val="dk1"/>
                </a:solidFill>
                <a:latin typeface="Times New Roman" panose="02020503050405090304"/>
                <a:ea typeface="Times New Roman" panose="02020503050405090304"/>
              </a:rPr>
              <a:t>The bottom layer (layer 0) is the hardware, and the topmost layer (layer N) is the user interface. These layers are so designed that each layer uses the functions of the lower-level layers. This simplifies the debugging process, if lower-level layers are debugged and an error occurs during debugging, then the error must be on that layer only, as the lower-level layers have already been debugged. </a:t>
            </a:r>
            <a:endParaRPr lang="en-US" sz="2000" b="0" strike="noStrike" spc="-1">
              <a:solidFill>
                <a:srgbClr val="000000"/>
              </a:solidFill>
              <a:latin typeface="Arial" panose="020B0604020202090204"/>
            </a:endParaRPr>
          </a:p>
          <a:p>
            <a:pPr marL="457200" indent="-342900" algn="just">
              <a:lnSpc>
                <a:spcPct val="100000"/>
              </a:lnSpc>
              <a:spcBef>
                <a:spcPts val="360"/>
              </a:spcBef>
              <a:buClr>
                <a:srgbClr val="000000"/>
              </a:buClr>
              <a:buFont typeface="Arial" panose="020B0604020202090204"/>
              <a:buChar char="•"/>
            </a:pPr>
            <a:r>
              <a:rPr lang="en-US" sz="2000" b="0" strike="noStrike" spc="-1">
                <a:solidFill>
                  <a:schemeClr val="dk1"/>
                </a:solidFill>
                <a:latin typeface="Times New Roman" panose="02020503050405090304"/>
                <a:ea typeface="Times New Roman" panose="02020503050405090304"/>
              </a:rPr>
              <a:t>The main disadvantage of this structure is that at each layer, the data needs to be modified and passed on which adds overhead to the system. Moreover, careful planning of the layers is necessary, as a layer can use only lower-level layers. UNIX is an example of this structure. </a:t>
            </a:r>
            <a:endParaRPr lang="en-US" sz="2000" b="0" strike="noStrike" spc="-1">
              <a:solidFill>
                <a:srgbClr val="000000"/>
              </a:solidFill>
              <a:latin typeface="Arial" panose="020B0604020202090204"/>
            </a:endParaRPr>
          </a:p>
        </p:txBody>
      </p:sp>
      <p:sp>
        <p:nvSpPr>
          <p:cNvPr id="248" name="PlaceHolder 2"/>
          <p:cNvSpPr>
            <a:spLocks noGrp="1"/>
          </p:cNvSpPr>
          <p:nvPr>
            <p:ph type="title"/>
          </p:nvPr>
        </p:nvSpPr>
        <p:spPr>
          <a:xfrm>
            <a:off x="0" y="0"/>
            <a:ext cx="6476040" cy="837000"/>
          </a:xfrm>
          <a:prstGeom prst="rect">
            <a:avLst/>
          </a:prstGeom>
          <a:noFill/>
          <a:ln w="0">
            <a:noFill/>
          </a:ln>
        </p:spPr>
        <p:txBody>
          <a:bodyPr lIns="90000" tIns="45000" rIns="90000" bIns="45000" anchor="ctr">
            <a:noAutofit/>
          </a:bodyPr>
          <a:lstStyle/>
          <a:p>
            <a:pPr indent="0">
              <a:lnSpc>
                <a:spcPct val="100000"/>
              </a:lnSpc>
              <a:buNone/>
              <a:tabLst>
                <a:tab pos="0" algn="l"/>
              </a:tabLst>
            </a:pPr>
            <a:r>
              <a:rPr lang="en-US" sz="3000" b="0" strike="noStrike" spc="-1">
                <a:solidFill>
                  <a:schemeClr val="dk1"/>
                </a:solidFill>
                <a:latin typeface="Calibri"/>
                <a:ea typeface="Calibri"/>
              </a:rPr>
              <a:t>Layered Structure</a:t>
            </a:r>
            <a:endParaRPr lang="en-US" sz="3000" b="0" strike="noStrike" spc="-1">
              <a:solidFill>
                <a:srgbClr val="000000"/>
              </a:solidFill>
              <a:latin typeface="Arial" panose="020B0604020202090204"/>
            </a:endParaRPr>
          </a:p>
        </p:txBody>
      </p:sp>
      <p:sp>
        <p:nvSpPr>
          <p:cNvPr id="249" name="PlaceHolder 3"/>
          <p:cNvSpPr>
            <a:spLocks noGrp="1"/>
          </p:cNvSpPr>
          <p:nvPr>
            <p:ph type="sldNum" idx="19"/>
          </p:nvPr>
        </p:nvSpPr>
        <p:spPr>
          <a:xfrm>
            <a:off x="6553080" y="6356520"/>
            <a:ext cx="2132640" cy="363960"/>
          </a:xfrm>
          <a:prstGeom prst="rect">
            <a:avLst/>
          </a:prstGeom>
          <a:noFill/>
          <a:ln w="0">
            <a:noFill/>
          </a:ln>
        </p:spPr>
        <p:txBody>
          <a:bodyPr lIns="90000" tIns="45000" rIns="90000" bIns="45000" anchor="ctr">
            <a:noAutofit/>
          </a:bodyPr>
          <a:lstStyle>
            <a:lvl1pPr indent="0" algn="r">
              <a:lnSpc>
                <a:spcPct val="100000"/>
              </a:lnSpc>
              <a:buNone/>
              <a:tabLst>
                <a:tab pos="0" algn="l"/>
              </a:tabLst>
              <a:defRPr lang="en-US" sz="1200" b="0" strike="noStrike" spc="-1">
                <a:solidFill>
                  <a:srgbClr val="898989"/>
                </a:solidFill>
                <a:latin typeface="Calibri"/>
                <a:ea typeface="Calibri"/>
              </a:defRPr>
            </a:lvl1pPr>
          </a:lstStyle>
          <a:p>
            <a:pPr indent="0" algn="r">
              <a:lnSpc>
                <a:spcPct val="100000"/>
              </a:lnSpc>
              <a:buNone/>
              <a:tabLst>
                <a:tab pos="0" algn="l"/>
              </a:tabLst>
            </a:pPr>
            <a:fld id="{12225E82-9A50-471A-9377-5B38A275BEE7}" type="slidenum">
              <a:rPr lang="en-US" sz="1200" b="0" strike="noStrike" spc="-1">
                <a:solidFill>
                  <a:srgbClr val="898989"/>
                </a:solidFill>
                <a:latin typeface="Calibri"/>
                <a:ea typeface="Calibri"/>
              </a:rPr>
              <a:t>13</a:t>
            </a:fld>
            <a:endParaRPr lang="en-IN" sz="1200" b="0" strike="noStrike" spc="-1">
              <a:solidFill>
                <a:srgbClr val="000000"/>
              </a:solidFill>
              <a:latin typeface="Times New Roman" panose="02020503050405090304"/>
            </a:endParaRPr>
          </a:p>
        </p:txBody>
      </p:sp>
      <p:pic>
        <p:nvPicPr>
          <p:cNvPr id="250" name="Google Shape;301;p39"/>
          <p:cNvPicPr/>
          <p:nvPr/>
        </p:nvPicPr>
        <p:blipFill>
          <a:blip r:embed="rId2"/>
          <a:srcRect l="16334" t="10919" r="16695"/>
          <a:stretch>
            <a:fillRect/>
          </a:stretch>
        </p:blipFill>
        <p:spPr>
          <a:xfrm>
            <a:off x="3188042" y="4255677"/>
            <a:ext cx="2931237" cy="1977840"/>
          </a:xfrm>
          <a:prstGeom prst="rect">
            <a:avLst/>
          </a:prstGeom>
          <a:ln w="0">
            <a:noFill/>
          </a:ln>
        </p:spPr>
      </p:pic>
      <p:sp>
        <p:nvSpPr>
          <p:cNvPr id="251" name="Google Shape;302;p39"/>
          <p:cNvSpPr/>
          <p:nvPr/>
        </p:nvSpPr>
        <p:spPr>
          <a:xfrm>
            <a:off x="1271880" y="6413760"/>
            <a:ext cx="6599520" cy="3027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tabLst>
                <a:tab pos="0" algn="l"/>
              </a:tabLst>
            </a:pPr>
            <a:r>
              <a:rPr lang="en-US" sz="1400" b="0" strike="noStrike" spc="-1">
                <a:solidFill>
                  <a:srgbClr val="000000"/>
                </a:solidFill>
                <a:latin typeface="Arial" panose="020B0604020202090204"/>
                <a:ea typeface="Arial" panose="020B0604020202090204"/>
              </a:rPr>
              <a:t>Figure 7: Layered OS</a:t>
            </a:r>
            <a:endParaRPr lang="en-IN" sz="1400" b="0" strike="noStrike" spc="-1">
              <a:solidFill>
                <a:srgbClr val="000000"/>
              </a:solidFill>
              <a:latin typeface="Arial" panose="020B0604020202090204"/>
            </a:endParaRPr>
          </a:p>
        </p:txBody>
      </p:sp>
      <p:sp>
        <p:nvSpPr>
          <p:cNvPr id="3" name="TextBox 2">
            <a:extLst>
              <a:ext uri="{FF2B5EF4-FFF2-40B4-BE49-F238E27FC236}">
                <a16:creationId xmlns:a16="http://schemas.microsoft.com/office/drawing/2014/main" id="{D01BC038-1253-22B7-75A6-3AD427C7F38B}"/>
              </a:ext>
            </a:extLst>
          </p:cNvPr>
          <p:cNvSpPr txBox="1"/>
          <p:nvPr/>
        </p:nvSpPr>
        <p:spPr>
          <a:xfrm>
            <a:off x="6119279" y="3880697"/>
            <a:ext cx="4683210" cy="3693319"/>
          </a:xfrm>
          <a:prstGeom prst="rect">
            <a:avLst/>
          </a:prstGeom>
          <a:noFill/>
        </p:spPr>
        <p:txBody>
          <a:bodyPr wrap="square">
            <a:spAutoFit/>
          </a:bodyPr>
          <a:lstStyle/>
          <a:p>
            <a:r>
              <a:rPr lang="en-US" dirty="0"/>
              <a:t>+---------------------------+</a:t>
            </a:r>
          </a:p>
          <a:p>
            <a:r>
              <a:rPr lang="en-US" dirty="0"/>
              <a:t>|        User Apps          |</a:t>
            </a:r>
          </a:p>
          <a:p>
            <a:r>
              <a:rPr lang="en-US" dirty="0"/>
              <a:t>+---------------------------+</a:t>
            </a:r>
          </a:p>
          <a:p>
            <a:r>
              <a:rPr lang="en-US" dirty="0"/>
              <a:t>|      User Interface       |</a:t>
            </a:r>
          </a:p>
          <a:p>
            <a:r>
              <a:rPr lang="en-US" dirty="0"/>
              <a:t>+---------------------------+</a:t>
            </a:r>
          </a:p>
          <a:p>
            <a:r>
              <a:rPr lang="en-US" dirty="0"/>
              <a:t>|     System Services       |</a:t>
            </a:r>
          </a:p>
          <a:p>
            <a:r>
              <a:rPr lang="en-US" dirty="0"/>
              <a:t>+---------------------------+</a:t>
            </a:r>
          </a:p>
          <a:p>
            <a:r>
              <a:rPr lang="en-US" dirty="0"/>
              <a:t>|        OS Kernel          |</a:t>
            </a:r>
          </a:p>
          <a:p>
            <a:r>
              <a:rPr lang="en-US" dirty="0"/>
              <a:t>+---------------------------+</a:t>
            </a:r>
          </a:p>
          <a:p>
            <a:r>
              <a:rPr lang="en-US" dirty="0"/>
              <a:t>|     Hardware Drivers      |</a:t>
            </a:r>
          </a:p>
          <a:p>
            <a:r>
              <a:rPr lang="en-US" dirty="0"/>
              <a:t>+---------------------------+</a:t>
            </a:r>
          </a:p>
          <a:p>
            <a:r>
              <a:rPr lang="en-US" dirty="0"/>
              <a:t>|         Hardware          |</a:t>
            </a:r>
          </a:p>
          <a:p>
            <a:r>
              <a:rPr lang="en-US" dirty="0"/>
              <a: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2" name="PlaceHolder 1"/>
          <p:cNvSpPr>
            <a:spLocks noGrp="1"/>
          </p:cNvSpPr>
          <p:nvPr>
            <p:ph type="title"/>
          </p:nvPr>
        </p:nvSpPr>
        <p:spPr>
          <a:xfrm>
            <a:off x="0" y="0"/>
            <a:ext cx="6476040" cy="837000"/>
          </a:xfrm>
          <a:prstGeom prst="rect">
            <a:avLst/>
          </a:prstGeom>
          <a:noFill/>
          <a:ln w="0">
            <a:noFill/>
          </a:ln>
        </p:spPr>
        <p:txBody>
          <a:bodyPr lIns="90000" tIns="45000" rIns="90000" bIns="45000" anchor="ctr">
            <a:noAutofit/>
          </a:bodyPr>
          <a:lstStyle/>
          <a:p>
            <a:pPr indent="0">
              <a:lnSpc>
                <a:spcPct val="100000"/>
              </a:lnSpc>
              <a:buNone/>
              <a:tabLst>
                <a:tab pos="0" algn="l"/>
              </a:tabLst>
            </a:pPr>
            <a:r>
              <a:rPr lang="en-US" sz="3000" b="0" strike="noStrike" spc="-1">
                <a:solidFill>
                  <a:schemeClr val="dk1"/>
                </a:solidFill>
                <a:latin typeface="Calibri"/>
                <a:ea typeface="Calibri"/>
              </a:rPr>
              <a:t>Cont…….</a:t>
            </a:r>
            <a:endParaRPr lang="en-US" sz="3000" b="0" strike="noStrike" spc="-1">
              <a:solidFill>
                <a:srgbClr val="000000"/>
              </a:solidFill>
              <a:latin typeface="Arial" panose="020B0604020202090204"/>
            </a:endParaRPr>
          </a:p>
        </p:txBody>
      </p:sp>
      <p:sp>
        <p:nvSpPr>
          <p:cNvPr id="253" name="PlaceHolder 2"/>
          <p:cNvSpPr>
            <a:spLocks noGrp="1"/>
          </p:cNvSpPr>
          <p:nvPr>
            <p:ph/>
          </p:nvPr>
        </p:nvSpPr>
        <p:spPr>
          <a:xfrm>
            <a:off x="120960" y="1092960"/>
            <a:ext cx="8228520" cy="4425120"/>
          </a:xfrm>
          <a:prstGeom prst="rect">
            <a:avLst/>
          </a:prstGeom>
          <a:noFill/>
          <a:ln w="0">
            <a:noFill/>
          </a:ln>
        </p:spPr>
        <p:txBody>
          <a:bodyPr lIns="90000" tIns="45000" rIns="90000" bIns="45000" anchor="t">
            <a:noAutofit/>
          </a:bodyPr>
          <a:lstStyle/>
          <a:p>
            <a:pPr marL="114300" indent="0">
              <a:lnSpc>
                <a:spcPct val="100000"/>
              </a:lnSpc>
              <a:spcBef>
                <a:spcPts val="360"/>
              </a:spcBef>
              <a:buNone/>
              <a:tabLst>
                <a:tab pos="0" algn="l"/>
              </a:tabLst>
            </a:pPr>
            <a:r>
              <a:rPr lang="en-US" sz="2800" b="1" strike="noStrike" spc="-1">
                <a:solidFill>
                  <a:schemeClr val="dk1"/>
                </a:solidFill>
                <a:latin typeface="Times New Roman" panose="02020503050405090304"/>
                <a:ea typeface="Times New Roman" panose="02020503050405090304"/>
              </a:rPr>
              <a:t>Advantages of Layered Structure</a:t>
            </a:r>
            <a:endParaRPr lang="en-US" sz="2800" b="0" strike="noStrike" spc="-1">
              <a:solidFill>
                <a:srgbClr val="000000"/>
              </a:solidFill>
              <a:latin typeface="Arial" panose="020B0604020202090204"/>
            </a:endParaRPr>
          </a:p>
          <a:p>
            <a:pPr marL="457200" indent="-342900">
              <a:lnSpc>
                <a:spcPct val="100000"/>
              </a:lnSpc>
              <a:spcBef>
                <a:spcPts val="360"/>
              </a:spcBef>
              <a:buClr>
                <a:srgbClr val="000000"/>
              </a:buClr>
              <a:buFont typeface="Arial" panose="020B0604020202090204"/>
              <a:buChar char="•"/>
              <a:tabLst>
                <a:tab pos="0" algn="l"/>
              </a:tabLst>
            </a:pPr>
            <a:r>
              <a:rPr lang="en-US" sz="2000" b="0" strike="noStrike" spc="-1">
                <a:solidFill>
                  <a:schemeClr val="dk1"/>
                </a:solidFill>
                <a:latin typeface="Times New Roman" panose="02020503050405090304"/>
                <a:ea typeface="Times New Roman" panose="02020503050405090304"/>
              </a:rPr>
              <a:t>Layering makes it easier to enhance the operating system, as the implementation of a layer can be changed easily without affecting the other layers.</a:t>
            </a:r>
            <a:endParaRPr lang="en-US" sz="2000" b="0" strike="noStrike" spc="-1">
              <a:solidFill>
                <a:srgbClr val="000000"/>
              </a:solidFill>
              <a:latin typeface="Arial" panose="020B0604020202090204"/>
            </a:endParaRPr>
          </a:p>
          <a:p>
            <a:pPr marL="457200" indent="-342900">
              <a:lnSpc>
                <a:spcPct val="100000"/>
              </a:lnSpc>
              <a:spcBef>
                <a:spcPts val="360"/>
              </a:spcBef>
              <a:buClr>
                <a:srgbClr val="000000"/>
              </a:buClr>
              <a:buFont typeface="Arial" panose="020B0604020202090204"/>
              <a:buChar char="•"/>
              <a:tabLst>
                <a:tab pos="0" algn="l"/>
              </a:tabLst>
            </a:pPr>
            <a:r>
              <a:rPr lang="en-US" sz="2000" b="0" strike="noStrike" spc="-1">
                <a:solidFill>
                  <a:schemeClr val="dk1"/>
                </a:solidFill>
                <a:latin typeface="Times New Roman" panose="02020503050405090304"/>
                <a:ea typeface="Times New Roman" panose="02020503050405090304"/>
              </a:rPr>
              <a:t>It is very easy to perform debugging and system verification.</a:t>
            </a:r>
            <a:endParaRPr lang="en-US" sz="2000" b="0" strike="noStrike" spc="-1">
              <a:solidFill>
                <a:srgbClr val="000000"/>
              </a:solidFill>
              <a:latin typeface="Arial" panose="020B0604020202090204"/>
            </a:endParaRPr>
          </a:p>
          <a:p>
            <a:pPr marL="114300" indent="0">
              <a:lnSpc>
                <a:spcPct val="100000"/>
              </a:lnSpc>
              <a:spcBef>
                <a:spcPts val="360"/>
              </a:spcBef>
              <a:buNone/>
              <a:tabLst>
                <a:tab pos="0" algn="l"/>
              </a:tabLst>
            </a:pPr>
            <a:r>
              <a:rPr lang="en-US" sz="2800" b="1" strike="noStrike" spc="-1">
                <a:solidFill>
                  <a:schemeClr val="dk1"/>
                </a:solidFill>
                <a:latin typeface="Times New Roman" panose="02020503050405090304"/>
                <a:ea typeface="Times New Roman" panose="02020503050405090304"/>
              </a:rPr>
              <a:t>Disadvantages of Layered Structure</a:t>
            </a:r>
            <a:endParaRPr lang="en-US" sz="2800" b="0" strike="noStrike" spc="-1">
              <a:solidFill>
                <a:srgbClr val="000000"/>
              </a:solidFill>
              <a:latin typeface="Arial" panose="020B0604020202090204"/>
            </a:endParaRPr>
          </a:p>
          <a:p>
            <a:pPr marL="457200" indent="-342900">
              <a:lnSpc>
                <a:spcPct val="100000"/>
              </a:lnSpc>
              <a:spcBef>
                <a:spcPts val="360"/>
              </a:spcBef>
              <a:buClr>
                <a:srgbClr val="000000"/>
              </a:buClr>
              <a:buFont typeface="Arial" panose="020B0604020202090204"/>
              <a:buChar char="•"/>
              <a:tabLst>
                <a:tab pos="0" algn="l"/>
              </a:tabLst>
            </a:pPr>
            <a:r>
              <a:rPr lang="en-US" sz="2000" b="0" strike="noStrike" spc="-1">
                <a:solidFill>
                  <a:schemeClr val="dk1"/>
                </a:solidFill>
                <a:latin typeface="Times New Roman" panose="02020503050405090304"/>
                <a:ea typeface="Times New Roman" panose="02020503050405090304"/>
              </a:rPr>
              <a:t>In this structure, the application’s performance is degraded as compared to simple structure. </a:t>
            </a:r>
            <a:endParaRPr lang="en-US" sz="2000" b="0" strike="noStrike" spc="-1">
              <a:solidFill>
                <a:srgbClr val="000000"/>
              </a:solidFill>
              <a:latin typeface="Arial" panose="020B0604020202090204"/>
            </a:endParaRPr>
          </a:p>
          <a:p>
            <a:pPr marL="457200" indent="-342900">
              <a:lnSpc>
                <a:spcPct val="100000"/>
              </a:lnSpc>
              <a:spcBef>
                <a:spcPts val="360"/>
              </a:spcBef>
              <a:buClr>
                <a:srgbClr val="000000"/>
              </a:buClr>
              <a:buFont typeface="Arial" panose="020B0604020202090204"/>
              <a:buChar char="•"/>
              <a:tabLst>
                <a:tab pos="0" algn="l"/>
              </a:tabLst>
            </a:pPr>
            <a:r>
              <a:rPr lang="en-US" sz="2000" b="0" strike="noStrike" spc="-1">
                <a:solidFill>
                  <a:schemeClr val="dk1"/>
                </a:solidFill>
                <a:latin typeface="Times New Roman" panose="02020503050405090304"/>
                <a:ea typeface="Times New Roman" panose="02020503050405090304"/>
              </a:rPr>
              <a:t>It requires careful planning for designing the layers, as the higher layers use the functionalities of only the lower layers.</a:t>
            </a:r>
            <a:endParaRPr lang="en-US" sz="2000" b="0" strike="noStrike" spc="-1">
              <a:solidFill>
                <a:srgbClr val="000000"/>
              </a:solidFill>
              <a:latin typeface="Arial" panose="020B0604020202090204"/>
            </a:endParaRPr>
          </a:p>
          <a:p>
            <a:pPr marL="457200" indent="0">
              <a:lnSpc>
                <a:spcPct val="100000"/>
              </a:lnSpc>
              <a:spcBef>
                <a:spcPts val="360"/>
              </a:spcBef>
              <a:buNone/>
              <a:tabLst>
                <a:tab pos="0" algn="l"/>
              </a:tabLst>
            </a:pPr>
            <a:endParaRPr lang="en-US" sz="3200" b="0" strike="noStrike" spc="-1">
              <a:solidFill>
                <a:srgbClr val="000000"/>
              </a:solidFill>
              <a:latin typeface="Arial" panose="020B0604020202090204"/>
            </a:endParaRPr>
          </a:p>
        </p:txBody>
      </p:sp>
      <p:sp>
        <p:nvSpPr>
          <p:cNvPr id="254" name="PlaceHolder 3"/>
          <p:cNvSpPr>
            <a:spLocks noGrp="1"/>
          </p:cNvSpPr>
          <p:nvPr>
            <p:ph type="sldNum" idx="20"/>
          </p:nvPr>
        </p:nvSpPr>
        <p:spPr>
          <a:xfrm>
            <a:off x="6553080" y="6356520"/>
            <a:ext cx="2132640" cy="363960"/>
          </a:xfrm>
          <a:prstGeom prst="rect">
            <a:avLst/>
          </a:prstGeom>
          <a:noFill/>
          <a:ln w="0">
            <a:noFill/>
          </a:ln>
        </p:spPr>
        <p:txBody>
          <a:bodyPr lIns="90000" tIns="45000" rIns="90000" bIns="45000" anchor="ctr">
            <a:noAutofit/>
          </a:bodyPr>
          <a:lstStyle>
            <a:lvl1pPr indent="0" algn="r">
              <a:lnSpc>
                <a:spcPct val="100000"/>
              </a:lnSpc>
              <a:buNone/>
              <a:tabLst>
                <a:tab pos="0" algn="l"/>
              </a:tabLst>
              <a:defRPr lang="en-US" sz="1200" b="0" strike="noStrike" spc="-1">
                <a:solidFill>
                  <a:srgbClr val="898989"/>
                </a:solidFill>
                <a:latin typeface="Calibri"/>
                <a:ea typeface="Calibri"/>
              </a:defRPr>
            </a:lvl1pPr>
          </a:lstStyle>
          <a:p>
            <a:pPr indent="0" algn="r">
              <a:lnSpc>
                <a:spcPct val="100000"/>
              </a:lnSpc>
              <a:buNone/>
              <a:tabLst>
                <a:tab pos="0" algn="l"/>
              </a:tabLst>
            </a:pPr>
            <a:fld id="{5DCAFE9A-B71C-402E-B230-DD08602138DA}" type="slidenum">
              <a:rPr lang="en-US" sz="1200" b="0" strike="noStrike" spc="-1">
                <a:solidFill>
                  <a:srgbClr val="898989"/>
                </a:solidFill>
                <a:latin typeface="Calibri"/>
                <a:ea typeface="Calibri"/>
              </a:rPr>
              <a:t>14</a:t>
            </a:fld>
            <a:endParaRPr lang="en-IN" sz="1200" b="0" strike="noStrike" spc="-1">
              <a:solidFill>
                <a:srgbClr val="000000"/>
              </a:solidFill>
              <a:latin typeface="Times New Roman" panose="02020503050405090304"/>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5" name="PlaceHolder 1"/>
          <p:cNvSpPr>
            <a:spLocks noGrp="1"/>
          </p:cNvSpPr>
          <p:nvPr>
            <p:ph type="title"/>
          </p:nvPr>
        </p:nvSpPr>
        <p:spPr>
          <a:xfrm>
            <a:off x="0" y="0"/>
            <a:ext cx="6476040" cy="837000"/>
          </a:xfrm>
          <a:prstGeom prst="rect">
            <a:avLst/>
          </a:prstGeom>
          <a:noFill/>
          <a:ln w="0">
            <a:noFill/>
          </a:ln>
        </p:spPr>
        <p:txBody>
          <a:bodyPr lIns="90000" tIns="45000" rIns="90000" bIns="45000" anchor="ctr">
            <a:noAutofit/>
          </a:bodyPr>
          <a:lstStyle/>
          <a:p>
            <a:pPr indent="0">
              <a:lnSpc>
                <a:spcPct val="100000"/>
              </a:lnSpc>
              <a:buNone/>
              <a:tabLst>
                <a:tab pos="0" algn="l"/>
              </a:tabLst>
            </a:pPr>
            <a:r>
              <a:rPr lang="en-US" sz="3000" b="0" strike="noStrike" spc="-1">
                <a:solidFill>
                  <a:schemeClr val="dk1"/>
                </a:solidFill>
                <a:latin typeface="Calibri"/>
                <a:ea typeface="Calibri"/>
              </a:rPr>
              <a:t>Modular Structure</a:t>
            </a:r>
            <a:endParaRPr lang="en-US" sz="3000" b="0" strike="noStrike" spc="-1">
              <a:solidFill>
                <a:srgbClr val="000000"/>
              </a:solidFill>
              <a:latin typeface="Arial" panose="020B0604020202090204"/>
            </a:endParaRPr>
          </a:p>
        </p:txBody>
      </p:sp>
      <p:sp>
        <p:nvSpPr>
          <p:cNvPr id="256" name="PlaceHolder 2"/>
          <p:cNvSpPr>
            <a:spLocks noGrp="1"/>
          </p:cNvSpPr>
          <p:nvPr>
            <p:ph/>
          </p:nvPr>
        </p:nvSpPr>
        <p:spPr>
          <a:xfrm>
            <a:off x="183960" y="1101240"/>
            <a:ext cx="8228520" cy="2495160"/>
          </a:xfrm>
          <a:prstGeom prst="rect">
            <a:avLst/>
          </a:prstGeom>
          <a:noFill/>
          <a:ln w="0">
            <a:noFill/>
          </a:ln>
        </p:spPr>
        <p:txBody>
          <a:bodyPr lIns="90000" tIns="45000" rIns="90000" bIns="45000" anchor="t">
            <a:noAutofit/>
          </a:bodyPr>
          <a:lstStyle/>
          <a:p>
            <a:pPr marL="457200" indent="-342900" algn="just">
              <a:lnSpc>
                <a:spcPct val="100000"/>
              </a:lnSpc>
              <a:spcBef>
                <a:spcPts val="360"/>
              </a:spcBef>
              <a:buClr>
                <a:srgbClr val="000000"/>
              </a:buClr>
              <a:buFont typeface="Arial" panose="020B0604020202090204"/>
              <a:buChar char="•"/>
            </a:pPr>
            <a:r>
              <a:rPr lang="en-US" sz="2000" b="0" strike="noStrike" spc="-1">
                <a:solidFill>
                  <a:schemeClr val="dk1"/>
                </a:solidFill>
                <a:latin typeface="Times New Roman" panose="02020503050405090304"/>
                <a:ea typeface="Times New Roman" panose="02020503050405090304"/>
              </a:rPr>
              <a:t>It is considered as the best approach for an OS. It involves designing of a modular kernel. The kernel has only a set of core components and other services are added as dynamically loadable modules to the kernel either during runtime or boot time. It resembles layered structure due to the fact that each kernel has defined and protected interfaces, but it is more flexible than a layered structure as a module can call any other module. For example Solaris OS is organized as shown in the figure.</a:t>
            </a:r>
            <a:endParaRPr lang="en-US" sz="2000" b="0" strike="noStrike" spc="-1">
              <a:solidFill>
                <a:srgbClr val="000000"/>
              </a:solidFill>
              <a:latin typeface="Arial" panose="020B0604020202090204"/>
            </a:endParaRPr>
          </a:p>
        </p:txBody>
      </p:sp>
      <p:sp>
        <p:nvSpPr>
          <p:cNvPr id="257" name="PlaceHolder 3"/>
          <p:cNvSpPr>
            <a:spLocks noGrp="1"/>
          </p:cNvSpPr>
          <p:nvPr>
            <p:ph type="sldNum" idx="21"/>
          </p:nvPr>
        </p:nvSpPr>
        <p:spPr>
          <a:xfrm>
            <a:off x="6553080" y="6356520"/>
            <a:ext cx="2132640" cy="363960"/>
          </a:xfrm>
          <a:prstGeom prst="rect">
            <a:avLst/>
          </a:prstGeom>
          <a:noFill/>
          <a:ln w="0">
            <a:noFill/>
          </a:ln>
        </p:spPr>
        <p:txBody>
          <a:bodyPr lIns="90000" tIns="45000" rIns="90000" bIns="45000" anchor="ctr">
            <a:noAutofit/>
          </a:bodyPr>
          <a:lstStyle>
            <a:lvl1pPr indent="0" algn="r">
              <a:lnSpc>
                <a:spcPct val="100000"/>
              </a:lnSpc>
              <a:buNone/>
              <a:tabLst>
                <a:tab pos="0" algn="l"/>
              </a:tabLst>
              <a:defRPr lang="en-US" sz="1200" b="0" strike="noStrike" spc="-1">
                <a:solidFill>
                  <a:srgbClr val="898989"/>
                </a:solidFill>
                <a:latin typeface="Calibri"/>
                <a:ea typeface="Calibri"/>
              </a:defRPr>
            </a:lvl1pPr>
          </a:lstStyle>
          <a:p>
            <a:pPr indent="0" algn="r">
              <a:lnSpc>
                <a:spcPct val="100000"/>
              </a:lnSpc>
              <a:buNone/>
              <a:tabLst>
                <a:tab pos="0" algn="l"/>
              </a:tabLst>
            </a:pPr>
            <a:fld id="{0AA2F535-934C-4425-A50B-C2C42DBB8956}" type="slidenum">
              <a:rPr lang="en-US" sz="1200" b="0" strike="noStrike" spc="-1">
                <a:solidFill>
                  <a:srgbClr val="898989"/>
                </a:solidFill>
                <a:latin typeface="Calibri"/>
                <a:ea typeface="Calibri"/>
              </a:rPr>
              <a:t>15</a:t>
            </a:fld>
            <a:endParaRPr lang="en-IN" sz="1200" b="0" strike="noStrike" spc="-1">
              <a:solidFill>
                <a:srgbClr val="000000"/>
              </a:solidFill>
              <a:latin typeface="Times New Roman" panose="02020503050405090304"/>
            </a:endParaRPr>
          </a:p>
        </p:txBody>
      </p:sp>
      <p:pic>
        <p:nvPicPr>
          <p:cNvPr id="258" name="Google Shape;317;p41"/>
          <p:cNvPicPr/>
          <p:nvPr/>
        </p:nvPicPr>
        <p:blipFill>
          <a:blip r:embed="rId2"/>
          <a:srcRect l="6175" t="12282" r="8197"/>
          <a:stretch>
            <a:fillRect/>
          </a:stretch>
        </p:blipFill>
        <p:spPr>
          <a:xfrm>
            <a:off x="1681560" y="3678480"/>
            <a:ext cx="6053040" cy="2329920"/>
          </a:xfrm>
          <a:prstGeom prst="rect">
            <a:avLst/>
          </a:prstGeom>
          <a:ln w="0">
            <a:noFill/>
          </a:ln>
        </p:spPr>
      </p:pic>
      <p:sp>
        <p:nvSpPr>
          <p:cNvPr id="259" name="Google Shape;318;p41"/>
          <p:cNvSpPr/>
          <p:nvPr/>
        </p:nvSpPr>
        <p:spPr>
          <a:xfrm>
            <a:off x="1681560" y="6356520"/>
            <a:ext cx="6504840" cy="3027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tabLst>
                <a:tab pos="0" algn="l"/>
              </a:tabLst>
            </a:pPr>
            <a:r>
              <a:rPr lang="en-US" sz="1400" b="0" strike="noStrike" spc="-1">
                <a:solidFill>
                  <a:srgbClr val="000000"/>
                </a:solidFill>
                <a:latin typeface="Arial" panose="020B0604020202090204"/>
                <a:ea typeface="Arial" panose="020B0604020202090204"/>
              </a:rPr>
              <a:t>Figure 8:Modular OS Structure</a:t>
            </a:r>
            <a:endParaRPr lang="en-IN" sz="1400" b="0" strike="noStrike" spc="-1">
              <a:solidFill>
                <a:srgbClr val="000000"/>
              </a:solidFill>
              <a:latin typeface="Arial" panose="020B0604020202090204"/>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0" name="PlaceHolder 1"/>
          <p:cNvSpPr>
            <a:spLocks noGrp="1"/>
          </p:cNvSpPr>
          <p:nvPr>
            <p:ph type="title"/>
          </p:nvPr>
        </p:nvSpPr>
        <p:spPr>
          <a:xfrm>
            <a:off x="0" y="0"/>
            <a:ext cx="6476040" cy="837000"/>
          </a:xfrm>
          <a:prstGeom prst="rect">
            <a:avLst/>
          </a:prstGeom>
          <a:noFill/>
          <a:ln w="0">
            <a:noFill/>
          </a:ln>
        </p:spPr>
        <p:txBody>
          <a:bodyPr lIns="90000" tIns="45000" rIns="90000" bIns="45000" anchor="ctr">
            <a:noAutofit/>
          </a:bodyPr>
          <a:lstStyle/>
          <a:p>
            <a:pPr indent="0">
              <a:lnSpc>
                <a:spcPct val="100000"/>
              </a:lnSpc>
              <a:buNone/>
              <a:tabLst>
                <a:tab pos="0" algn="l"/>
              </a:tabLst>
            </a:pPr>
            <a:r>
              <a:rPr lang="en-US" sz="3000" b="0" strike="noStrike" spc="-1">
                <a:solidFill>
                  <a:schemeClr val="dk1"/>
                </a:solidFill>
                <a:latin typeface="Calibri"/>
                <a:ea typeface="Calibri"/>
              </a:rPr>
              <a:t>Virtual Machines (VMs)</a:t>
            </a:r>
            <a:endParaRPr lang="en-US" sz="3000" b="0" strike="noStrike" spc="-1">
              <a:solidFill>
                <a:srgbClr val="000000"/>
              </a:solidFill>
              <a:latin typeface="Arial" panose="020B0604020202090204"/>
            </a:endParaRPr>
          </a:p>
        </p:txBody>
      </p:sp>
      <p:sp>
        <p:nvSpPr>
          <p:cNvPr id="261" name="PlaceHolder 2"/>
          <p:cNvSpPr>
            <a:spLocks noGrp="1"/>
          </p:cNvSpPr>
          <p:nvPr>
            <p:ph/>
          </p:nvPr>
        </p:nvSpPr>
        <p:spPr>
          <a:xfrm>
            <a:off x="0" y="838080"/>
            <a:ext cx="9142920" cy="4524840"/>
          </a:xfrm>
          <a:prstGeom prst="rect">
            <a:avLst/>
          </a:prstGeom>
          <a:noFill/>
          <a:ln w="0">
            <a:noFill/>
          </a:ln>
        </p:spPr>
        <p:txBody>
          <a:bodyPr lIns="90000" tIns="45000" rIns="90000" bIns="45000" anchor="t">
            <a:noAutofit/>
          </a:bodyPr>
          <a:lstStyle/>
          <a:p>
            <a:pPr marL="457200" indent="-342900" algn="just">
              <a:lnSpc>
                <a:spcPct val="100000"/>
              </a:lnSpc>
              <a:spcBef>
                <a:spcPts val="360"/>
              </a:spcBef>
              <a:buClr>
                <a:srgbClr val="000000"/>
              </a:buClr>
              <a:buFont typeface="Arial" panose="020B0604020202090204"/>
              <a:buChar char="•"/>
            </a:pPr>
            <a:r>
              <a:rPr lang="en-US" sz="2000" b="0" strike="noStrike" spc="-1">
                <a:solidFill>
                  <a:schemeClr val="dk1"/>
                </a:solidFill>
                <a:latin typeface="Times New Roman" panose="02020503050405090304"/>
                <a:ea typeface="Times New Roman" panose="02020503050405090304"/>
              </a:rPr>
              <a:t>Based on our needs, a virtual machine abstracts the hardware of our personal computer, including the CPU, disc drives, RAM, and NIC (Network Interface Card), into a variety of different execution contexts, giving us the impression that each execution environment is a different computer. An illustration of it is a virtual box.</a:t>
            </a:r>
            <a:endParaRPr lang="en-US" sz="2000" b="0" strike="noStrike" spc="-1">
              <a:solidFill>
                <a:srgbClr val="000000"/>
              </a:solidFill>
              <a:latin typeface="Arial" panose="020B0604020202090204"/>
            </a:endParaRPr>
          </a:p>
          <a:p>
            <a:pPr marL="457200" indent="0" algn="just">
              <a:lnSpc>
                <a:spcPct val="100000"/>
              </a:lnSpc>
              <a:spcBef>
                <a:spcPts val="360"/>
              </a:spcBef>
              <a:buNone/>
              <a:tabLst>
                <a:tab pos="0" algn="l"/>
              </a:tabLst>
            </a:pPr>
            <a:endParaRPr lang="en-US" sz="2000" b="0" strike="noStrike" spc="-1">
              <a:solidFill>
                <a:srgbClr val="000000"/>
              </a:solidFill>
              <a:latin typeface="Arial" panose="020B0604020202090204"/>
            </a:endParaRPr>
          </a:p>
          <a:p>
            <a:pPr marL="457200" indent="-342900" algn="just">
              <a:lnSpc>
                <a:spcPct val="100000"/>
              </a:lnSpc>
              <a:spcBef>
                <a:spcPts val="360"/>
              </a:spcBef>
              <a:buClr>
                <a:srgbClr val="000000"/>
              </a:buClr>
              <a:buFont typeface="Arial" panose="020B0604020202090204"/>
              <a:buChar char="•"/>
              <a:tabLst>
                <a:tab pos="0" algn="l"/>
              </a:tabLst>
            </a:pPr>
            <a:r>
              <a:rPr lang="en-US" sz="2000" b="0" strike="noStrike" spc="-1">
                <a:solidFill>
                  <a:schemeClr val="dk1"/>
                </a:solidFill>
                <a:latin typeface="Times New Roman" panose="02020503050405090304"/>
                <a:ea typeface="Times New Roman" panose="02020503050405090304"/>
              </a:rPr>
              <a:t>An operating system enables us to run multiple processes concurrently while making it appear as though each one is using a different processor and virtual memory by using CPU scheduling and virtual memory techniques.</a:t>
            </a:r>
            <a:endParaRPr lang="en-US" sz="2000" b="0" strike="noStrike" spc="-1">
              <a:solidFill>
                <a:srgbClr val="000000"/>
              </a:solidFill>
              <a:latin typeface="Arial" panose="020B0604020202090204"/>
            </a:endParaRPr>
          </a:p>
          <a:p>
            <a:pPr marL="457200" indent="0" algn="just">
              <a:lnSpc>
                <a:spcPct val="100000"/>
              </a:lnSpc>
              <a:spcBef>
                <a:spcPts val="360"/>
              </a:spcBef>
              <a:buNone/>
              <a:tabLst>
                <a:tab pos="0" algn="l"/>
              </a:tabLst>
            </a:pPr>
            <a:endParaRPr lang="en-US" sz="2000" b="0" strike="noStrike" spc="-1">
              <a:solidFill>
                <a:srgbClr val="000000"/>
              </a:solidFill>
              <a:latin typeface="Arial" panose="020B0604020202090204"/>
            </a:endParaRPr>
          </a:p>
          <a:p>
            <a:pPr marL="457200" indent="-342900" algn="just">
              <a:lnSpc>
                <a:spcPct val="100000"/>
              </a:lnSpc>
              <a:spcBef>
                <a:spcPts val="360"/>
              </a:spcBef>
              <a:buClr>
                <a:srgbClr val="000000"/>
              </a:buClr>
              <a:buFont typeface="Arial" panose="020B0604020202090204"/>
              <a:buChar char="•"/>
              <a:tabLst>
                <a:tab pos="0" algn="l"/>
              </a:tabLst>
            </a:pPr>
            <a:r>
              <a:rPr lang="en-US" sz="2000" b="0" strike="noStrike" spc="-1">
                <a:solidFill>
                  <a:schemeClr val="dk1"/>
                </a:solidFill>
                <a:latin typeface="Times New Roman" panose="02020503050405090304"/>
                <a:ea typeface="Times New Roman" panose="02020503050405090304"/>
              </a:rPr>
              <a:t>The fundamental issue with the virtual machine technique is disc systems. Let’s say the physical machine only has three disc drives, but it needs to host seven virtual machines. The program that creates virtual machines would need a significant amount of disc space in order to provide virtual memory and spooling, so it should be clear that it is impossible to assign a disc drive to every virtual machine. The answer is to make virtual discs available.</a:t>
            </a:r>
            <a:endParaRPr lang="en-US" sz="2000" b="0" strike="noStrike" spc="-1">
              <a:solidFill>
                <a:srgbClr val="000000"/>
              </a:solidFill>
              <a:latin typeface="Arial" panose="020B0604020202090204"/>
            </a:endParaRPr>
          </a:p>
        </p:txBody>
      </p:sp>
      <p:sp>
        <p:nvSpPr>
          <p:cNvPr id="262" name="PlaceHolder 3"/>
          <p:cNvSpPr>
            <a:spLocks noGrp="1"/>
          </p:cNvSpPr>
          <p:nvPr>
            <p:ph type="sldNum" idx="22"/>
          </p:nvPr>
        </p:nvSpPr>
        <p:spPr>
          <a:xfrm>
            <a:off x="6553080" y="6356520"/>
            <a:ext cx="2132640" cy="363960"/>
          </a:xfrm>
          <a:prstGeom prst="rect">
            <a:avLst/>
          </a:prstGeom>
          <a:noFill/>
          <a:ln w="0">
            <a:noFill/>
          </a:ln>
        </p:spPr>
        <p:txBody>
          <a:bodyPr lIns="90000" tIns="45000" rIns="90000" bIns="45000" anchor="ctr">
            <a:noAutofit/>
          </a:bodyPr>
          <a:lstStyle>
            <a:lvl1pPr indent="0" algn="r">
              <a:lnSpc>
                <a:spcPct val="100000"/>
              </a:lnSpc>
              <a:buNone/>
              <a:tabLst>
                <a:tab pos="0" algn="l"/>
              </a:tabLst>
              <a:defRPr lang="en-US" sz="1200" b="0" strike="noStrike" spc="-1">
                <a:solidFill>
                  <a:srgbClr val="898989"/>
                </a:solidFill>
                <a:latin typeface="Calibri"/>
                <a:ea typeface="Calibri"/>
              </a:defRPr>
            </a:lvl1pPr>
          </a:lstStyle>
          <a:p>
            <a:pPr indent="0" algn="r">
              <a:lnSpc>
                <a:spcPct val="100000"/>
              </a:lnSpc>
              <a:buNone/>
              <a:tabLst>
                <a:tab pos="0" algn="l"/>
              </a:tabLst>
            </a:pPr>
            <a:fld id="{5C5F1075-942D-4A89-A1FC-2F3CB31D5124}" type="slidenum">
              <a:rPr lang="en-US" sz="1200" b="0" strike="noStrike" spc="-1">
                <a:solidFill>
                  <a:srgbClr val="898989"/>
                </a:solidFill>
                <a:latin typeface="Calibri"/>
                <a:ea typeface="Calibri"/>
              </a:rPr>
              <a:t>16</a:t>
            </a:fld>
            <a:endParaRPr lang="en-IN" sz="1200" b="0" strike="noStrike" spc="-1">
              <a:solidFill>
                <a:srgbClr val="000000"/>
              </a:solidFill>
              <a:latin typeface="Times New Roman" panose="02020503050405090304"/>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3" name="PlaceHolder 1"/>
          <p:cNvSpPr>
            <a:spLocks noGrp="1"/>
          </p:cNvSpPr>
          <p:nvPr>
            <p:ph type="title"/>
          </p:nvPr>
        </p:nvSpPr>
        <p:spPr>
          <a:xfrm>
            <a:off x="0" y="365760"/>
            <a:ext cx="6476040" cy="471240"/>
          </a:xfrm>
          <a:prstGeom prst="rect">
            <a:avLst/>
          </a:prstGeom>
          <a:noFill/>
          <a:ln w="0">
            <a:noFill/>
          </a:ln>
        </p:spPr>
        <p:txBody>
          <a:bodyPr lIns="90000" tIns="45000" rIns="90000" bIns="45000" anchor="ctr">
            <a:noAutofit/>
          </a:bodyPr>
          <a:lstStyle/>
          <a:p>
            <a:pPr indent="0">
              <a:lnSpc>
                <a:spcPct val="100000"/>
              </a:lnSpc>
              <a:buNone/>
              <a:tabLst>
                <a:tab pos="0" algn="l"/>
              </a:tabLst>
            </a:pPr>
            <a:r>
              <a:rPr lang="en-US" sz="3000" b="0" strike="noStrike" spc="-1">
                <a:solidFill>
                  <a:schemeClr val="dk1"/>
                </a:solidFill>
                <a:latin typeface="Calibri"/>
                <a:ea typeface="Calibri"/>
              </a:rPr>
              <a:t>Components of an Operating Systems</a:t>
            </a:r>
            <a:br>
              <a:rPr sz="3000"/>
            </a:br>
            <a:r>
              <a:rPr lang="en-US" sz="3000" b="0" strike="noStrike" spc="-1">
                <a:solidFill>
                  <a:schemeClr val="dk1"/>
                </a:solidFill>
                <a:latin typeface="Calibri"/>
                <a:ea typeface="Calibri"/>
              </a:rPr>
              <a:t> </a:t>
            </a:r>
            <a:endParaRPr lang="en-US" sz="3000" b="0" strike="noStrike" spc="-1">
              <a:solidFill>
                <a:srgbClr val="000000"/>
              </a:solidFill>
              <a:latin typeface="Arial" panose="020B0604020202090204"/>
            </a:endParaRPr>
          </a:p>
        </p:txBody>
      </p:sp>
      <p:sp>
        <p:nvSpPr>
          <p:cNvPr id="264" name="PlaceHolder 2"/>
          <p:cNvSpPr>
            <a:spLocks noGrp="1"/>
          </p:cNvSpPr>
          <p:nvPr>
            <p:ph/>
          </p:nvPr>
        </p:nvSpPr>
        <p:spPr>
          <a:xfrm>
            <a:off x="111600" y="985680"/>
            <a:ext cx="8919360" cy="4524840"/>
          </a:xfrm>
          <a:prstGeom prst="rect">
            <a:avLst/>
          </a:prstGeom>
          <a:noFill/>
          <a:ln w="0">
            <a:noFill/>
          </a:ln>
        </p:spPr>
        <p:txBody>
          <a:bodyPr lIns="90000" tIns="45000" rIns="90000" bIns="45000" anchor="t">
            <a:noAutofit/>
          </a:bodyPr>
          <a:lstStyle/>
          <a:p>
            <a:pPr marL="114300" indent="0">
              <a:lnSpc>
                <a:spcPct val="100000"/>
              </a:lnSpc>
              <a:spcBef>
                <a:spcPts val="360"/>
              </a:spcBef>
              <a:buNone/>
              <a:tabLst>
                <a:tab pos="0" algn="l"/>
              </a:tabLst>
            </a:pPr>
            <a:r>
              <a:rPr lang="en-US" sz="2000" b="0" strike="noStrike" spc="-1">
                <a:solidFill>
                  <a:schemeClr val="dk1"/>
                </a:solidFill>
                <a:latin typeface="Times New Roman" panose="02020503050405090304"/>
                <a:ea typeface="Times New Roman" panose="02020503050405090304"/>
              </a:rPr>
              <a:t>There are two fundamental components of an Operating System.</a:t>
            </a:r>
            <a:endParaRPr lang="en-US" sz="2000" b="0" strike="noStrike" spc="-1">
              <a:solidFill>
                <a:srgbClr val="000000"/>
              </a:solidFill>
              <a:latin typeface="Arial" panose="020B0604020202090204"/>
            </a:endParaRPr>
          </a:p>
          <a:p>
            <a:pPr marL="457200" indent="-342900">
              <a:lnSpc>
                <a:spcPct val="100000"/>
              </a:lnSpc>
              <a:spcBef>
                <a:spcPts val="360"/>
              </a:spcBef>
              <a:buClr>
                <a:srgbClr val="000000"/>
              </a:buClr>
              <a:buFont typeface="Arial" panose="020B0604020202090204"/>
              <a:buChar char="•"/>
              <a:tabLst>
                <a:tab pos="0" algn="l"/>
              </a:tabLst>
            </a:pPr>
            <a:r>
              <a:rPr lang="en-US" sz="2000" b="0" strike="noStrike" spc="-1">
                <a:solidFill>
                  <a:schemeClr val="dk1"/>
                </a:solidFill>
                <a:latin typeface="Times New Roman" panose="02020503050405090304"/>
                <a:ea typeface="Times New Roman" panose="02020503050405090304"/>
              </a:rPr>
              <a:t>Shell</a:t>
            </a:r>
            <a:endParaRPr lang="en-US" sz="2000" b="0" strike="noStrike" spc="-1">
              <a:solidFill>
                <a:srgbClr val="000000"/>
              </a:solidFill>
              <a:latin typeface="Arial" panose="020B0604020202090204"/>
            </a:endParaRPr>
          </a:p>
          <a:p>
            <a:pPr marL="457200" indent="-342900">
              <a:lnSpc>
                <a:spcPct val="100000"/>
              </a:lnSpc>
              <a:spcBef>
                <a:spcPts val="360"/>
              </a:spcBef>
              <a:buClr>
                <a:srgbClr val="000000"/>
              </a:buClr>
              <a:buFont typeface="Arial" panose="020B0604020202090204"/>
              <a:buChar char="•"/>
              <a:tabLst>
                <a:tab pos="0" algn="l"/>
              </a:tabLst>
            </a:pPr>
            <a:r>
              <a:rPr lang="en-US" sz="2000" b="0" strike="noStrike" spc="-1">
                <a:solidFill>
                  <a:schemeClr val="dk1"/>
                </a:solidFill>
                <a:latin typeface="Times New Roman" panose="02020503050405090304"/>
                <a:ea typeface="Times New Roman" panose="02020503050405090304"/>
              </a:rPr>
              <a:t>Kernel</a:t>
            </a:r>
            <a:endParaRPr lang="en-US" sz="2000" b="0" strike="noStrike" spc="-1">
              <a:solidFill>
                <a:srgbClr val="000000"/>
              </a:solidFill>
              <a:latin typeface="Arial" panose="020B0604020202090204"/>
            </a:endParaRPr>
          </a:p>
          <a:p>
            <a:pPr marL="114300" indent="0">
              <a:lnSpc>
                <a:spcPct val="100000"/>
              </a:lnSpc>
              <a:spcBef>
                <a:spcPts val="360"/>
              </a:spcBef>
              <a:buNone/>
              <a:tabLst>
                <a:tab pos="0" algn="l"/>
              </a:tabLst>
            </a:pPr>
            <a:r>
              <a:rPr lang="en-US" sz="2800" b="1" strike="noStrike" spc="-1">
                <a:solidFill>
                  <a:schemeClr val="dk1"/>
                </a:solidFill>
                <a:latin typeface="Times New Roman" panose="02020503050405090304"/>
                <a:ea typeface="Times New Roman" panose="02020503050405090304"/>
              </a:rPr>
              <a:t>Shell</a:t>
            </a:r>
            <a:endParaRPr lang="en-US" sz="2800" b="0" strike="noStrike" spc="-1">
              <a:solidFill>
                <a:srgbClr val="000000"/>
              </a:solidFill>
              <a:latin typeface="Arial" panose="020B0604020202090204"/>
            </a:endParaRPr>
          </a:p>
          <a:p>
            <a:pPr marL="114300" indent="0" algn="just">
              <a:lnSpc>
                <a:spcPct val="100000"/>
              </a:lnSpc>
              <a:spcBef>
                <a:spcPts val="360"/>
              </a:spcBef>
              <a:buNone/>
              <a:tabLst>
                <a:tab pos="0" algn="l"/>
              </a:tabLst>
            </a:pPr>
            <a:r>
              <a:rPr lang="en-US" sz="2000" b="0" strike="noStrike" spc="-1">
                <a:solidFill>
                  <a:schemeClr val="dk1"/>
                </a:solidFill>
                <a:latin typeface="Times New Roman" panose="02020503050405090304"/>
                <a:ea typeface="Times New Roman" panose="02020503050405090304"/>
              </a:rPr>
              <a:t>Shell is the outermost layer of the Operating System and it handles the interaction with the user. The main task of the Shell is the management of interaction between the User and OS. Shell provides better communication with the user and the Operating System Shell does it by giving proper input to the user it also interprets input for the OS and handles the output from the OS. It works as a way of communication between the User and the OS.</a:t>
            </a:r>
            <a:endParaRPr lang="en-US" sz="2000" b="0" strike="noStrike" spc="-1">
              <a:solidFill>
                <a:srgbClr val="000000"/>
              </a:solidFill>
              <a:latin typeface="Arial" panose="020B0604020202090204"/>
            </a:endParaRPr>
          </a:p>
          <a:p>
            <a:pPr marL="114300" indent="0">
              <a:lnSpc>
                <a:spcPct val="100000"/>
              </a:lnSpc>
              <a:spcBef>
                <a:spcPts val="360"/>
              </a:spcBef>
              <a:buNone/>
              <a:tabLst>
                <a:tab pos="0" algn="l"/>
              </a:tabLst>
            </a:pPr>
            <a:r>
              <a:rPr lang="en-US" sz="2800" b="1" strike="noStrike" spc="-1">
                <a:solidFill>
                  <a:schemeClr val="dk1"/>
                </a:solidFill>
                <a:latin typeface="Times New Roman" panose="02020503050405090304"/>
                <a:ea typeface="Times New Roman" panose="02020503050405090304"/>
              </a:rPr>
              <a:t>Kernel</a:t>
            </a:r>
            <a:endParaRPr lang="en-US" sz="2800" b="0" strike="noStrike" spc="-1">
              <a:solidFill>
                <a:srgbClr val="000000"/>
              </a:solidFill>
              <a:latin typeface="Arial" panose="020B0604020202090204"/>
            </a:endParaRPr>
          </a:p>
          <a:p>
            <a:pPr marL="114300" indent="0" algn="just">
              <a:lnSpc>
                <a:spcPct val="100000"/>
              </a:lnSpc>
              <a:spcBef>
                <a:spcPts val="360"/>
              </a:spcBef>
              <a:buNone/>
              <a:tabLst>
                <a:tab pos="0" algn="l"/>
              </a:tabLst>
            </a:pPr>
            <a:r>
              <a:rPr lang="en-US" sz="2000" b="0" strike="noStrike" spc="-1">
                <a:solidFill>
                  <a:schemeClr val="dk1"/>
                </a:solidFill>
                <a:latin typeface="Times New Roman" panose="02020503050405090304"/>
                <a:ea typeface="Times New Roman" panose="02020503050405090304"/>
              </a:rPr>
              <a:t>The kernel is one of the components of the Operating System which works as a core component. The rest of the components depends on Kernel for the supply of the important services that are provided by the Operating System. The kernel is the primary interface between the Operating system and Hardware.</a:t>
            </a:r>
            <a:endParaRPr lang="en-US" sz="2000" b="0" strike="noStrike" spc="-1">
              <a:solidFill>
                <a:srgbClr val="000000"/>
              </a:solidFill>
              <a:latin typeface="Arial" panose="020B0604020202090204"/>
            </a:endParaRPr>
          </a:p>
          <a:p>
            <a:pPr marL="114300" indent="0" algn="just">
              <a:lnSpc>
                <a:spcPct val="100000"/>
              </a:lnSpc>
              <a:spcBef>
                <a:spcPts val="360"/>
              </a:spcBef>
              <a:buNone/>
              <a:tabLst>
                <a:tab pos="0" algn="l"/>
              </a:tabLst>
            </a:pPr>
            <a:endParaRPr lang="en-US" sz="2000" b="0" strike="noStrike" spc="-1">
              <a:solidFill>
                <a:srgbClr val="000000"/>
              </a:solidFill>
              <a:latin typeface="Arial" panose="020B0604020202090204"/>
            </a:endParaRPr>
          </a:p>
          <a:p>
            <a:pPr marL="457200" indent="0">
              <a:lnSpc>
                <a:spcPct val="100000"/>
              </a:lnSpc>
              <a:spcBef>
                <a:spcPts val="360"/>
              </a:spcBef>
              <a:buNone/>
              <a:tabLst>
                <a:tab pos="0" algn="l"/>
              </a:tabLst>
            </a:pPr>
            <a:endParaRPr lang="en-US" sz="3200" b="0" strike="noStrike" spc="-1">
              <a:solidFill>
                <a:srgbClr val="000000"/>
              </a:solidFill>
              <a:latin typeface="Arial" panose="020B0604020202090204"/>
            </a:endParaRPr>
          </a:p>
          <a:p>
            <a:pPr marL="457200" indent="0">
              <a:lnSpc>
                <a:spcPct val="100000"/>
              </a:lnSpc>
              <a:spcBef>
                <a:spcPts val="360"/>
              </a:spcBef>
              <a:buNone/>
              <a:tabLst>
                <a:tab pos="0" algn="l"/>
              </a:tabLst>
            </a:pPr>
            <a:endParaRPr lang="en-US" sz="3200" b="0" strike="noStrike" spc="-1">
              <a:solidFill>
                <a:srgbClr val="000000"/>
              </a:solidFill>
              <a:latin typeface="Arial" panose="020B0604020202090204"/>
            </a:endParaRPr>
          </a:p>
        </p:txBody>
      </p:sp>
      <p:sp>
        <p:nvSpPr>
          <p:cNvPr id="265" name="PlaceHolder 3"/>
          <p:cNvSpPr>
            <a:spLocks noGrp="1"/>
          </p:cNvSpPr>
          <p:nvPr>
            <p:ph type="sldNum" idx="23"/>
          </p:nvPr>
        </p:nvSpPr>
        <p:spPr>
          <a:xfrm>
            <a:off x="6553080" y="6356520"/>
            <a:ext cx="2132640" cy="363960"/>
          </a:xfrm>
          <a:prstGeom prst="rect">
            <a:avLst/>
          </a:prstGeom>
          <a:noFill/>
          <a:ln w="0">
            <a:noFill/>
          </a:ln>
        </p:spPr>
        <p:txBody>
          <a:bodyPr lIns="90000" tIns="45000" rIns="90000" bIns="45000" anchor="ctr">
            <a:noAutofit/>
          </a:bodyPr>
          <a:lstStyle>
            <a:lvl1pPr indent="0" algn="r">
              <a:lnSpc>
                <a:spcPct val="100000"/>
              </a:lnSpc>
              <a:buNone/>
              <a:tabLst>
                <a:tab pos="0" algn="l"/>
              </a:tabLst>
              <a:defRPr lang="en-US" sz="1200" b="0" strike="noStrike" spc="-1">
                <a:solidFill>
                  <a:srgbClr val="898989"/>
                </a:solidFill>
                <a:latin typeface="Calibri"/>
                <a:ea typeface="Calibri"/>
              </a:defRPr>
            </a:lvl1pPr>
          </a:lstStyle>
          <a:p>
            <a:pPr indent="0" algn="r">
              <a:lnSpc>
                <a:spcPct val="100000"/>
              </a:lnSpc>
              <a:buNone/>
              <a:tabLst>
                <a:tab pos="0" algn="l"/>
              </a:tabLst>
            </a:pPr>
            <a:fld id="{59DC41BB-BC85-4C2E-A81D-943BD37D9CF0}" type="slidenum">
              <a:rPr lang="en-US" sz="1200" b="0" strike="noStrike" spc="-1">
                <a:solidFill>
                  <a:srgbClr val="898989"/>
                </a:solidFill>
                <a:latin typeface="Calibri"/>
                <a:ea typeface="Calibri"/>
              </a:rPr>
              <a:t>17</a:t>
            </a:fld>
            <a:endParaRPr lang="en-IN" sz="1200" b="0" strike="noStrike" spc="-1">
              <a:solidFill>
                <a:srgbClr val="000000"/>
              </a:solidFill>
              <a:latin typeface="Times New Roman" panose="02020503050405090304"/>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 name="PlaceHolder 1"/>
          <p:cNvSpPr>
            <a:spLocks noGrp="1"/>
          </p:cNvSpPr>
          <p:nvPr>
            <p:ph type="title"/>
          </p:nvPr>
        </p:nvSpPr>
        <p:spPr>
          <a:xfrm>
            <a:off x="0" y="0"/>
            <a:ext cx="6476040" cy="837000"/>
          </a:xfrm>
          <a:prstGeom prst="rect">
            <a:avLst/>
          </a:prstGeom>
          <a:noFill/>
          <a:ln w="0">
            <a:noFill/>
          </a:ln>
        </p:spPr>
        <p:txBody>
          <a:bodyPr lIns="90000" tIns="45000" rIns="90000" bIns="45000" anchor="ctr">
            <a:noAutofit/>
          </a:bodyPr>
          <a:lstStyle/>
          <a:p>
            <a:pPr indent="0">
              <a:lnSpc>
                <a:spcPct val="100000"/>
              </a:lnSpc>
              <a:buNone/>
              <a:tabLst>
                <a:tab pos="0" algn="l"/>
              </a:tabLst>
            </a:pPr>
            <a:r>
              <a:rPr lang="en-US" sz="3000" b="0" strike="noStrike" spc="-1">
                <a:solidFill>
                  <a:schemeClr val="dk1"/>
                </a:solidFill>
                <a:latin typeface="Calibri"/>
                <a:ea typeface="Calibri"/>
              </a:rPr>
              <a:t>Cont……</a:t>
            </a:r>
            <a:endParaRPr lang="en-US" sz="3000" b="0" strike="noStrike" spc="-1">
              <a:solidFill>
                <a:srgbClr val="000000"/>
              </a:solidFill>
              <a:latin typeface="Arial" panose="020B0604020202090204"/>
            </a:endParaRPr>
          </a:p>
        </p:txBody>
      </p:sp>
      <p:sp>
        <p:nvSpPr>
          <p:cNvPr id="267" name="PlaceHolder 2"/>
          <p:cNvSpPr>
            <a:spLocks noGrp="1"/>
          </p:cNvSpPr>
          <p:nvPr>
            <p:ph/>
          </p:nvPr>
        </p:nvSpPr>
        <p:spPr>
          <a:xfrm>
            <a:off x="162720" y="934560"/>
            <a:ext cx="8228520" cy="4524840"/>
          </a:xfrm>
          <a:prstGeom prst="rect">
            <a:avLst/>
          </a:prstGeom>
          <a:noFill/>
          <a:ln w="0">
            <a:noFill/>
          </a:ln>
        </p:spPr>
        <p:txBody>
          <a:bodyPr lIns="90000" tIns="45000" rIns="90000" bIns="45000" anchor="t">
            <a:noAutofit/>
          </a:bodyPr>
          <a:lstStyle/>
          <a:p>
            <a:pPr marL="114300" indent="0">
              <a:lnSpc>
                <a:spcPct val="100000"/>
              </a:lnSpc>
              <a:spcBef>
                <a:spcPts val="360"/>
              </a:spcBef>
              <a:buNone/>
              <a:tabLst>
                <a:tab pos="0" algn="l"/>
              </a:tabLst>
            </a:pPr>
            <a:r>
              <a:rPr lang="en-US" sz="2800" b="1" strike="noStrike" spc="-1">
                <a:solidFill>
                  <a:schemeClr val="dk1"/>
                </a:solidFill>
                <a:latin typeface="Times New Roman" panose="02020503050405090304"/>
                <a:ea typeface="Times New Roman" panose="02020503050405090304"/>
              </a:rPr>
              <a:t>Functions of Kernel</a:t>
            </a:r>
            <a:endParaRPr lang="en-US" sz="2800" b="0" strike="noStrike" spc="-1">
              <a:solidFill>
                <a:srgbClr val="000000"/>
              </a:solidFill>
              <a:latin typeface="Arial" panose="020B0604020202090204"/>
            </a:endParaRPr>
          </a:p>
          <a:p>
            <a:pPr marL="457200" indent="-342900">
              <a:lnSpc>
                <a:spcPct val="100000"/>
              </a:lnSpc>
              <a:spcBef>
                <a:spcPts val="360"/>
              </a:spcBef>
              <a:buClr>
                <a:srgbClr val="000000"/>
              </a:buClr>
              <a:buFont typeface="Arial" panose="020B0604020202090204"/>
              <a:buChar char="•"/>
              <a:tabLst>
                <a:tab pos="0" algn="l"/>
              </a:tabLst>
            </a:pPr>
            <a:r>
              <a:rPr lang="en-US" sz="2000" b="0" strike="noStrike" spc="-1">
                <a:solidFill>
                  <a:schemeClr val="dk1"/>
                </a:solidFill>
                <a:latin typeface="Times New Roman" panose="02020503050405090304"/>
                <a:ea typeface="Times New Roman" panose="02020503050405090304"/>
              </a:rPr>
              <a:t>It helps in controlling the System Calls.</a:t>
            </a:r>
            <a:endParaRPr lang="en-US" sz="2000" b="0" strike="noStrike" spc="-1">
              <a:solidFill>
                <a:srgbClr val="000000"/>
              </a:solidFill>
              <a:latin typeface="Arial" panose="020B0604020202090204"/>
            </a:endParaRPr>
          </a:p>
          <a:p>
            <a:pPr marL="457200" indent="-342900">
              <a:lnSpc>
                <a:spcPct val="100000"/>
              </a:lnSpc>
              <a:spcBef>
                <a:spcPts val="360"/>
              </a:spcBef>
              <a:buClr>
                <a:srgbClr val="000000"/>
              </a:buClr>
              <a:buFont typeface="Arial" panose="020B0604020202090204"/>
              <a:buChar char="•"/>
              <a:tabLst>
                <a:tab pos="0" algn="l"/>
              </a:tabLst>
            </a:pPr>
            <a:r>
              <a:rPr lang="en-US" sz="2000" b="0" strike="noStrike" spc="-1">
                <a:solidFill>
                  <a:schemeClr val="dk1"/>
                </a:solidFill>
                <a:latin typeface="Times New Roman" panose="02020503050405090304"/>
                <a:ea typeface="Times New Roman" panose="02020503050405090304"/>
              </a:rPr>
              <a:t>It helps in I/O Management.</a:t>
            </a:r>
            <a:endParaRPr lang="en-US" sz="2000" b="0" strike="noStrike" spc="-1">
              <a:solidFill>
                <a:srgbClr val="000000"/>
              </a:solidFill>
              <a:latin typeface="Arial" panose="020B0604020202090204"/>
            </a:endParaRPr>
          </a:p>
          <a:p>
            <a:pPr marL="457200" indent="-342900">
              <a:lnSpc>
                <a:spcPct val="100000"/>
              </a:lnSpc>
              <a:spcBef>
                <a:spcPts val="360"/>
              </a:spcBef>
              <a:buClr>
                <a:srgbClr val="000000"/>
              </a:buClr>
              <a:buFont typeface="Arial" panose="020B0604020202090204"/>
              <a:buChar char="•"/>
              <a:tabLst>
                <a:tab pos="0" algn="l"/>
              </a:tabLst>
            </a:pPr>
            <a:r>
              <a:rPr lang="en-US" sz="2000" b="0" strike="noStrike" spc="-1">
                <a:solidFill>
                  <a:schemeClr val="dk1"/>
                </a:solidFill>
                <a:latin typeface="Times New Roman" panose="02020503050405090304"/>
                <a:ea typeface="Times New Roman" panose="02020503050405090304"/>
              </a:rPr>
              <a:t>It helps in the management of applications, memory, etc.</a:t>
            </a:r>
            <a:endParaRPr lang="en-US" sz="2000" b="0" strike="noStrike" spc="-1">
              <a:solidFill>
                <a:srgbClr val="000000"/>
              </a:solidFill>
              <a:latin typeface="Arial" panose="020B0604020202090204"/>
            </a:endParaRPr>
          </a:p>
          <a:p>
            <a:pPr marL="114300" indent="0">
              <a:lnSpc>
                <a:spcPct val="100000"/>
              </a:lnSpc>
              <a:spcBef>
                <a:spcPts val="360"/>
              </a:spcBef>
              <a:buNone/>
              <a:tabLst>
                <a:tab pos="0" algn="l"/>
              </a:tabLst>
            </a:pPr>
            <a:endParaRPr lang="en-US" sz="2000" b="0" strike="noStrike" spc="-1">
              <a:solidFill>
                <a:srgbClr val="000000"/>
              </a:solidFill>
              <a:latin typeface="Arial" panose="020B0604020202090204"/>
            </a:endParaRPr>
          </a:p>
          <a:p>
            <a:pPr marL="114300" indent="0">
              <a:lnSpc>
                <a:spcPct val="100000"/>
              </a:lnSpc>
              <a:spcBef>
                <a:spcPts val="360"/>
              </a:spcBef>
              <a:buNone/>
              <a:tabLst>
                <a:tab pos="0" algn="l"/>
              </a:tabLst>
            </a:pPr>
            <a:r>
              <a:rPr lang="en-US" sz="2800" b="1" strike="noStrike" spc="-1">
                <a:solidFill>
                  <a:schemeClr val="dk1"/>
                </a:solidFill>
                <a:latin typeface="Times New Roman" panose="02020503050405090304"/>
                <a:ea typeface="Times New Roman" panose="02020503050405090304"/>
              </a:rPr>
              <a:t>Types of Kernel</a:t>
            </a:r>
            <a:endParaRPr lang="en-US" sz="2800" b="0" strike="noStrike" spc="-1">
              <a:solidFill>
                <a:srgbClr val="000000"/>
              </a:solidFill>
              <a:latin typeface="Arial" panose="020B0604020202090204"/>
            </a:endParaRPr>
          </a:p>
          <a:p>
            <a:pPr marL="114300" indent="0">
              <a:lnSpc>
                <a:spcPct val="100000"/>
              </a:lnSpc>
              <a:spcBef>
                <a:spcPts val="360"/>
              </a:spcBef>
              <a:buNone/>
              <a:tabLst>
                <a:tab pos="0" algn="l"/>
              </a:tabLst>
            </a:pPr>
            <a:r>
              <a:rPr lang="en-US" sz="2000" b="0" strike="noStrike" spc="-1">
                <a:solidFill>
                  <a:schemeClr val="dk1"/>
                </a:solidFill>
                <a:latin typeface="Times New Roman" panose="02020503050405090304"/>
                <a:ea typeface="Times New Roman" panose="02020503050405090304"/>
              </a:rPr>
              <a:t>There are four types of Kernel that are mentioned below.</a:t>
            </a:r>
            <a:endParaRPr lang="en-US" sz="2000" b="0" strike="noStrike" spc="-1">
              <a:solidFill>
                <a:srgbClr val="000000"/>
              </a:solidFill>
              <a:latin typeface="Arial" panose="020B0604020202090204"/>
            </a:endParaRPr>
          </a:p>
          <a:p>
            <a:pPr marL="457200" indent="-342900">
              <a:lnSpc>
                <a:spcPct val="100000"/>
              </a:lnSpc>
              <a:spcBef>
                <a:spcPts val="360"/>
              </a:spcBef>
              <a:buClr>
                <a:srgbClr val="000000"/>
              </a:buClr>
              <a:buFont typeface="Arial" panose="020B0604020202090204"/>
              <a:buChar char="•"/>
              <a:tabLst>
                <a:tab pos="0" algn="l"/>
              </a:tabLst>
            </a:pPr>
            <a:r>
              <a:rPr lang="en-US" sz="2000" b="0" strike="noStrike" spc="-1">
                <a:solidFill>
                  <a:schemeClr val="dk1"/>
                </a:solidFill>
                <a:latin typeface="Times New Roman" panose="02020503050405090304"/>
                <a:ea typeface="Times New Roman" panose="02020503050405090304"/>
              </a:rPr>
              <a:t>Monolithic Kernel</a:t>
            </a:r>
            <a:endParaRPr lang="en-US" sz="2000" b="0" strike="noStrike" spc="-1">
              <a:solidFill>
                <a:srgbClr val="000000"/>
              </a:solidFill>
              <a:latin typeface="Arial" panose="020B0604020202090204"/>
            </a:endParaRPr>
          </a:p>
          <a:p>
            <a:pPr marL="457200" indent="-342900">
              <a:lnSpc>
                <a:spcPct val="100000"/>
              </a:lnSpc>
              <a:spcBef>
                <a:spcPts val="360"/>
              </a:spcBef>
              <a:buClr>
                <a:srgbClr val="000000"/>
              </a:buClr>
              <a:buFont typeface="Arial" panose="020B0604020202090204"/>
              <a:buChar char="•"/>
              <a:tabLst>
                <a:tab pos="0" algn="l"/>
              </a:tabLst>
            </a:pPr>
            <a:r>
              <a:rPr lang="en-US" sz="2000" b="0" strike="noStrike" spc="-1">
                <a:solidFill>
                  <a:schemeClr val="dk1"/>
                </a:solidFill>
                <a:latin typeface="Times New Roman" panose="02020503050405090304"/>
                <a:ea typeface="Times New Roman" panose="02020503050405090304"/>
              </a:rPr>
              <a:t>Microkernel</a:t>
            </a:r>
            <a:endParaRPr lang="en-US" sz="2000" b="0" strike="noStrike" spc="-1">
              <a:solidFill>
                <a:srgbClr val="000000"/>
              </a:solidFill>
              <a:latin typeface="Arial" panose="020B0604020202090204"/>
            </a:endParaRPr>
          </a:p>
          <a:p>
            <a:pPr marL="457200" indent="-342900">
              <a:lnSpc>
                <a:spcPct val="100000"/>
              </a:lnSpc>
              <a:spcBef>
                <a:spcPts val="360"/>
              </a:spcBef>
              <a:buClr>
                <a:srgbClr val="000000"/>
              </a:buClr>
              <a:buFont typeface="Arial" panose="020B0604020202090204"/>
              <a:buChar char="•"/>
              <a:tabLst>
                <a:tab pos="0" algn="l"/>
              </a:tabLst>
            </a:pPr>
            <a:r>
              <a:rPr lang="en-US" sz="2000" b="0" strike="noStrike" spc="-1">
                <a:solidFill>
                  <a:schemeClr val="dk1"/>
                </a:solidFill>
                <a:latin typeface="Times New Roman" panose="02020503050405090304"/>
                <a:ea typeface="Times New Roman" panose="02020503050405090304"/>
              </a:rPr>
              <a:t>Hybrid Kernel</a:t>
            </a:r>
            <a:endParaRPr lang="en-US" sz="2000" b="0" strike="noStrike" spc="-1">
              <a:solidFill>
                <a:srgbClr val="000000"/>
              </a:solidFill>
              <a:latin typeface="Arial" panose="020B0604020202090204"/>
            </a:endParaRPr>
          </a:p>
          <a:p>
            <a:pPr marL="457200" indent="-342900">
              <a:lnSpc>
                <a:spcPct val="100000"/>
              </a:lnSpc>
              <a:spcBef>
                <a:spcPts val="360"/>
              </a:spcBef>
              <a:buClr>
                <a:srgbClr val="000000"/>
              </a:buClr>
              <a:buFont typeface="Arial" panose="020B0604020202090204"/>
              <a:buChar char="•"/>
              <a:tabLst>
                <a:tab pos="0" algn="l"/>
              </a:tabLst>
            </a:pPr>
            <a:r>
              <a:rPr lang="en-US" sz="2000" b="0" strike="noStrike" spc="-1">
                <a:solidFill>
                  <a:schemeClr val="dk1"/>
                </a:solidFill>
                <a:latin typeface="Times New Roman" panose="02020503050405090304"/>
                <a:ea typeface="Times New Roman" panose="02020503050405090304"/>
              </a:rPr>
              <a:t>Exokernel</a:t>
            </a:r>
            <a:endParaRPr lang="en-US" sz="2000" b="0" strike="noStrike" spc="-1">
              <a:solidFill>
                <a:srgbClr val="000000"/>
              </a:solidFill>
              <a:latin typeface="Arial" panose="020B0604020202090204"/>
            </a:endParaRPr>
          </a:p>
          <a:p>
            <a:pPr marL="457200" indent="0">
              <a:lnSpc>
                <a:spcPct val="100000"/>
              </a:lnSpc>
              <a:spcBef>
                <a:spcPts val="360"/>
              </a:spcBef>
              <a:buNone/>
              <a:tabLst>
                <a:tab pos="0" algn="l"/>
              </a:tabLst>
            </a:pPr>
            <a:endParaRPr lang="en-US" sz="3200" b="0" strike="noStrike" spc="-1">
              <a:solidFill>
                <a:srgbClr val="000000"/>
              </a:solidFill>
              <a:latin typeface="Arial" panose="020B0604020202090204"/>
            </a:endParaRPr>
          </a:p>
        </p:txBody>
      </p:sp>
      <p:sp>
        <p:nvSpPr>
          <p:cNvPr id="268" name="PlaceHolder 3"/>
          <p:cNvSpPr>
            <a:spLocks noGrp="1"/>
          </p:cNvSpPr>
          <p:nvPr>
            <p:ph type="sldNum" idx="24"/>
          </p:nvPr>
        </p:nvSpPr>
        <p:spPr>
          <a:xfrm>
            <a:off x="6553080" y="6356520"/>
            <a:ext cx="2132640" cy="363960"/>
          </a:xfrm>
          <a:prstGeom prst="rect">
            <a:avLst/>
          </a:prstGeom>
          <a:noFill/>
          <a:ln w="0">
            <a:noFill/>
          </a:ln>
        </p:spPr>
        <p:txBody>
          <a:bodyPr lIns="90000" tIns="45000" rIns="90000" bIns="45000" anchor="ctr">
            <a:noAutofit/>
          </a:bodyPr>
          <a:lstStyle>
            <a:lvl1pPr indent="0" algn="r">
              <a:lnSpc>
                <a:spcPct val="100000"/>
              </a:lnSpc>
              <a:buNone/>
              <a:tabLst>
                <a:tab pos="0" algn="l"/>
              </a:tabLst>
              <a:defRPr lang="en-US" sz="1200" b="0" strike="noStrike" spc="-1">
                <a:solidFill>
                  <a:srgbClr val="898989"/>
                </a:solidFill>
                <a:latin typeface="Calibri"/>
                <a:ea typeface="Calibri"/>
              </a:defRPr>
            </a:lvl1pPr>
          </a:lstStyle>
          <a:p>
            <a:pPr indent="0" algn="r">
              <a:lnSpc>
                <a:spcPct val="100000"/>
              </a:lnSpc>
              <a:buNone/>
              <a:tabLst>
                <a:tab pos="0" algn="l"/>
              </a:tabLst>
            </a:pPr>
            <a:fld id="{F915D43B-F51D-40A2-A7A4-0425FBB6A2BB}" type="slidenum">
              <a:rPr lang="en-US" sz="1200" b="0" strike="noStrike" spc="-1">
                <a:solidFill>
                  <a:srgbClr val="898989"/>
                </a:solidFill>
                <a:latin typeface="Calibri"/>
                <a:ea typeface="Calibri"/>
              </a:rPr>
              <a:t>18</a:t>
            </a:fld>
            <a:endParaRPr lang="en-IN" sz="1200" b="0" strike="noStrike" spc="-1">
              <a:solidFill>
                <a:srgbClr val="000000"/>
              </a:solidFill>
              <a:latin typeface="Times New Roman" panose="02020503050405090304"/>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8" name="PlaceHolder 1"/>
          <p:cNvSpPr>
            <a:spLocks noGrp="1"/>
          </p:cNvSpPr>
          <p:nvPr>
            <p:ph type="title"/>
          </p:nvPr>
        </p:nvSpPr>
        <p:spPr>
          <a:xfrm>
            <a:off x="73080" y="180000"/>
            <a:ext cx="7634880" cy="575280"/>
          </a:xfrm>
          <a:prstGeom prst="rect">
            <a:avLst/>
          </a:prstGeom>
          <a:noFill/>
          <a:ln w="0">
            <a:noFill/>
          </a:ln>
        </p:spPr>
        <p:txBody>
          <a:bodyPr lIns="90000" tIns="45000" rIns="90000" bIns="45000" anchor="b">
            <a:noAutofit/>
          </a:bodyPr>
          <a:lstStyle/>
          <a:p>
            <a:pPr indent="0">
              <a:lnSpc>
                <a:spcPct val="100000"/>
              </a:lnSpc>
              <a:buNone/>
              <a:tabLst>
                <a:tab pos="0" algn="l"/>
              </a:tabLst>
            </a:pPr>
            <a:r>
              <a:rPr lang="en-US" sz="3200" b="1" strike="noStrike" spc="-1">
                <a:solidFill>
                  <a:srgbClr val="006699"/>
                </a:solidFill>
                <a:latin typeface="Arial" panose="020B0604020202090204"/>
                <a:ea typeface="Arial" panose="020B0604020202090204"/>
              </a:rPr>
              <a:t>Operating System Services</a:t>
            </a:r>
            <a:endParaRPr lang="en-US" sz="3200" b="0" strike="noStrike" spc="-1">
              <a:solidFill>
                <a:srgbClr val="000000"/>
              </a:solidFill>
              <a:latin typeface="Arial" panose="020B0604020202090204"/>
            </a:endParaRPr>
          </a:p>
        </p:txBody>
      </p:sp>
      <p:sp>
        <p:nvSpPr>
          <p:cNvPr id="279" name="PlaceHolder 2"/>
          <p:cNvSpPr>
            <a:spLocks noGrp="1"/>
          </p:cNvSpPr>
          <p:nvPr>
            <p:ph/>
          </p:nvPr>
        </p:nvSpPr>
        <p:spPr>
          <a:xfrm>
            <a:off x="310320" y="1032120"/>
            <a:ext cx="8435160" cy="4864680"/>
          </a:xfrm>
          <a:prstGeom prst="rect">
            <a:avLst/>
          </a:prstGeom>
          <a:noFill/>
          <a:ln w="0">
            <a:noFill/>
          </a:ln>
        </p:spPr>
        <p:txBody>
          <a:bodyPr lIns="90000" tIns="45000" rIns="90000" bIns="45000" anchor="t">
            <a:noAutofit/>
          </a:bodyPr>
          <a:lstStyle/>
          <a:p>
            <a:pPr marL="342900" indent="-342900" algn="just">
              <a:lnSpc>
                <a:spcPct val="100000"/>
              </a:lnSpc>
              <a:spcBef>
                <a:spcPts val="1000"/>
              </a:spcBef>
              <a:buClr>
                <a:srgbClr val="993300"/>
              </a:buClr>
              <a:buFont typeface="Arial" panose="020B0604020202090204"/>
              <a:buChar char="●"/>
            </a:pPr>
            <a:r>
              <a:rPr lang="en-US" sz="1800" b="0" strike="noStrike" spc="-1">
                <a:solidFill>
                  <a:schemeClr val="dk1"/>
                </a:solidFill>
                <a:latin typeface="Helvetica Neue" panose="02000503000000020004"/>
                <a:ea typeface="Helvetica Neue" panose="02000503000000020004"/>
              </a:rPr>
              <a:t>Operating systems provide an environment for execution of programs and services to programs and users</a:t>
            </a:r>
            <a:endParaRPr lang="en-US" sz="1800" b="0" strike="noStrike" spc="-1">
              <a:solidFill>
                <a:srgbClr val="000000"/>
              </a:solidFill>
              <a:latin typeface="Arial" panose="020B0604020202090204"/>
            </a:endParaRPr>
          </a:p>
          <a:p>
            <a:pPr marL="342900" indent="-342900" algn="just">
              <a:lnSpc>
                <a:spcPct val="100000"/>
              </a:lnSpc>
              <a:spcBef>
                <a:spcPts val="560"/>
              </a:spcBef>
              <a:buClr>
                <a:srgbClr val="993300"/>
              </a:buClr>
              <a:buFont typeface="Arial" panose="020B0604020202090204"/>
              <a:buChar char="●"/>
            </a:pPr>
            <a:r>
              <a:rPr lang="en-US" sz="1800" b="0" strike="noStrike" spc="-1">
                <a:solidFill>
                  <a:schemeClr val="dk1"/>
                </a:solidFill>
                <a:latin typeface="Helvetica Neue" panose="02000503000000020004"/>
                <a:ea typeface="Helvetica Neue" panose="02000503000000020004"/>
              </a:rPr>
              <a:t>One set of operating-system services provides functions that are helpful to the user:</a:t>
            </a:r>
            <a:endParaRPr lang="en-US" sz="1800" b="0" strike="noStrike" spc="-1">
              <a:solidFill>
                <a:srgbClr val="000000"/>
              </a:solidFill>
              <a:latin typeface="Arial" panose="020B0604020202090204"/>
            </a:endParaRPr>
          </a:p>
          <a:p>
            <a:pPr marL="742950" lvl="1" indent="-285750" algn="just">
              <a:lnSpc>
                <a:spcPct val="100000"/>
              </a:lnSpc>
              <a:spcBef>
                <a:spcPts val="560"/>
              </a:spcBef>
              <a:buClr>
                <a:srgbClr val="CC6600"/>
              </a:buClr>
              <a:buFont typeface="Arial" panose="020B0604020202090204"/>
              <a:buChar char="●"/>
            </a:pPr>
            <a:r>
              <a:rPr lang="en-US" sz="1800" b="1" strike="noStrike" spc="-1">
                <a:solidFill>
                  <a:schemeClr val="dk1"/>
                </a:solidFill>
                <a:latin typeface="Helvetica Neue" panose="02000503000000020004"/>
                <a:ea typeface="Helvetica Neue" panose="02000503000000020004"/>
              </a:rPr>
              <a:t>User interface </a:t>
            </a:r>
            <a:r>
              <a:rPr lang="en-US" sz="1800" b="0" strike="noStrike" spc="-1">
                <a:solidFill>
                  <a:schemeClr val="dk1"/>
                </a:solidFill>
                <a:latin typeface="Helvetica Neue" panose="02000503000000020004"/>
                <a:ea typeface="Helvetica Neue" panose="02000503000000020004"/>
              </a:rPr>
              <a:t>- Almost all operating systems have a user interface (</a:t>
            </a:r>
            <a:r>
              <a:rPr lang="en-US" sz="1800" b="1" strike="noStrike" spc="-1">
                <a:solidFill>
                  <a:srgbClr val="3366FF"/>
                </a:solidFill>
                <a:latin typeface="Helvetica Neue" panose="02000503000000020004"/>
                <a:ea typeface="Helvetica Neue" panose="02000503000000020004"/>
              </a:rPr>
              <a:t>UI</a:t>
            </a:r>
            <a:r>
              <a:rPr lang="en-US" sz="1800" b="0" strike="noStrike" spc="-1">
                <a:solidFill>
                  <a:schemeClr val="dk1"/>
                </a:solidFill>
                <a:latin typeface="Helvetica Neue" panose="02000503000000020004"/>
                <a:ea typeface="Helvetica Neue" panose="02000503000000020004"/>
              </a:rPr>
              <a:t>).</a:t>
            </a:r>
            <a:endParaRPr lang="en-US" sz="1800" b="0" strike="noStrike" spc="-1">
              <a:solidFill>
                <a:srgbClr val="000000"/>
              </a:solidFill>
              <a:latin typeface="Arial" panose="020B0604020202090204"/>
            </a:endParaRPr>
          </a:p>
          <a:p>
            <a:pPr marL="1143000" lvl="2" indent="-285750" algn="just">
              <a:lnSpc>
                <a:spcPct val="100000"/>
              </a:lnSpc>
              <a:spcBef>
                <a:spcPts val="560"/>
              </a:spcBef>
              <a:buClr>
                <a:srgbClr val="009900"/>
              </a:buClr>
              <a:buFont typeface="Noto Sans Symbols"/>
              <a:buChar char="❑"/>
            </a:pPr>
            <a:r>
              <a:rPr lang="en-US" sz="1800" b="0" strike="noStrike" spc="-1">
                <a:solidFill>
                  <a:schemeClr val="dk1"/>
                </a:solidFill>
                <a:latin typeface="Helvetica Neue" panose="02000503000000020004"/>
                <a:ea typeface="Helvetica Neue" panose="02000503000000020004"/>
              </a:rPr>
              <a:t>Varies between </a:t>
            </a:r>
            <a:r>
              <a:rPr lang="en-US" sz="1800" b="1" strike="noStrike" spc="-1">
                <a:solidFill>
                  <a:srgbClr val="3366FF"/>
                </a:solidFill>
                <a:latin typeface="Helvetica Neue" panose="02000503000000020004"/>
                <a:ea typeface="Helvetica Neue" panose="02000503000000020004"/>
              </a:rPr>
              <a:t>Command-Line </a:t>
            </a:r>
            <a:r>
              <a:rPr lang="en-US" sz="1800" b="1" strike="noStrike" spc="-1">
                <a:solidFill>
                  <a:schemeClr val="dk1"/>
                </a:solidFill>
                <a:latin typeface="Helvetica Neue" panose="02000503000000020004"/>
                <a:ea typeface="Helvetica Neue" panose="02000503000000020004"/>
              </a:rPr>
              <a:t>(</a:t>
            </a:r>
            <a:r>
              <a:rPr lang="en-US" sz="1800" b="1" strike="noStrike" spc="-1">
                <a:solidFill>
                  <a:srgbClr val="3366FF"/>
                </a:solidFill>
                <a:latin typeface="Helvetica Neue" panose="02000503000000020004"/>
                <a:ea typeface="Helvetica Neue" panose="02000503000000020004"/>
              </a:rPr>
              <a:t>CLI</a:t>
            </a:r>
            <a:r>
              <a:rPr lang="en-US" sz="1800" b="1" strike="noStrike" spc="-1">
                <a:solidFill>
                  <a:srgbClr val="000000"/>
                </a:solidFill>
                <a:latin typeface="Helvetica Neue" panose="02000503000000020004"/>
                <a:ea typeface="Helvetica Neue" panose="02000503000000020004"/>
              </a:rPr>
              <a:t>)</a:t>
            </a:r>
            <a:r>
              <a:rPr lang="en-US" sz="1800" b="0" strike="noStrike" spc="-1">
                <a:solidFill>
                  <a:srgbClr val="000000"/>
                </a:solidFill>
                <a:latin typeface="Helvetica Neue" panose="02000503000000020004"/>
                <a:ea typeface="Helvetica Neue" panose="02000503000000020004"/>
              </a:rPr>
              <a:t>, </a:t>
            </a:r>
            <a:r>
              <a:rPr lang="en-US" sz="1800" b="1" strike="noStrike" spc="-1">
                <a:solidFill>
                  <a:srgbClr val="3366FF"/>
                </a:solidFill>
                <a:latin typeface="Helvetica Neue" panose="02000503000000020004"/>
                <a:ea typeface="Helvetica Neue" panose="02000503000000020004"/>
              </a:rPr>
              <a:t>Graphics User Interface </a:t>
            </a:r>
            <a:r>
              <a:rPr lang="en-US" sz="1800" b="1" strike="noStrike" spc="-1">
                <a:solidFill>
                  <a:srgbClr val="000000"/>
                </a:solidFill>
                <a:latin typeface="Helvetica Neue" panose="02000503000000020004"/>
                <a:ea typeface="Helvetica Neue" panose="02000503000000020004"/>
              </a:rPr>
              <a:t>(</a:t>
            </a:r>
            <a:r>
              <a:rPr lang="en-US" sz="1800" b="1" strike="noStrike" spc="-1">
                <a:solidFill>
                  <a:srgbClr val="3366FF"/>
                </a:solidFill>
                <a:latin typeface="Helvetica Neue" panose="02000503000000020004"/>
                <a:ea typeface="Helvetica Neue" panose="02000503000000020004"/>
              </a:rPr>
              <a:t>GUI</a:t>
            </a:r>
            <a:r>
              <a:rPr lang="en-US" sz="1800" b="1" strike="noStrike" spc="-1">
                <a:solidFill>
                  <a:srgbClr val="000000"/>
                </a:solidFill>
                <a:latin typeface="Helvetica Neue" panose="02000503000000020004"/>
                <a:ea typeface="Helvetica Neue" panose="02000503000000020004"/>
              </a:rPr>
              <a:t>)</a:t>
            </a:r>
            <a:r>
              <a:rPr lang="en-US" sz="1800" b="0" strike="noStrike" spc="-1">
                <a:solidFill>
                  <a:srgbClr val="000000"/>
                </a:solidFill>
                <a:latin typeface="Helvetica Neue" panose="02000503000000020004"/>
                <a:ea typeface="Helvetica Neue" panose="02000503000000020004"/>
              </a:rPr>
              <a:t>,</a:t>
            </a:r>
            <a:r>
              <a:rPr lang="en-US" sz="1800" b="1" strike="noStrike" spc="-1">
                <a:solidFill>
                  <a:srgbClr val="3366FF"/>
                </a:solidFill>
                <a:latin typeface="Helvetica Neue" panose="02000503000000020004"/>
                <a:ea typeface="Helvetica Neue" panose="02000503000000020004"/>
              </a:rPr>
              <a:t>   Batch Interface</a:t>
            </a:r>
            <a:endParaRPr lang="en-US" sz="1800" b="0" strike="noStrike" spc="-1">
              <a:solidFill>
                <a:srgbClr val="000000"/>
              </a:solidFill>
              <a:latin typeface="Arial" panose="020B0604020202090204"/>
            </a:endParaRPr>
          </a:p>
          <a:p>
            <a:pPr marL="742950" lvl="1" indent="-285750" algn="just">
              <a:lnSpc>
                <a:spcPct val="100000"/>
              </a:lnSpc>
              <a:spcBef>
                <a:spcPts val="560"/>
              </a:spcBef>
              <a:buClr>
                <a:srgbClr val="CC6600"/>
              </a:buClr>
              <a:buFont typeface="Arial" panose="020B0604020202090204"/>
              <a:buChar char="●"/>
            </a:pPr>
            <a:r>
              <a:rPr lang="en-US" sz="1800" b="1" strike="noStrike" spc="-1">
                <a:solidFill>
                  <a:schemeClr val="dk1"/>
                </a:solidFill>
                <a:latin typeface="Helvetica Neue" panose="02000503000000020004"/>
                <a:ea typeface="Helvetica Neue" panose="02000503000000020004"/>
              </a:rPr>
              <a:t>Program execution </a:t>
            </a:r>
            <a:r>
              <a:rPr lang="en-US" sz="1800" b="0" strike="noStrike" spc="-1">
                <a:solidFill>
                  <a:schemeClr val="dk1"/>
                </a:solidFill>
                <a:latin typeface="Helvetica Neue" panose="02000503000000020004"/>
                <a:ea typeface="Helvetica Neue" panose="02000503000000020004"/>
              </a:rPr>
              <a:t>- The system must be able to load a program into memory and to run that program, end execution, either normally or abnormally (indicating error)</a:t>
            </a:r>
            <a:endParaRPr lang="en-US" sz="1800" b="0" strike="noStrike" spc="-1">
              <a:solidFill>
                <a:srgbClr val="000000"/>
              </a:solidFill>
              <a:latin typeface="Arial" panose="020B0604020202090204"/>
            </a:endParaRPr>
          </a:p>
          <a:p>
            <a:pPr marL="742950" lvl="1" indent="-285750" algn="just">
              <a:lnSpc>
                <a:spcPct val="100000"/>
              </a:lnSpc>
              <a:spcBef>
                <a:spcPts val="560"/>
              </a:spcBef>
              <a:buClr>
                <a:srgbClr val="CC6600"/>
              </a:buClr>
              <a:buFont typeface="Arial" panose="020B0604020202090204"/>
              <a:buChar char="●"/>
            </a:pPr>
            <a:r>
              <a:rPr lang="en-US" sz="1800" b="1" strike="noStrike" spc="-1">
                <a:solidFill>
                  <a:schemeClr val="dk1"/>
                </a:solidFill>
                <a:latin typeface="Helvetica Neue" panose="02000503000000020004"/>
                <a:ea typeface="Helvetica Neue" panose="02000503000000020004"/>
              </a:rPr>
              <a:t>I/O operations </a:t>
            </a:r>
            <a:r>
              <a:rPr lang="en-US" sz="1800" b="0" strike="noStrike" spc="-1">
                <a:solidFill>
                  <a:schemeClr val="dk1"/>
                </a:solidFill>
                <a:latin typeface="Helvetica Neue" panose="02000503000000020004"/>
                <a:ea typeface="Helvetica Neue" panose="02000503000000020004"/>
              </a:rPr>
              <a:t>-  A running program may require I/O, which may involve a file or an I/O device</a:t>
            </a:r>
            <a:endParaRPr lang="en-US" sz="1800" b="0" strike="noStrike" spc="-1">
              <a:solidFill>
                <a:srgbClr val="000000"/>
              </a:solidFill>
              <a:latin typeface="Arial" panose="020B0604020202090204"/>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0" name="PlaceHolder 1"/>
          <p:cNvSpPr>
            <a:spLocks noGrp="1"/>
          </p:cNvSpPr>
          <p:nvPr>
            <p:ph type="title"/>
          </p:nvPr>
        </p:nvSpPr>
        <p:spPr>
          <a:xfrm>
            <a:off x="253440" y="164160"/>
            <a:ext cx="7868160" cy="575280"/>
          </a:xfrm>
          <a:prstGeom prst="rect">
            <a:avLst/>
          </a:prstGeom>
          <a:noFill/>
          <a:ln w="0">
            <a:noFill/>
          </a:ln>
        </p:spPr>
        <p:txBody>
          <a:bodyPr lIns="90000" tIns="45000" rIns="90000" bIns="45000" anchor="b">
            <a:noAutofit/>
          </a:bodyPr>
          <a:lstStyle/>
          <a:p>
            <a:pPr indent="0">
              <a:lnSpc>
                <a:spcPct val="100000"/>
              </a:lnSpc>
              <a:buNone/>
              <a:tabLst>
                <a:tab pos="0" algn="l"/>
              </a:tabLst>
            </a:pPr>
            <a:r>
              <a:rPr lang="en-US" sz="3200" b="1" strike="noStrike" spc="-1">
                <a:solidFill>
                  <a:srgbClr val="006699"/>
                </a:solidFill>
                <a:latin typeface="Arial" panose="020B0604020202090204"/>
                <a:ea typeface="Arial" panose="020B0604020202090204"/>
              </a:rPr>
              <a:t>Operating System Services (Cont.)</a:t>
            </a:r>
            <a:endParaRPr lang="en-US" sz="3200" b="0" strike="noStrike" spc="-1">
              <a:solidFill>
                <a:srgbClr val="000000"/>
              </a:solidFill>
              <a:latin typeface="Arial" panose="020B0604020202090204"/>
            </a:endParaRPr>
          </a:p>
        </p:txBody>
      </p:sp>
      <p:sp>
        <p:nvSpPr>
          <p:cNvPr id="281" name="PlaceHolder 2"/>
          <p:cNvSpPr>
            <a:spLocks noGrp="1"/>
          </p:cNvSpPr>
          <p:nvPr>
            <p:ph/>
          </p:nvPr>
        </p:nvSpPr>
        <p:spPr>
          <a:xfrm>
            <a:off x="253440" y="892080"/>
            <a:ext cx="8741880" cy="5728320"/>
          </a:xfrm>
          <a:prstGeom prst="rect">
            <a:avLst/>
          </a:prstGeom>
          <a:noFill/>
          <a:ln w="0">
            <a:noFill/>
          </a:ln>
        </p:spPr>
        <p:txBody>
          <a:bodyPr lIns="90000" tIns="45000" rIns="90000" bIns="45000" anchor="t">
            <a:noAutofit/>
          </a:bodyPr>
          <a:lstStyle/>
          <a:p>
            <a:pPr marL="742950" indent="0">
              <a:lnSpc>
                <a:spcPct val="100000"/>
              </a:lnSpc>
              <a:spcBef>
                <a:spcPts val="1000"/>
              </a:spcBef>
              <a:buNone/>
              <a:tabLst>
                <a:tab pos="0" algn="l"/>
              </a:tabLst>
            </a:pPr>
            <a:endParaRPr lang="en-US" sz="1600" b="0" strike="noStrike" spc="-1">
              <a:solidFill>
                <a:srgbClr val="000000"/>
              </a:solidFill>
              <a:latin typeface="Arial" panose="020B0604020202090204"/>
            </a:endParaRPr>
          </a:p>
          <a:p>
            <a:pPr marL="342900" indent="-342900" algn="just">
              <a:lnSpc>
                <a:spcPct val="100000"/>
              </a:lnSpc>
              <a:spcBef>
                <a:spcPts val="560"/>
              </a:spcBef>
              <a:buClr>
                <a:srgbClr val="993300"/>
              </a:buClr>
              <a:buFont typeface="Arial" panose="020B0604020202090204"/>
              <a:buChar char="●"/>
              <a:tabLst>
                <a:tab pos="0" algn="l"/>
              </a:tabLst>
            </a:pPr>
            <a:r>
              <a:rPr lang="en-US" sz="1800" b="0" strike="noStrike" spc="-1">
                <a:solidFill>
                  <a:schemeClr val="dk1"/>
                </a:solidFill>
                <a:latin typeface="Helvetica Neue" panose="02000503000000020004"/>
                <a:ea typeface="Helvetica Neue" panose="02000503000000020004"/>
              </a:rPr>
              <a:t>One set of operating-system services provides functions that are helpful to the user (Cont.):</a:t>
            </a:r>
            <a:endParaRPr lang="en-US" sz="1800" b="0" strike="noStrike" spc="-1">
              <a:solidFill>
                <a:srgbClr val="000000"/>
              </a:solidFill>
              <a:latin typeface="Arial" panose="020B0604020202090204"/>
            </a:endParaRPr>
          </a:p>
          <a:p>
            <a:pPr marL="742950" lvl="1" indent="-285750" algn="just">
              <a:lnSpc>
                <a:spcPct val="100000"/>
              </a:lnSpc>
              <a:spcBef>
                <a:spcPts val="560"/>
              </a:spcBef>
              <a:buClr>
                <a:srgbClr val="CC6600"/>
              </a:buClr>
              <a:buFont typeface="Arial" panose="020B0604020202090204"/>
              <a:buChar char="●"/>
              <a:tabLst>
                <a:tab pos="0" algn="l"/>
              </a:tabLst>
            </a:pPr>
            <a:r>
              <a:rPr lang="en-US" sz="1800" b="1" strike="noStrike" spc="-1">
                <a:solidFill>
                  <a:schemeClr val="dk1"/>
                </a:solidFill>
                <a:latin typeface="Helvetica Neue" panose="02000503000000020004"/>
                <a:ea typeface="Helvetica Neue" panose="02000503000000020004"/>
              </a:rPr>
              <a:t>File-system manipulation </a:t>
            </a:r>
            <a:r>
              <a:rPr lang="en-US" sz="1800" b="0" strike="noStrike" spc="-1">
                <a:solidFill>
                  <a:schemeClr val="dk1"/>
                </a:solidFill>
                <a:latin typeface="Helvetica Neue" panose="02000503000000020004"/>
                <a:ea typeface="Helvetica Neue" panose="02000503000000020004"/>
              </a:rPr>
              <a:t>-  The file system is of particular interest. Programs need to read and write files and directories, create and delete them, search them, list file Information, permission management.</a:t>
            </a:r>
            <a:endParaRPr lang="en-US" sz="1800" b="0" strike="noStrike" spc="-1">
              <a:solidFill>
                <a:srgbClr val="000000"/>
              </a:solidFill>
              <a:latin typeface="Arial" panose="020B0604020202090204"/>
            </a:endParaRPr>
          </a:p>
          <a:p>
            <a:pPr marL="742950" lvl="1" indent="-285750" algn="just">
              <a:lnSpc>
                <a:spcPct val="100000"/>
              </a:lnSpc>
              <a:spcBef>
                <a:spcPts val="560"/>
              </a:spcBef>
              <a:buClr>
                <a:srgbClr val="CC6600"/>
              </a:buClr>
              <a:buFont typeface="Arial" panose="020B0604020202090204"/>
              <a:buChar char="●"/>
              <a:tabLst>
                <a:tab pos="0" algn="l"/>
              </a:tabLst>
            </a:pPr>
            <a:r>
              <a:rPr lang="en-US" sz="1800" b="1" strike="noStrike" spc="-1">
                <a:solidFill>
                  <a:schemeClr val="dk1"/>
                </a:solidFill>
                <a:latin typeface="Helvetica Neue" panose="02000503000000020004"/>
                <a:ea typeface="Helvetica Neue" panose="02000503000000020004"/>
              </a:rPr>
              <a:t>Communications</a:t>
            </a:r>
            <a:r>
              <a:rPr lang="en-US" sz="1800" b="0" strike="noStrike" spc="-1">
                <a:solidFill>
                  <a:schemeClr val="dk1"/>
                </a:solidFill>
                <a:latin typeface="Helvetica Neue" panose="02000503000000020004"/>
                <a:ea typeface="Helvetica Neue" panose="02000503000000020004"/>
              </a:rPr>
              <a:t> – Processes may exchange information, on the same computer or between computers over a network</a:t>
            </a:r>
            <a:endParaRPr lang="en-US" sz="1800" b="0" strike="noStrike" spc="-1">
              <a:solidFill>
                <a:srgbClr val="000000"/>
              </a:solidFill>
              <a:latin typeface="Arial" panose="020B0604020202090204"/>
            </a:endParaRPr>
          </a:p>
          <a:p>
            <a:pPr marL="1143000" lvl="2" indent="-285750" algn="just">
              <a:lnSpc>
                <a:spcPct val="100000"/>
              </a:lnSpc>
              <a:spcBef>
                <a:spcPts val="560"/>
              </a:spcBef>
              <a:buClr>
                <a:srgbClr val="009900"/>
              </a:buClr>
              <a:buFont typeface="Noto Sans Symbols"/>
              <a:buChar char="❑"/>
              <a:tabLst>
                <a:tab pos="0" algn="l"/>
              </a:tabLst>
            </a:pPr>
            <a:r>
              <a:rPr lang="en-US" sz="1800" b="0" strike="noStrike" spc="-1">
                <a:solidFill>
                  <a:schemeClr val="dk1"/>
                </a:solidFill>
                <a:latin typeface="Helvetica Neue" panose="02000503000000020004"/>
                <a:ea typeface="Helvetica Neue" panose="02000503000000020004"/>
              </a:rPr>
              <a:t>Communications may be via shared memory or through message passing (packets moved by the OS)</a:t>
            </a:r>
            <a:endParaRPr lang="en-US" sz="1800" b="0" strike="noStrike" spc="-1">
              <a:solidFill>
                <a:srgbClr val="000000"/>
              </a:solidFill>
              <a:latin typeface="Arial" panose="020B0604020202090204"/>
            </a:endParaRPr>
          </a:p>
          <a:p>
            <a:pPr marL="742950" lvl="1" indent="-285750" algn="just">
              <a:lnSpc>
                <a:spcPct val="100000"/>
              </a:lnSpc>
              <a:spcBef>
                <a:spcPts val="560"/>
              </a:spcBef>
              <a:buClr>
                <a:srgbClr val="CC6600"/>
              </a:buClr>
              <a:buFont typeface="Arial" panose="020B0604020202090204"/>
              <a:buChar char="●"/>
              <a:tabLst>
                <a:tab pos="0" algn="l"/>
              </a:tabLst>
            </a:pPr>
            <a:r>
              <a:rPr lang="en-US" sz="1800" b="1" strike="noStrike" spc="-1">
                <a:solidFill>
                  <a:schemeClr val="dk1"/>
                </a:solidFill>
                <a:latin typeface="Helvetica Neue" panose="02000503000000020004"/>
                <a:ea typeface="Helvetica Neue" panose="02000503000000020004"/>
              </a:rPr>
              <a:t>Error detection </a:t>
            </a:r>
            <a:r>
              <a:rPr lang="en-US" sz="1800" b="0" strike="noStrike" spc="-1">
                <a:solidFill>
                  <a:schemeClr val="dk1"/>
                </a:solidFill>
                <a:latin typeface="Helvetica Neue" panose="02000503000000020004"/>
                <a:ea typeface="Helvetica Neue" panose="02000503000000020004"/>
              </a:rPr>
              <a:t>– OS needs to be constantly aware of possible errors</a:t>
            </a:r>
            <a:endParaRPr lang="en-US" sz="1800" b="0" strike="noStrike" spc="-1">
              <a:solidFill>
                <a:srgbClr val="000000"/>
              </a:solidFill>
              <a:latin typeface="Arial" panose="020B0604020202090204"/>
            </a:endParaRPr>
          </a:p>
          <a:p>
            <a:pPr marL="1143000" lvl="2" indent="-285750" algn="just">
              <a:lnSpc>
                <a:spcPct val="100000"/>
              </a:lnSpc>
              <a:spcBef>
                <a:spcPts val="560"/>
              </a:spcBef>
              <a:buClr>
                <a:srgbClr val="009900"/>
              </a:buClr>
              <a:buFont typeface="Noto Sans Symbols"/>
              <a:buChar char="❑"/>
              <a:tabLst>
                <a:tab pos="0" algn="l"/>
              </a:tabLst>
            </a:pPr>
            <a:r>
              <a:rPr lang="en-US" sz="1800" b="0" strike="noStrike" spc="-1">
                <a:solidFill>
                  <a:schemeClr val="dk1"/>
                </a:solidFill>
                <a:latin typeface="Helvetica Neue" panose="02000503000000020004"/>
                <a:ea typeface="Helvetica Neue" panose="02000503000000020004"/>
              </a:rPr>
              <a:t>May occur in the CPU and memory hardware, in I/O devices, in user program</a:t>
            </a:r>
            <a:endParaRPr lang="en-US" sz="1800" b="0" strike="noStrike" spc="-1">
              <a:solidFill>
                <a:srgbClr val="000000"/>
              </a:solidFill>
              <a:latin typeface="Arial" panose="020B0604020202090204"/>
            </a:endParaRPr>
          </a:p>
          <a:p>
            <a:pPr marL="1143000" lvl="2" indent="-285750" algn="just">
              <a:lnSpc>
                <a:spcPct val="100000"/>
              </a:lnSpc>
              <a:spcBef>
                <a:spcPts val="560"/>
              </a:spcBef>
              <a:buClr>
                <a:srgbClr val="009900"/>
              </a:buClr>
              <a:buFont typeface="Noto Sans Symbols"/>
              <a:buChar char="❑"/>
              <a:tabLst>
                <a:tab pos="0" algn="l"/>
              </a:tabLst>
            </a:pPr>
            <a:r>
              <a:rPr lang="en-US" sz="1800" b="0" strike="noStrike" spc="-1">
                <a:solidFill>
                  <a:schemeClr val="dk1"/>
                </a:solidFill>
                <a:latin typeface="Helvetica Neue" panose="02000503000000020004"/>
                <a:ea typeface="Helvetica Neue" panose="02000503000000020004"/>
              </a:rPr>
              <a:t>For each type of error, OS should take the appropriate action to ensure correct and consistent computing</a:t>
            </a:r>
            <a:endParaRPr lang="en-US" sz="1800" b="0" strike="noStrike" spc="-1">
              <a:solidFill>
                <a:srgbClr val="000000"/>
              </a:solidFill>
              <a:latin typeface="Arial" panose="020B0604020202090204"/>
            </a:endParaRPr>
          </a:p>
          <a:p>
            <a:pPr marL="1143000" lvl="2" indent="-285750" algn="just">
              <a:lnSpc>
                <a:spcPct val="100000"/>
              </a:lnSpc>
              <a:spcBef>
                <a:spcPts val="560"/>
              </a:spcBef>
              <a:buClr>
                <a:srgbClr val="009900"/>
              </a:buClr>
              <a:buFont typeface="Noto Sans Symbols"/>
              <a:buChar char="❑"/>
              <a:tabLst>
                <a:tab pos="0" algn="l"/>
              </a:tabLst>
            </a:pPr>
            <a:r>
              <a:rPr lang="en-US" sz="1800" b="0" strike="noStrike" spc="-1">
                <a:solidFill>
                  <a:schemeClr val="dk1"/>
                </a:solidFill>
                <a:latin typeface="Helvetica Neue" panose="02000503000000020004"/>
                <a:ea typeface="Helvetica Neue" panose="02000503000000020004"/>
              </a:rPr>
              <a:t>Debugging facilities can greatly enhance the user’s and programmer’s abilities to efficiently use the system</a:t>
            </a:r>
            <a:endParaRPr lang="en-US" sz="1800" b="0" strike="noStrike" spc="-1">
              <a:solidFill>
                <a:srgbClr val="000000"/>
              </a:solidFill>
              <a:latin typeface="Arial" panose="020B0604020202090204"/>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2" name="PlaceHolder 1"/>
          <p:cNvSpPr>
            <a:spLocks noGrp="1"/>
          </p:cNvSpPr>
          <p:nvPr>
            <p:ph type="title"/>
          </p:nvPr>
        </p:nvSpPr>
        <p:spPr>
          <a:xfrm>
            <a:off x="116640" y="136440"/>
            <a:ext cx="7810920" cy="575280"/>
          </a:xfrm>
          <a:prstGeom prst="rect">
            <a:avLst/>
          </a:prstGeom>
          <a:noFill/>
          <a:ln w="0">
            <a:noFill/>
          </a:ln>
        </p:spPr>
        <p:txBody>
          <a:bodyPr lIns="90000" tIns="45000" rIns="90000" bIns="45000" anchor="b">
            <a:noAutofit/>
          </a:bodyPr>
          <a:lstStyle/>
          <a:p>
            <a:pPr indent="0">
              <a:lnSpc>
                <a:spcPct val="100000"/>
              </a:lnSpc>
              <a:buNone/>
              <a:tabLst>
                <a:tab pos="0" algn="l"/>
              </a:tabLst>
            </a:pPr>
            <a:r>
              <a:rPr lang="en-US" sz="3200" b="1" strike="noStrike" spc="-1">
                <a:solidFill>
                  <a:srgbClr val="006699"/>
                </a:solidFill>
                <a:latin typeface="Arial" panose="020B0604020202090204"/>
                <a:ea typeface="Arial" panose="020B0604020202090204"/>
              </a:rPr>
              <a:t>Operating System Services (Cont.)</a:t>
            </a:r>
            <a:endParaRPr lang="en-US" sz="3200" b="0" strike="noStrike" spc="-1">
              <a:solidFill>
                <a:srgbClr val="000000"/>
              </a:solidFill>
              <a:latin typeface="Arial" panose="020B0604020202090204"/>
            </a:endParaRPr>
          </a:p>
        </p:txBody>
      </p:sp>
      <p:sp>
        <p:nvSpPr>
          <p:cNvPr id="283" name="PlaceHolder 2"/>
          <p:cNvSpPr>
            <a:spLocks noGrp="1"/>
          </p:cNvSpPr>
          <p:nvPr>
            <p:ph/>
          </p:nvPr>
        </p:nvSpPr>
        <p:spPr>
          <a:xfrm>
            <a:off x="116640" y="1168560"/>
            <a:ext cx="8906400" cy="4904280"/>
          </a:xfrm>
          <a:prstGeom prst="rect">
            <a:avLst/>
          </a:prstGeom>
          <a:noFill/>
          <a:ln w="0">
            <a:noFill/>
          </a:ln>
        </p:spPr>
        <p:txBody>
          <a:bodyPr lIns="90000" tIns="45000" rIns="90000" bIns="45000" anchor="t">
            <a:noAutofit/>
          </a:bodyPr>
          <a:lstStyle/>
          <a:p>
            <a:pPr marL="342900" indent="-342900" algn="just">
              <a:lnSpc>
                <a:spcPct val="90000"/>
              </a:lnSpc>
              <a:spcBef>
                <a:spcPts val="1000"/>
              </a:spcBef>
              <a:buClr>
                <a:srgbClr val="993300"/>
              </a:buClr>
              <a:buFont typeface="Arial" panose="020B0604020202090204"/>
              <a:buChar char="●"/>
            </a:pPr>
            <a:r>
              <a:rPr lang="en-US" sz="1800" b="0" strike="noStrike" spc="-1">
                <a:solidFill>
                  <a:schemeClr val="dk1"/>
                </a:solidFill>
                <a:latin typeface="Helvetica Neue" panose="02000503000000020004"/>
                <a:ea typeface="Helvetica Neue" panose="02000503000000020004"/>
              </a:rPr>
              <a:t>Another set of OS functions exists for ensuring the efficient operation of the system itself via resource sharing</a:t>
            </a:r>
            <a:endParaRPr lang="en-US" sz="1800" b="0" strike="noStrike" spc="-1">
              <a:solidFill>
                <a:srgbClr val="000000"/>
              </a:solidFill>
              <a:latin typeface="Arial" panose="020B0604020202090204"/>
            </a:endParaRPr>
          </a:p>
          <a:p>
            <a:pPr marL="742950" lvl="1" indent="-285750" algn="just">
              <a:lnSpc>
                <a:spcPct val="90000"/>
              </a:lnSpc>
              <a:spcBef>
                <a:spcPts val="560"/>
              </a:spcBef>
              <a:buClr>
                <a:srgbClr val="CC6600"/>
              </a:buClr>
              <a:buFont typeface="Arial" panose="020B0604020202090204"/>
              <a:buChar char="●"/>
            </a:pPr>
            <a:r>
              <a:rPr lang="en-US" sz="1800" b="1" strike="noStrike" spc="-1">
                <a:solidFill>
                  <a:schemeClr val="dk1"/>
                </a:solidFill>
                <a:latin typeface="Helvetica Neue" panose="02000503000000020004"/>
                <a:ea typeface="Helvetica Neue" panose="02000503000000020004"/>
              </a:rPr>
              <a:t>Resource allocation - </a:t>
            </a:r>
            <a:r>
              <a:rPr lang="en-US" sz="1800" b="0" strike="noStrike" spc="-1">
                <a:solidFill>
                  <a:schemeClr val="dk1"/>
                </a:solidFill>
                <a:latin typeface="Helvetica Neue" panose="02000503000000020004"/>
                <a:ea typeface="Helvetica Neue" panose="02000503000000020004"/>
              </a:rPr>
              <a:t>When  multiple users or multiple jobs running concurrently, resources must be allocated to each of them</a:t>
            </a:r>
            <a:endParaRPr lang="en-US" sz="1800" b="0" strike="noStrike" spc="-1">
              <a:solidFill>
                <a:srgbClr val="000000"/>
              </a:solidFill>
              <a:latin typeface="Arial" panose="020B0604020202090204"/>
            </a:endParaRPr>
          </a:p>
          <a:p>
            <a:pPr marL="1143000" lvl="2" indent="-285750" algn="just">
              <a:lnSpc>
                <a:spcPct val="90000"/>
              </a:lnSpc>
              <a:spcBef>
                <a:spcPts val="560"/>
              </a:spcBef>
              <a:buClr>
                <a:srgbClr val="009900"/>
              </a:buClr>
              <a:buFont typeface="Noto Sans Symbols"/>
              <a:buChar char="❑"/>
            </a:pPr>
            <a:r>
              <a:rPr lang="en-US" sz="1800" b="0" strike="noStrike" spc="-1">
                <a:solidFill>
                  <a:schemeClr val="dk1"/>
                </a:solidFill>
                <a:latin typeface="Helvetica Neue" panose="02000503000000020004"/>
                <a:ea typeface="Helvetica Neue" panose="02000503000000020004"/>
              </a:rPr>
              <a:t>Many types of resources -   CPU cycles, main memory, file storage, I/O devices.</a:t>
            </a:r>
            <a:endParaRPr lang="en-US" sz="1800" b="0" strike="noStrike" spc="-1">
              <a:solidFill>
                <a:srgbClr val="000000"/>
              </a:solidFill>
              <a:latin typeface="Arial" panose="020B0604020202090204"/>
            </a:endParaRPr>
          </a:p>
          <a:p>
            <a:pPr marL="742950" lvl="1" indent="-285750" algn="just">
              <a:lnSpc>
                <a:spcPct val="90000"/>
              </a:lnSpc>
              <a:spcBef>
                <a:spcPts val="560"/>
              </a:spcBef>
              <a:buClr>
                <a:srgbClr val="CC6600"/>
              </a:buClr>
              <a:buFont typeface="Arial" panose="020B0604020202090204"/>
              <a:buChar char="●"/>
            </a:pPr>
            <a:r>
              <a:rPr lang="en-US" sz="1800" b="1" strike="noStrike" spc="-1">
                <a:solidFill>
                  <a:schemeClr val="dk1"/>
                </a:solidFill>
                <a:latin typeface="Helvetica Neue" panose="02000503000000020004"/>
                <a:ea typeface="Helvetica Neue" panose="02000503000000020004"/>
              </a:rPr>
              <a:t>Accounting -</a:t>
            </a:r>
            <a:r>
              <a:rPr lang="en-US" sz="1800" b="0" strike="noStrike" spc="-1">
                <a:solidFill>
                  <a:schemeClr val="dk1"/>
                </a:solidFill>
                <a:latin typeface="Helvetica Neue" panose="02000503000000020004"/>
                <a:ea typeface="Helvetica Neue" panose="02000503000000020004"/>
              </a:rPr>
              <a:t> To keep track of which users use how much and what kinds of computer resources</a:t>
            </a:r>
            <a:endParaRPr lang="en-US" sz="1800" b="0" strike="noStrike" spc="-1">
              <a:solidFill>
                <a:srgbClr val="000000"/>
              </a:solidFill>
              <a:latin typeface="Arial" panose="020B0604020202090204"/>
            </a:endParaRPr>
          </a:p>
          <a:p>
            <a:pPr marL="742950" lvl="1" indent="-285750" algn="just">
              <a:lnSpc>
                <a:spcPct val="90000"/>
              </a:lnSpc>
              <a:spcBef>
                <a:spcPts val="560"/>
              </a:spcBef>
              <a:buClr>
                <a:srgbClr val="CC6600"/>
              </a:buClr>
              <a:buFont typeface="Arial" panose="020B0604020202090204"/>
              <a:buChar char="●"/>
            </a:pPr>
            <a:r>
              <a:rPr lang="en-US" sz="1800" b="1" strike="noStrike" spc="-1">
                <a:solidFill>
                  <a:schemeClr val="dk1"/>
                </a:solidFill>
                <a:latin typeface="Helvetica Neue" panose="02000503000000020004"/>
                <a:ea typeface="Helvetica Neue" panose="02000503000000020004"/>
              </a:rPr>
              <a:t>Protection and security - </a:t>
            </a:r>
            <a:r>
              <a:rPr lang="en-US" sz="1800" b="0" strike="noStrike" spc="-1">
                <a:solidFill>
                  <a:schemeClr val="dk1"/>
                </a:solidFill>
                <a:latin typeface="Helvetica Neue" panose="02000503000000020004"/>
                <a:ea typeface="Helvetica Neue" panose="02000503000000020004"/>
              </a:rPr>
              <a:t>The owners of information stored in a multiuser or networked computer system may want to control use of that information, concurrent processes should not interfere with each other</a:t>
            </a:r>
            <a:endParaRPr lang="en-US" sz="1800" b="0" strike="noStrike" spc="-1">
              <a:solidFill>
                <a:srgbClr val="000000"/>
              </a:solidFill>
              <a:latin typeface="Arial" panose="020B0604020202090204"/>
            </a:endParaRPr>
          </a:p>
          <a:p>
            <a:pPr marL="1143000" lvl="2" indent="-285750" algn="just">
              <a:lnSpc>
                <a:spcPct val="90000"/>
              </a:lnSpc>
              <a:spcBef>
                <a:spcPts val="560"/>
              </a:spcBef>
              <a:buClr>
                <a:srgbClr val="009900"/>
              </a:buClr>
              <a:buFont typeface="Noto Sans Symbols"/>
              <a:buChar char="❑"/>
            </a:pPr>
            <a:r>
              <a:rPr lang="en-US" sz="1800" b="1" strike="noStrike" spc="-1">
                <a:solidFill>
                  <a:schemeClr val="dk1"/>
                </a:solidFill>
                <a:latin typeface="Helvetica Neue" panose="02000503000000020004"/>
                <a:ea typeface="Helvetica Neue" panose="02000503000000020004"/>
              </a:rPr>
              <a:t>Protection</a:t>
            </a:r>
            <a:r>
              <a:rPr lang="en-US" sz="1800" b="0" strike="noStrike" spc="-1">
                <a:solidFill>
                  <a:schemeClr val="dk1"/>
                </a:solidFill>
                <a:latin typeface="Helvetica Neue" panose="02000503000000020004"/>
                <a:ea typeface="Helvetica Neue" panose="02000503000000020004"/>
              </a:rPr>
              <a:t> involves ensuring that all access to system resources is controlled</a:t>
            </a:r>
            <a:endParaRPr lang="en-US" sz="1800" b="0" strike="noStrike" spc="-1">
              <a:solidFill>
                <a:srgbClr val="000000"/>
              </a:solidFill>
              <a:latin typeface="Arial" panose="020B0604020202090204"/>
            </a:endParaRPr>
          </a:p>
          <a:p>
            <a:pPr marL="1143000" lvl="2" indent="-285750" algn="just">
              <a:lnSpc>
                <a:spcPct val="90000"/>
              </a:lnSpc>
              <a:spcBef>
                <a:spcPts val="560"/>
              </a:spcBef>
              <a:buClr>
                <a:srgbClr val="009900"/>
              </a:buClr>
              <a:buFont typeface="Noto Sans Symbols"/>
              <a:buChar char="❑"/>
            </a:pPr>
            <a:r>
              <a:rPr lang="en-US" sz="1800" b="1" strike="noStrike" spc="-1">
                <a:solidFill>
                  <a:schemeClr val="dk1"/>
                </a:solidFill>
                <a:latin typeface="Helvetica Neue" panose="02000503000000020004"/>
                <a:ea typeface="Helvetica Neue" panose="02000503000000020004"/>
              </a:rPr>
              <a:t>Security</a:t>
            </a:r>
            <a:r>
              <a:rPr lang="en-US" sz="1800" b="0" strike="noStrike" spc="-1">
                <a:solidFill>
                  <a:schemeClr val="dk1"/>
                </a:solidFill>
                <a:latin typeface="Helvetica Neue" panose="02000503000000020004"/>
                <a:ea typeface="Helvetica Neue" panose="02000503000000020004"/>
              </a:rPr>
              <a:t> of the system from outsiders requires user authentication, extends to defending external I/O devices from invalid access attempts</a:t>
            </a:r>
            <a:endParaRPr lang="en-US" sz="1800" b="0" strike="noStrike" spc="-1">
              <a:solidFill>
                <a:srgbClr val="000000"/>
              </a:solidFill>
              <a:latin typeface="Arial" panose="020B0604020202090204"/>
            </a:endParaRPr>
          </a:p>
          <a:p>
            <a:pPr marL="342900" indent="0">
              <a:lnSpc>
                <a:spcPct val="100000"/>
              </a:lnSpc>
              <a:spcBef>
                <a:spcPts val="560"/>
              </a:spcBef>
              <a:buNone/>
              <a:tabLst>
                <a:tab pos="0" algn="l"/>
              </a:tabLst>
            </a:pPr>
            <a:endParaRPr lang="en-US" sz="1600" b="0" strike="noStrike" spc="-1">
              <a:solidFill>
                <a:srgbClr val="000000"/>
              </a:solidFill>
              <a:latin typeface="Arial" panose="020B0604020202090204"/>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4" name="PlaceHolder 1"/>
          <p:cNvSpPr>
            <a:spLocks noGrp="1"/>
          </p:cNvSpPr>
          <p:nvPr>
            <p:ph type="title"/>
          </p:nvPr>
        </p:nvSpPr>
        <p:spPr>
          <a:xfrm>
            <a:off x="87120" y="141120"/>
            <a:ext cx="8228520" cy="575280"/>
          </a:xfrm>
          <a:prstGeom prst="rect">
            <a:avLst/>
          </a:prstGeom>
          <a:noFill/>
          <a:ln w="0">
            <a:noFill/>
          </a:ln>
        </p:spPr>
        <p:txBody>
          <a:bodyPr lIns="90000" tIns="45000" rIns="90000" bIns="45000" anchor="b">
            <a:noAutofit/>
          </a:bodyPr>
          <a:lstStyle/>
          <a:p>
            <a:pPr indent="0">
              <a:lnSpc>
                <a:spcPct val="100000"/>
              </a:lnSpc>
              <a:buNone/>
              <a:tabLst>
                <a:tab pos="0" algn="l"/>
              </a:tabLst>
            </a:pPr>
            <a:r>
              <a:rPr lang="en-US" sz="3200" b="1" strike="noStrike" spc="-1">
                <a:solidFill>
                  <a:srgbClr val="006699"/>
                </a:solidFill>
                <a:latin typeface="Arial" panose="020B0604020202090204"/>
                <a:ea typeface="Arial" panose="020B0604020202090204"/>
              </a:rPr>
              <a:t>A View of Operating System Services</a:t>
            </a:r>
            <a:endParaRPr lang="en-US" sz="3200" b="0" strike="noStrike" spc="-1">
              <a:solidFill>
                <a:srgbClr val="000000"/>
              </a:solidFill>
              <a:latin typeface="Arial" panose="020B0604020202090204"/>
            </a:endParaRPr>
          </a:p>
        </p:txBody>
      </p:sp>
      <p:pic>
        <p:nvPicPr>
          <p:cNvPr id="285" name="Google Shape;80;p 2" descr="2"/>
          <p:cNvPicPr/>
          <p:nvPr/>
        </p:nvPicPr>
        <p:blipFill>
          <a:blip r:embed="rId2"/>
          <a:stretch>
            <a:fillRect/>
          </a:stretch>
        </p:blipFill>
        <p:spPr>
          <a:xfrm>
            <a:off x="216360" y="1117440"/>
            <a:ext cx="8741880" cy="4718880"/>
          </a:xfrm>
          <a:prstGeom prst="rect">
            <a:avLst/>
          </a:prstGeom>
          <a:ln w="0">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 name="PlaceHolder 1"/>
          <p:cNvSpPr>
            <a:spLocks noGrp="1"/>
          </p:cNvSpPr>
          <p:nvPr>
            <p:ph type="title"/>
          </p:nvPr>
        </p:nvSpPr>
        <p:spPr>
          <a:xfrm>
            <a:off x="0" y="90720"/>
            <a:ext cx="8228520" cy="575280"/>
          </a:xfrm>
          <a:prstGeom prst="rect">
            <a:avLst/>
          </a:prstGeom>
          <a:noFill/>
          <a:ln w="0">
            <a:noFill/>
          </a:ln>
        </p:spPr>
        <p:txBody>
          <a:bodyPr lIns="90000" tIns="45000" rIns="90000" bIns="45000" anchor="b">
            <a:noAutofit/>
          </a:bodyPr>
          <a:lstStyle/>
          <a:p>
            <a:pPr indent="0">
              <a:lnSpc>
                <a:spcPct val="100000"/>
              </a:lnSpc>
              <a:buNone/>
              <a:tabLst>
                <a:tab pos="0" algn="l"/>
              </a:tabLst>
            </a:pPr>
            <a:r>
              <a:rPr lang="en-US" sz="2800" b="1" strike="noStrike" spc="-1">
                <a:solidFill>
                  <a:srgbClr val="006699"/>
                </a:solidFill>
                <a:latin typeface="Arial" panose="020B0604020202090204"/>
                <a:ea typeface="Arial" panose="020B0604020202090204"/>
              </a:rPr>
              <a:t>User Operating System Interface - CLI</a:t>
            </a:r>
            <a:endParaRPr lang="en-US" sz="2800" b="0" strike="noStrike" spc="-1">
              <a:solidFill>
                <a:srgbClr val="000000"/>
              </a:solidFill>
              <a:latin typeface="Arial" panose="020B0604020202090204"/>
            </a:endParaRPr>
          </a:p>
        </p:txBody>
      </p:sp>
      <p:sp>
        <p:nvSpPr>
          <p:cNvPr id="287" name="PlaceHolder 2"/>
          <p:cNvSpPr>
            <a:spLocks noGrp="1"/>
          </p:cNvSpPr>
          <p:nvPr>
            <p:ph/>
          </p:nvPr>
        </p:nvSpPr>
        <p:spPr>
          <a:xfrm>
            <a:off x="194040" y="969840"/>
            <a:ext cx="8754840" cy="4736160"/>
          </a:xfrm>
          <a:prstGeom prst="rect">
            <a:avLst/>
          </a:prstGeom>
          <a:noFill/>
          <a:ln w="0">
            <a:noFill/>
          </a:ln>
        </p:spPr>
        <p:txBody>
          <a:bodyPr lIns="90000" tIns="45000" rIns="90000" bIns="45000" anchor="t">
            <a:noAutofit/>
          </a:bodyPr>
          <a:lstStyle/>
          <a:p>
            <a:pPr marL="342900" indent="0" algn="just">
              <a:lnSpc>
                <a:spcPct val="100000"/>
              </a:lnSpc>
              <a:spcBef>
                <a:spcPts val="1000"/>
              </a:spcBef>
              <a:buNone/>
              <a:tabLst>
                <a:tab pos="0" algn="l"/>
              </a:tabLst>
            </a:pPr>
            <a:r>
              <a:rPr lang="en-US" sz="1800" b="0" strike="noStrike" spc="-1">
                <a:solidFill>
                  <a:schemeClr val="dk1"/>
                </a:solidFill>
                <a:latin typeface="Helvetica Neue" panose="02000503000000020004"/>
                <a:ea typeface="Helvetica Neue" panose="02000503000000020004"/>
              </a:rPr>
              <a:t>CLI or </a:t>
            </a:r>
            <a:r>
              <a:rPr lang="en-US" sz="1800" b="1" strike="noStrike" spc="-1">
                <a:solidFill>
                  <a:srgbClr val="3366FF"/>
                </a:solidFill>
                <a:latin typeface="Helvetica Neue" panose="02000503000000020004"/>
                <a:ea typeface="Helvetica Neue" panose="02000503000000020004"/>
              </a:rPr>
              <a:t>command interpreter</a:t>
            </a:r>
            <a:r>
              <a:rPr lang="en-US" sz="1800" b="0" strike="noStrike" spc="-1">
                <a:solidFill>
                  <a:srgbClr val="3366FF"/>
                </a:solidFill>
                <a:latin typeface="Helvetica Neue" panose="02000503000000020004"/>
                <a:ea typeface="Helvetica Neue" panose="02000503000000020004"/>
              </a:rPr>
              <a:t> </a:t>
            </a:r>
            <a:r>
              <a:rPr lang="en-US" sz="1800" b="0" strike="noStrike" spc="-1">
                <a:solidFill>
                  <a:schemeClr val="dk1"/>
                </a:solidFill>
                <a:latin typeface="Helvetica Neue" panose="02000503000000020004"/>
                <a:ea typeface="Helvetica Neue" panose="02000503000000020004"/>
              </a:rPr>
              <a:t>allows direct command entry</a:t>
            </a:r>
            <a:endParaRPr lang="en-US" sz="1800" b="0" strike="noStrike" spc="-1">
              <a:solidFill>
                <a:srgbClr val="000000"/>
              </a:solidFill>
              <a:latin typeface="Arial" panose="020B0604020202090204"/>
            </a:endParaRPr>
          </a:p>
          <a:p>
            <a:pPr marL="742950" lvl="1" indent="-285750" algn="just">
              <a:lnSpc>
                <a:spcPct val="100000"/>
              </a:lnSpc>
              <a:spcBef>
                <a:spcPts val="630"/>
              </a:spcBef>
              <a:buClr>
                <a:srgbClr val="CC6600"/>
              </a:buClr>
              <a:buFont typeface="Arial" panose="020B0604020202090204"/>
              <a:buChar char="●"/>
              <a:tabLst>
                <a:tab pos="0" algn="l"/>
              </a:tabLst>
            </a:pPr>
            <a:r>
              <a:rPr lang="en-US" sz="1800" b="0" strike="noStrike" spc="-1">
                <a:solidFill>
                  <a:schemeClr val="dk1"/>
                </a:solidFill>
                <a:latin typeface="Helvetica Neue" panose="02000503000000020004"/>
                <a:ea typeface="Helvetica Neue" panose="02000503000000020004"/>
              </a:rPr>
              <a:t>Sometimes implemented in kernel, sometimes by systems program</a:t>
            </a:r>
            <a:endParaRPr lang="en-US" sz="1800" b="0" strike="noStrike" spc="-1">
              <a:solidFill>
                <a:srgbClr val="000000"/>
              </a:solidFill>
              <a:latin typeface="Arial" panose="020B0604020202090204"/>
            </a:endParaRPr>
          </a:p>
          <a:p>
            <a:pPr marL="457200" indent="0" algn="just">
              <a:lnSpc>
                <a:spcPct val="100000"/>
              </a:lnSpc>
              <a:spcBef>
                <a:spcPts val="630"/>
              </a:spcBef>
              <a:buNone/>
              <a:tabLst>
                <a:tab pos="0" algn="l"/>
              </a:tabLst>
            </a:pPr>
            <a:endParaRPr lang="en-US" sz="1800" b="0" strike="noStrike" spc="-1">
              <a:solidFill>
                <a:srgbClr val="000000"/>
              </a:solidFill>
              <a:latin typeface="Arial" panose="020B0604020202090204"/>
            </a:endParaRPr>
          </a:p>
          <a:p>
            <a:pPr marL="742950" lvl="1" indent="-285750" algn="just">
              <a:lnSpc>
                <a:spcPct val="100000"/>
              </a:lnSpc>
              <a:spcBef>
                <a:spcPts val="630"/>
              </a:spcBef>
              <a:buClr>
                <a:srgbClr val="CC6600"/>
              </a:buClr>
              <a:buFont typeface="Arial" panose="020B0604020202090204"/>
              <a:buChar char="●"/>
              <a:tabLst>
                <a:tab pos="0" algn="l"/>
              </a:tabLst>
            </a:pPr>
            <a:r>
              <a:rPr lang="en-US" sz="1800" b="0" strike="noStrike" spc="-1">
                <a:solidFill>
                  <a:schemeClr val="dk1"/>
                </a:solidFill>
                <a:latin typeface="Helvetica Neue" panose="02000503000000020004"/>
                <a:ea typeface="Helvetica Neue" panose="02000503000000020004"/>
              </a:rPr>
              <a:t>Sometimes multiple flavors implemented – </a:t>
            </a:r>
            <a:r>
              <a:rPr lang="en-US" sz="1800" b="1" strike="noStrike" spc="-1">
                <a:solidFill>
                  <a:srgbClr val="3366FF"/>
                </a:solidFill>
                <a:latin typeface="Helvetica Neue" panose="02000503000000020004"/>
                <a:ea typeface="Helvetica Neue" panose="02000503000000020004"/>
              </a:rPr>
              <a:t>shells</a:t>
            </a:r>
            <a:endParaRPr lang="en-US" sz="1800" b="0" strike="noStrike" spc="-1">
              <a:solidFill>
                <a:srgbClr val="000000"/>
              </a:solidFill>
              <a:latin typeface="Arial" panose="020B0604020202090204"/>
            </a:endParaRPr>
          </a:p>
          <a:p>
            <a:pPr marL="457200" indent="0" algn="just">
              <a:lnSpc>
                <a:spcPct val="100000"/>
              </a:lnSpc>
              <a:spcBef>
                <a:spcPts val="630"/>
              </a:spcBef>
              <a:buNone/>
              <a:tabLst>
                <a:tab pos="0" algn="l"/>
              </a:tabLst>
            </a:pPr>
            <a:endParaRPr lang="en-US" sz="1800" b="0" strike="noStrike" spc="-1">
              <a:solidFill>
                <a:srgbClr val="000000"/>
              </a:solidFill>
              <a:latin typeface="Arial" panose="020B0604020202090204"/>
            </a:endParaRPr>
          </a:p>
          <a:p>
            <a:pPr marL="742950" lvl="1" indent="-285750" algn="just">
              <a:lnSpc>
                <a:spcPct val="100000"/>
              </a:lnSpc>
              <a:spcBef>
                <a:spcPts val="630"/>
              </a:spcBef>
              <a:buClr>
                <a:srgbClr val="CC6600"/>
              </a:buClr>
              <a:buFont typeface="Arial" panose="020B0604020202090204"/>
              <a:buChar char="●"/>
              <a:tabLst>
                <a:tab pos="0" algn="l"/>
              </a:tabLst>
            </a:pPr>
            <a:r>
              <a:rPr lang="en-US" sz="1800" b="0" strike="noStrike" spc="-1">
                <a:solidFill>
                  <a:schemeClr val="dk1"/>
                </a:solidFill>
                <a:latin typeface="Helvetica Neue" panose="02000503000000020004"/>
                <a:ea typeface="Helvetica Neue" panose="02000503000000020004"/>
              </a:rPr>
              <a:t>Primarily fetches a command from user and executes it</a:t>
            </a:r>
            <a:endParaRPr lang="en-US" sz="1800" b="0" strike="noStrike" spc="-1">
              <a:solidFill>
                <a:srgbClr val="000000"/>
              </a:solidFill>
              <a:latin typeface="Arial" panose="020B0604020202090204"/>
            </a:endParaRPr>
          </a:p>
          <a:p>
            <a:pPr marL="457200" indent="0" algn="just">
              <a:lnSpc>
                <a:spcPct val="100000"/>
              </a:lnSpc>
              <a:spcBef>
                <a:spcPts val="630"/>
              </a:spcBef>
              <a:buNone/>
              <a:tabLst>
                <a:tab pos="0" algn="l"/>
              </a:tabLst>
            </a:pPr>
            <a:endParaRPr lang="en-US" sz="1800" b="0" strike="noStrike" spc="-1">
              <a:solidFill>
                <a:srgbClr val="000000"/>
              </a:solidFill>
              <a:latin typeface="Arial" panose="020B0604020202090204"/>
            </a:endParaRPr>
          </a:p>
          <a:p>
            <a:pPr marL="742950" lvl="1" indent="-285750" algn="just">
              <a:lnSpc>
                <a:spcPct val="100000"/>
              </a:lnSpc>
              <a:spcBef>
                <a:spcPts val="630"/>
              </a:spcBef>
              <a:buClr>
                <a:srgbClr val="CC6600"/>
              </a:buClr>
              <a:buFont typeface="Arial" panose="020B0604020202090204"/>
              <a:buChar char="●"/>
              <a:tabLst>
                <a:tab pos="0" algn="l"/>
              </a:tabLst>
            </a:pPr>
            <a:r>
              <a:rPr lang="en-US" sz="1800" b="0" strike="noStrike" spc="-1">
                <a:solidFill>
                  <a:schemeClr val="dk1"/>
                </a:solidFill>
                <a:latin typeface="Helvetica Neue" panose="02000503000000020004"/>
                <a:ea typeface="Helvetica Neue" panose="02000503000000020004"/>
              </a:rPr>
              <a:t>Sometimes commands built-in, sometimes just names of programs</a:t>
            </a:r>
            <a:endParaRPr lang="en-US" sz="1800" b="0" strike="noStrike" spc="-1">
              <a:solidFill>
                <a:srgbClr val="000000"/>
              </a:solidFill>
              <a:latin typeface="Arial" panose="020B0604020202090204"/>
            </a:endParaRPr>
          </a:p>
          <a:p>
            <a:pPr marL="1143000" lvl="2" indent="-285750" algn="just">
              <a:lnSpc>
                <a:spcPct val="100000"/>
              </a:lnSpc>
              <a:spcBef>
                <a:spcPts val="630"/>
              </a:spcBef>
              <a:buClr>
                <a:srgbClr val="009900"/>
              </a:buClr>
              <a:buFont typeface="Noto Sans Symbols"/>
              <a:buChar char="❑"/>
              <a:tabLst>
                <a:tab pos="0" algn="l"/>
              </a:tabLst>
            </a:pPr>
            <a:r>
              <a:rPr lang="en-US" sz="1800" b="0" strike="noStrike" spc="-1">
                <a:solidFill>
                  <a:schemeClr val="dk1"/>
                </a:solidFill>
                <a:latin typeface="Helvetica Neue" panose="02000503000000020004"/>
                <a:ea typeface="Helvetica Neue" panose="02000503000000020004"/>
              </a:rPr>
              <a:t>If the latter, adding new features doesn’t require shell modification</a:t>
            </a:r>
            <a:endParaRPr lang="en-US" sz="1800" b="0" strike="noStrike" spc="-1">
              <a:solidFill>
                <a:srgbClr val="000000"/>
              </a:solidFill>
              <a:latin typeface="Arial" panose="020B0604020202090204"/>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8" name="PlaceHolder 1"/>
          <p:cNvSpPr>
            <a:spLocks noGrp="1"/>
          </p:cNvSpPr>
          <p:nvPr>
            <p:ph type="title"/>
          </p:nvPr>
        </p:nvSpPr>
        <p:spPr>
          <a:xfrm>
            <a:off x="0" y="131400"/>
            <a:ext cx="8228520" cy="575280"/>
          </a:xfrm>
          <a:prstGeom prst="rect">
            <a:avLst/>
          </a:prstGeom>
          <a:noFill/>
          <a:ln w="0">
            <a:noFill/>
          </a:ln>
        </p:spPr>
        <p:txBody>
          <a:bodyPr lIns="90000" tIns="45000" rIns="90000" bIns="45000" anchor="b">
            <a:noAutofit/>
          </a:bodyPr>
          <a:lstStyle/>
          <a:p>
            <a:pPr indent="0">
              <a:lnSpc>
                <a:spcPct val="100000"/>
              </a:lnSpc>
              <a:buNone/>
              <a:tabLst>
                <a:tab pos="0" algn="l"/>
              </a:tabLst>
            </a:pPr>
            <a:r>
              <a:rPr lang="en-US" sz="3000" b="1" strike="noStrike" spc="-1">
                <a:solidFill>
                  <a:srgbClr val="00B0F0"/>
                </a:solidFill>
                <a:latin typeface="Arial" panose="020B0604020202090204"/>
                <a:ea typeface="Arial" panose="020B0604020202090204"/>
              </a:rPr>
              <a:t>User Operating System Interface - GUI</a:t>
            </a:r>
            <a:endParaRPr lang="en-US" sz="3000" b="0" strike="noStrike" spc="-1">
              <a:solidFill>
                <a:srgbClr val="000000"/>
              </a:solidFill>
              <a:latin typeface="Arial" panose="020B0604020202090204"/>
            </a:endParaRPr>
          </a:p>
        </p:txBody>
      </p:sp>
      <p:sp>
        <p:nvSpPr>
          <p:cNvPr id="289" name="PlaceHolder 2"/>
          <p:cNvSpPr>
            <a:spLocks noGrp="1"/>
          </p:cNvSpPr>
          <p:nvPr>
            <p:ph/>
          </p:nvPr>
        </p:nvSpPr>
        <p:spPr>
          <a:xfrm>
            <a:off x="323280" y="1071000"/>
            <a:ext cx="8607240" cy="4529520"/>
          </a:xfrm>
          <a:prstGeom prst="rect">
            <a:avLst/>
          </a:prstGeom>
          <a:noFill/>
          <a:ln w="0">
            <a:noFill/>
          </a:ln>
        </p:spPr>
        <p:txBody>
          <a:bodyPr lIns="90000" tIns="45000" rIns="90000" bIns="45000" anchor="t">
            <a:noAutofit/>
          </a:bodyPr>
          <a:lstStyle/>
          <a:p>
            <a:pPr marL="342900" indent="-342900">
              <a:lnSpc>
                <a:spcPct val="100000"/>
              </a:lnSpc>
              <a:spcBef>
                <a:spcPts val="1000"/>
              </a:spcBef>
              <a:buClr>
                <a:srgbClr val="993300"/>
              </a:buClr>
              <a:buFont typeface="Arial" panose="020B0604020202090204"/>
              <a:buChar char="●"/>
            </a:pPr>
            <a:r>
              <a:rPr lang="en-US" sz="1800" b="0" strike="noStrike" spc="-1">
                <a:solidFill>
                  <a:schemeClr val="dk1"/>
                </a:solidFill>
                <a:latin typeface="Helvetica Neue" panose="02000503000000020004"/>
                <a:ea typeface="Helvetica Neue" panose="02000503000000020004"/>
              </a:rPr>
              <a:t>User-friendly </a:t>
            </a:r>
            <a:r>
              <a:rPr lang="en-US" sz="1800" b="1" strike="noStrike" spc="-1">
                <a:solidFill>
                  <a:srgbClr val="3366FF"/>
                </a:solidFill>
                <a:latin typeface="Helvetica Neue" panose="02000503000000020004"/>
                <a:ea typeface="Helvetica Neue" panose="02000503000000020004"/>
              </a:rPr>
              <a:t>desktop</a:t>
            </a:r>
            <a:r>
              <a:rPr lang="en-US" sz="1800" b="0" strike="noStrike" spc="-1">
                <a:solidFill>
                  <a:schemeClr val="dk1"/>
                </a:solidFill>
                <a:latin typeface="Helvetica Neue" panose="02000503000000020004"/>
                <a:ea typeface="Helvetica Neue" panose="02000503000000020004"/>
              </a:rPr>
              <a:t> metaphor interface</a:t>
            </a:r>
            <a:endParaRPr lang="en-US" sz="1800" b="0" strike="noStrike" spc="-1">
              <a:solidFill>
                <a:srgbClr val="000000"/>
              </a:solidFill>
              <a:latin typeface="Arial" panose="020B0604020202090204"/>
            </a:endParaRPr>
          </a:p>
          <a:p>
            <a:pPr marL="742950" lvl="1" indent="-285750">
              <a:lnSpc>
                <a:spcPct val="100000"/>
              </a:lnSpc>
              <a:spcBef>
                <a:spcPts val="630"/>
              </a:spcBef>
              <a:buClr>
                <a:srgbClr val="CC6600"/>
              </a:buClr>
              <a:buFont typeface="Arial" panose="020B0604020202090204"/>
              <a:buChar char="●"/>
            </a:pPr>
            <a:r>
              <a:rPr lang="en-US" sz="1800" b="0" strike="noStrike" spc="-1">
                <a:solidFill>
                  <a:schemeClr val="dk1"/>
                </a:solidFill>
                <a:latin typeface="Helvetica Neue" panose="02000503000000020004"/>
                <a:ea typeface="Helvetica Neue" panose="02000503000000020004"/>
              </a:rPr>
              <a:t>Usually mouse, keyboard, and monitor</a:t>
            </a:r>
            <a:endParaRPr lang="en-US" sz="1800" b="0" strike="noStrike" spc="-1">
              <a:solidFill>
                <a:srgbClr val="000000"/>
              </a:solidFill>
              <a:latin typeface="Arial" panose="020B0604020202090204"/>
            </a:endParaRPr>
          </a:p>
          <a:p>
            <a:pPr marL="742950" lvl="1" indent="-285750">
              <a:lnSpc>
                <a:spcPct val="100000"/>
              </a:lnSpc>
              <a:spcBef>
                <a:spcPts val="630"/>
              </a:spcBef>
              <a:buClr>
                <a:srgbClr val="CC6600"/>
              </a:buClr>
              <a:buFont typeface="Arial" panose="020B0604020202090204"/>
              <a:buChar char="●"/>
            </a:pPr>
            <a:r>
              <a:rPr lang="en-US" sz="1800" b="1" strike="noStrike" spc="-1">
                <a:solidFill>
                  <a:srgbClr val="3366FF"/>
                </a:solidFill>
                <a:latin typeface="Helvetica Neue" panose="02000503000000020004"/>
                <a:ea typeface="Helvetica Neue" panose="02000503000000020004"/>
              </a:rPr>
              <a:t>Icons</a:t>
            </a:r>
            <a:r>
              <a:rPr lang="en-US" sz="1800" b="0" strike="noStrike" spc="-1">
                <a:solidFill>
                  <a:schemeClr val="dk1"/>
                </a:solidFill>
                <a:latin typeface="Helvetica Neue" panose="02000503000000020004"/>
                <a:ea typeface="Helvetica Neue" panose="02000503000000020004"/>
              </a:rPr>
              <a:t> represent files, programs, actions, etc</a:t>
            </a:r>
            <a:endParaRPr lang="en-US" sz="1800" b="0" strike="noStrike" spc="-1">
              <a:solidFill>
                <a:srgbClr val="000000"/>
              </a:solidFill>
              <a:latin typeface="Arial" panose="020B0604020202090204"/>
            </a:endParaRPr>
          </a:p>
          <a:p>
            <a:pPr marL="742950" lvl="1" indent="-285750">
              <a:lnSpc>
                <a:spcPct val="100000"/>
              </a:lnSpc>
              <a:spcBef>
                <a:spcPts val="630"/>
              </a:spcBef>
              <a:buClr>
                <a:srgbClr val="CC6600"/>
              </a:buClr>
              <a:buFont typeface="Arial" panose="020B0604020202090204"/>
              <a:buChar char="●"/>
            </a:pPr>
            <a:r>
              <a:rPr lang="en-US" sz="1800" b="0" strike="noStrike" spc="-1">
                <a:solidFill>
                  <a:schemeClr val="dk1"/>
                </a:solidFill>
                <a:latin typeface="Helvetica Neue" panose="02000503000000020004"/>
                <a:ea typeface="Helvetica Neue" panose="02000503000000020004"/>
              </a:rPr>
              <a:t>Various mouse buttons over objects in the interface cause various actions (provide information, options, execute function, open directory (known as a </a:t>
            </a:r>
            <a:r>
              <a:rPr lang="en-US" sz="1800" b="1" strike="noStrike" spc="-1">
                <a:solidFill>
                  <a:srgbClr val="3366FF"/>
                </a:solidFill>
                <a:latin typeface="Helvetica Neue" panose="02000503000000020004"/>
                <a:ea typeface="Helvetica Neue" panose="02000503000000020004"/>
              </a:rPr>
              <a:t>folder</a:t>
            </a:r>
            <a:r>
              <a:rPr lang="en-US" sz="1800" b="0" strike="noStrike" spc="-1">
                <a:solidFill>
                  <a:schemeClr val="dk1"/>
                </a:solidFill>
                <a:latin typeface="Helvetica Neue" panose="02000503000000020004"/>
                <a:ea typeface="Helvetica Neue" panose="02000503000000020004"/>
              </a:rPr>
              <a:t>)</a:t>
            </a:r>
            <a:endParaRPr lang="en-US" sz="1800" b="0" strike="noStrike" spc="-1">
              <a:solidFill>
                <a:srgbClr val="000000"/>
              </a:solidFill>
              <a:latin typeface="Arial" panose="020B0604020202090204"/>
            </a:endParaRPr>
          </a:p>
          <a:p>
            <a:pPr marL="742950" lvl="1" indent="-285750">
              <a:lnSpc>
                <a:spcPct val="100000"/>
              </a:lnSpc>
              <a:spcBef>
                <a:spcPts val="630"/>
              </a:spcBef>
              <a:buClr>
                <a:srgbClr val="CC6600"/>
              </a:buClr>
              <a:buFont typeface="Arial" panose="020B0604020202090204"/>
              <a:buChar char="●"/>
            </a:pPr>
            <a:r>
              <a:rPr lang="en-US" sz="1800" b="0" strike="noStrike" spc="-1">
                <a:solidFill>
                  <a:schemeClr val="dk1"/>
                </a:solidFill>
                <a:latin typeface="Helvetica Neue" panose="02000503000000020004"/>
                <a:ea typeface="Helvetica Neue" panose="02000503000000020004"/>
              </a:rPr>
              <a:t>Invented at Xerox PARC</a:t>
            </a:r>
            <a:endParaRPr lang="en-US" sz="1800" b="0" strike="noStrike" spc="-1">
              <a:solidFill>
                <a:srgbClr val="000000"/>
              </a:solidFill>
              <a:latin typeface="Arial" panose="020B0604020202090204"/>
            </a:endParaRPr>
          </a:p>
          <a:p>
            <a:pPr marL="457200" indent="0">
              <a:lnSpc>
                <a:spcPct val="100000"/>
              </a:lnSpc>
              <a:spcBef>
                <a:spcPts val="630"/>
              </a:spcBef>
              <a:buNone/>
              <a:tabLst>
                <a:tab pos="0" algn="l"/>
              </a:tabLst>
            </a:pPr>
            <a:endParaRPr lang="en-US" sz="2800" b="0" strike="noStrike" spc="-1">
              <a:solidFill>
                <a:srgbClr val="000000"/>
              </a:solidFill>
              <a:latin typeface="Arial" panose="020B0604020202090204"/>
            </a:endParaRPr>
          </a:p>
          <a:p>
            <a:pPr marL="342900" indent="-342900">
              <a:lnSpc>
                <a:spcPct val="100000"/>
              </a:lnSpc>
              <a:spcBef>
                <a:spcPts val="630"/>
              </a:spcBef>
              <a:buClr>
                <a:srgbClr val="993300"/>
              </a:buClr>
              <a:buFont typeface="Arial" panose="020B0604020202090204"/>
              <a:buChar char="●"/>
              <a:tabLst>
                <a:tab pos="0" algn="l"/>
              </a:tabLst>
            </a:pPr>
            <a:r>
              <a:rPr lang="en-US" sz="1800" b="0" strike="noStrike" spc="-1">
                <a:solidFill>
                  <a:schemeClr val="dk1"/>
                </a:solidFill>
                <a:latin typeface="Helvetica Neue" panose="02000503000000020004"/>
                <a:ea typeface="Helvetica Neue" panose="02000503000000020004"/>
              </a:rPr>
              <a:t>Many systems now include both CLI and GUI interfaces</a:t>
            </a:r>
            <a:endParaRPr lang="en-US" sz="1800" b="0" strike="noStrike" spc="-1">
              <a:solidFill>
                <a:srgbClr val="000000"/>
              </a:solidFill>
              <a:latin typeface="Arial" panose="020B0604020202090204"/>
            </a:endParaRPr>
          </a:p>
          <a:p>
            <a:pPr marL="742950" lvl="1" indent="-285750">
              <a:lnSpc>
                <a:spcPct val="100000"/>
              </a:lnSpc>
              <a:spcBef>
                <a:spcPts val="630"/>
              </a:spcBef>
              <a:buClr>
                <a:srgbClr val="CC6600"/>
              </a:buClr>
              <a:buFont typeface="Arial" panose="020B0604020202090204"/>
              <a:buChar char="●"/>
              <a:tabLst>
                <a:tab pos="0" algn="l"/>
              </a:tabLst>
            </a:pPr>
            <a:r>
              <a:rPr lang="en-US" sz="1800" b="0" strike="noStrike" spc="-1">
                <a:solidFill>
                  <a:schemeClr val="dk1"/>
                </a:solidFill>
                <a:latin typeface="Helvetica Neue" panose="02000503000000020004"/>
                <a:ea typeface="Helvetica Neue" panose="02000503000000020004"/>
              </a:rPr>
              <a:t>Microsoft Windows is GUI with CLI “command” shell</a:t>
            </a:r>
            <a:endParaRPr lang="en-US" sz="1800" b="0" strike="noStrike" spc="-1">
              <a:solidFill>
                <a:srgbClr val="000000"/>
              </a:solidFill>
              <a:latin typeface="Arial" panose="020B0604020202090204"/>
            </a:endParaRPr>
          </a:p>
          <a:p>
            <a:pPr marL="742950" lvl="1" indent="-285750">
              <a:lnSpc>
                <a:spcPct val="100000"/>
              </a:lnSpc>
              <a:spcBef>
                <a:spcPts val="630"/>
              </a:spcBef>
              <a:buClr>
                <a:srgbClr val="CC6600"/>
              </a:buClr>
              <a:buFont typeface="Arial" panose="020B0604020202090204"/>
              <a:buChar char="●"/>
              <a:tabLst>
                <a:tab pos="0" algn="l"/>
              </a:tabLst>
            </a:pPr>
            <a:r>
              <a:rPr lang="en-US" sz="1800" b="0" strike="noStrike" spc="-1">
                <a:solidFill>
                  <a:schemeClr val="dk1"/>
                </a:solidFill>
                <a:latin typeface="Helvetica Neue" panose="02000503000000020004"/>
                <a:ea typeface="Helvetica Neue" panose="02000503000000020004"/>
              </a:rPr>
              <a:t>Apple Mac OS X is “Aqua” GUI interface with UNIX kernel underneath and shells available</a:t>
            </a:r>
            <a:endParaRPr lang="en-US" sz="1800" b="0" strike="noStrike" spc="-1">
              <a:solidFill>
                <a:srgbClr val="000000"/>
              </a:solidFill>
              <a:latin typeface="Arial" panose="020B0604020202090204"/>
            </a:endParaRPr>
          </a:p>
          <a:p>
            <a:pPr marL="742950" lvl="1" indent="-285750">
              <a:lnSpc>
                <a:spcPct val="100000"/>
              </a:lnSpc>
              <a:spcBef>
                <a:spcPts val="630"/>
              </a:spcBef>
              <a:buClr>
                <a:srgbClr val="CC6600"/>
              </a:buClr>
              <a:buFont typeface="Arial" panose="020B0604020202090204"/>
              <a:buChar char="●"/>
              <a:tabLst>
                <a:tab pos="0" algn="l"/>
              </a:tabLst>
            </a:pPr>
            <a:r>
              <a:rPr lang="en-US" sz="1800" b="0" strike="noStrike" spc="-1">
                <a:solidFill>
                  <a:schemeClr val="dk1"/>
                </a:solidFill>
                <a:latin typeface="Helvetica Neue" panose="02000503000000020004"/>
                <a:ea typeface="Helvetica Neue" panose="02000503000000020004"/>
              </a:rPr>
              <a:t>Unix and Linux have CLI with optional GUI interfaces (CDE, KDE, GNOME)</a:t>
            </a:r>
            <a:endParaRPr lang="en-US" sz="1800" b="0" strike="noStrike" spc="-1">
              <a:solidFill>
                <a:srgbClr val="000000"/>
              </a:solidFill>
              <a:latin typeface="Arial" panose="020B0604020202090204"/>
            </a:endParaRPr>
          </a:p>
          <a:p>
            <a:pPr marL="342900" indent="0">
              <a:lnSpc>
                <a:spcPct val="100000"/>
              </a:lnSpc>
              <a:spcBef>
                <a:spcPts val="630"/>
              </a:spcBef>
              <a:buNone/>
              <a:tabLst>
                <a:tab pos="0" algn="l"/>
              </a:tabLst>
            </a:pPr>
            <a:endParaRPr lang="en-US" sz="1800" b="0" strike="noStrike" spc="-1">
              <a:solidFill>
                <a:srgbClr val="000000"/>
              </a:solidFill>
              <a:latin typeface="Arial" panose="020B0604020202090204"/>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0" name="PlaceHolder 1"/>
          <p:cNvSpPr>
            <a:spLocks noGrp="1"/>
          </p:cNvSpPr>
          <p:nvPr>
            <p:ph type="title"/>
          </p:nvPr>
        </p:nvSpPr>
        <p:spPr>
          <a:xfrm>
            <a:off x="0" y="145440"/>
            <a:ext cx="8228520" cy="575280"/>
          </a:xfrm>
          <a:prstGeom prst="rect">
            <a:avLst/>
          </a:prstGeom>
          <a:noFill/>
          <a:ln w="0">
            <a:noFill/>
          </a:ln>
        </p:spPr>
        <p:txBody>
          <a:bodyPr lIns="90000" tIns="45000" rIns="90000" bIns="45000" anchor="b">
            <a:noAutofit/>
          </a:bodyPr>
          <a:lstStyle/>
          <a:p>
            <a:pPr indent="0">
              <a:lnSpc>
                <a:spcPct val="100000"/>
              </a:lnSpc>
              <a:buNone/>
              <a:tabLst>
                <a:tab pos="0" algn="l"/>
              </a:tabLst>
            </a:pPr>
            <a:r>
              <a:rPr lang="en-US" sz="3000" b="1" strike="noStrike" spc="-1">
                <a:solidFill>
                  <a:srgbClr val="006699"/>
                </a:solidFill>
                <a:latin typeface="Arial" panose="020B0604020202090204"/>
                <a:ea typeface="Arial" panose="020B0604020202090204"/>
              </a:rPr>
              <a:t>Touchscreen Interfaces</a:t>
            </a:r>
            <a:endParaRPr lang="en-US" sz="3000" b="0" strike="noStrike" spc="-1">
              <a:solidFill>
                <a:srgbClr val="000000"/>
              </a:solidFill>
              <a:latin typeface="Arial" panose="020B0604020202090204"/>
            </a:endParaRPr>
          </a:p>
        </p:txBody>
      </p:sp>
      <p:sp>
        <p:nvSpPr>
          <p:cNvPr id="291" name="PlaceHolder 2"/>
          <p:cNvSpPr>
            <a:spLocks noGrp="1"/>
          </p:cNvSpPr>
          <p:nvPr>
            <p:ph/>
          </p:nvPr>
        </p:nvSpPr>
        <p:spPr>
          <a:xfrm>
            <a:off x="351000" y="1233360"/>
            <a:ext cx="4575600" cy="4529520"/>
          </a:xfrm>
          <a:prstGeom prst="rect">
            <a:avLst/>
          </a:prstGeom>
          <a:noFill/>
          <a:ln w="0">
            <a:noFill/>
          </a:ln>
        </p:spPr>
        <p:txBody>
          <a:bodyPr lIns="90000" tIns="45000" rIns="90000" bIns="45000" anchor="t">
            <a:noAutofit/>
          </a:bodyPr>
          <a:lstStyle/>
          <a:p>
            <a:pPr marL="342900" indent="-342900" algn="just">
              <a:lnSpc>
                <a:spcPct val="100000"/>
              </a:lnSpc>
              <a:spcBef>
                <a:spcPts val="1000"/>
              </a:spcBef>
              <a:buClr>
                <a:srgbClr val="993300"/>
              </a:buClr>
              <a:buFont typeface="Arial" panose="020B0604020202090204"/>
              <a:buChar char="●"/>
            </a:pPr>
            <a:r>
              <a:rPr lang="en-US" sz="1800" b="0" strike="noStrike" spc="-1">
                <a:solidFill>
                  <a:schemeClr val="dk1"/>
                </a:solidFill>
                <a:latin typeface="Helvetica Neue" panose="02000503000000020004"/>
                <a:ea typeface="Helvetica Neue" panose="02000503000000020004"/>
              </a:rPr>
              <a:t>Touchscreen devices require new interfaces</a:t>
            </a:r>
            <a:endParaRPr lang="en-US" sz="1800" b="0" strike="noStrike" spc="-1">
              <a:solidFill>
                <a:srgbClr val="000000"/>
              </a:solidFill>
              <a:latin typeface="Arial" panose="020B0604020202090204"/>
            </a:endParaRPr>
          </a:p>
          <a:p>
            <a:pPr marL="742950" lvl="1" indent="-285750" algn="just">
              <a:lnSpc>
                <a:spcPct val="100000"/>
              </a:lnSpc>
              <a:spcBef>
                <a:spcPts val="560"/>
              </a:spcBef>
              <a:buClr>
                <a:srgbClr val="CC6600"/>
              </a:buClr>
              <a:buFont typeface="Arial" panose="020B0604020202090204"/>
              <a:buChar char="●"/>
            </a:pPr>
            <a:r>
              <a:rPr lang="en-US" sz="1800" b="0" strike="noStrike" spc="-1">
                <a:solidFill>
                  <a:schemeClr val="dk1"/>
                </a:solidFill>
                <a:latin typeface="Helvetica Neue" panose="02000503000000020004"/>
                <a:ea typeface="Helvetica Neue" panose="02000503000000020004"/>
              </a:rPr>
              <a:t>Mouse not possible or not desired</a:t>
            </a:r>
            <a:endParaRPr lang="en-US" sz="1800" b="0" strike="noStrike" spc="-1">
              <a:solidFill>
                <a:srgbClr val="000000"/>
              </a:solidFill>
              <a:latin typeface="Arial" panose="020B0604020202090204"/>
            </a:endParaRPr>
          </a:p>
          <a:p>
            <a:pPr marL="742950" lvl="1" indent="-285750" algn="just">
              <a:lnSpc>
                <a:spcPct val="100000"/>
              </a:lnSpc>
              <a:spcBef>
                <a:spcPts val="560"/>
              </a:spcBef>
              <a:buClr>
                <a:srgbClr val="CC6600"/>
              </a:buClr>
              <a:buFont typeface="Arial" panose="020B0604020202090204"/>
              <a:buChar char="●"/>
            </a:pPr>
            <a:r>
              <a:rPr lang="en-US" sz="1800" b="0" strike="noStrike" spc="-1">
                <a:solidFill>
                  <a:schemeClr val="dk1"/>
                </a:solidFill>
                <a:latin typeface="Helvetica Neue" panose="02000503000000020004"/>
                <a:ea typeface="Helvetica Neue" panose="02000503000000020004"/>
              </a:rPr>
              <a:t>Actions and selection based on gestures</a:t>
            </a:r>
            <a:endParaRPr lang="en-US" sz="1800" b="0" strike="noStrike" spc="-1">
              <a:solidFill>
                <a:srgbClr val="000000"/>
              </a:solidFill>
              <a:latin typeface="Arial" panose="020B0604020202090204"/>
            </a:endParaRPr>
          </a:p>
          <a:p>
            <a:pPr marL="742950" lvl="1" indent="-285750" algn="just">
              <a:lnSpc>
                <a:spcPct val="100000"/>
              </a:lnSpc>
              <a:spcBef>
                <a:spcPts val="560"/>
              </a:spcBef>
              <a:buClr>
                <a:srgbClr val="CC6600"/>
              </a:buClr>
              <a:buFont typeface="Arial" panose="020B0604020202090204"/>
              <a:buChar char="●"/>
            </a:pPr>
            <a:r>
              <a:rPr lang="en-US" sz="1800" b="0" strike="noStrike" spc="-1">
                <a:solidFill>
                  <a:schemeClr val="dk1"/>
                </a:solidFill>
                <a:latin typeface="Helvetica Neue" panose="02000503000000020004"/>
                <a:ea typeface="Helvetica Neue" panose="02000503000000020004"/>
              </a:rPr>
              <a:t>Virtual keyboard for text entry</a:t>
            </a:r>
            <a:endParaRPr lang="en-US" sz="1800" b="0" strike="noStrike" spc="-1">
              <a:solidFill>
                <a:srgbClr val="000000"/>
              </a:solidFill>
              <a:latin typeface="Arial" panose="020B0604020202090204"/>
            </a:endParaRPr>
          </a:p>
          <a:p>
            <a:pPr marL="342900" indent="-342900" algn="just">
              <a:lnSpc>
                <a:spcPct val="100000"/>
              </a:lnSpc>
              <a:spcBef>
                <a:spcPts val="560"/>
              </a:spcBef>
              <a:buClr>
                <a:srgbClr val="993300"/>
              </a:buClr>
              <a:buFont typeface="Arial" panose="020B0604020202090204"/>
              <a:buChar char="●"/>
            </a:pPr>
            <a:r>
              <a:rPr lang="en-US" sz="1800" b="0" strike="noStrike" spc="-1">
                <a:solidFill>
                  <a:schemeClr val="dk1"/>
                </a:solidFill>
                <a:latin typeface="Helvetica Neue" panose="02000503000000020004"/>
                <a:ea typeface="Helvetica Neue" panose="02000503000000020004"/>
              </a:rPr>
              <a:t>Voice commands.</a:t>
            </a:r>
            <a:endParaRPr lang="en-US" sz="1800" b="0" strike="noStrike" spc="-1">
              <a:solidFill>
                <a:srgbClr val="000000"/>
              </a:solidFill>
              <a:latin typeface="Arial" panose="020B0604020202090204"/>
            </a:endParaRPr>
          </a:p>
          <a:p>
            <a:pPr marL="342900" indent="0">
              <a:lnSpc>
                <a:spcPct val="100000"/>
              </a:lnSpc>
              <a:spcBef>
                <a:spcPts val="630"/>
              </a:spcBef>
              <a:buNone/>
              <a:tabLst>
                <a:tab pos="0" algn="l"/>
              </a:tabLst>
            </a:pPr>
            <a:endParaRPr lang="en-US" sz="1800" b="0" strike="noStrike" spc="-1">
              <a:solidFill>
                <a:srgbClr val="000000"/>
              </a:solidFill>
              <a:latin typeface="Arial" panose="020B0604020202090204"/>
            </a:endParaRPr>
          </a:p>
          <a:p>
            <a:pPr marL="342900" indent="0">
              <a:lnSpc>
                <a:spcPct val="100000"/>
              </a:lnSpc>
              <a:spcBef>
                <a:spcPts val="630"/>
              </a:spcBef>
              <a:buNone/>
              <a:tabLst>
                <a:tab pos="0" algn="l"/>
              </a:tabLst>
            </a:pPr>
            <a:endParaRPr lang="en-US" sz="1800" b="0" strike="noStrike" spc="-1">
              <a:solidFill>
                <a:srgbClr val="000000"/>
              </a:solidFill>
              <a:latin typeface="Arial" panose="020B0604020202090204"/>
            </a:endParaRPr>
          </a:p>
        </p:txBody>
      </p:sp>
      <p:pic>
        <p:nvPicPr>
          <p:cNvPr id="292" name="Google Shape;102;p 2" descr="ipad.pdf"/>
          <p:cNvPicPr/>
          <p:nvPr/>
        </p:nvPicPr>
        <p:blipFill>
          <a:blip r:embed="rId3"/>
          <a:stretch>
            <a:fillRect/>
          </a:stretch>
        </p:blipFill>
        <p:spPr>
          <a:xfrm>
            <a:off x="5148720" y="1204200"/>
            <a:ext cx="3440520" cy="4588560"/>
          </a:xfrm>
          <a:prstGeom prst="rect">
            <a:avLst/>
          </a:prstGeom>
          <a:ln w="0">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3" name="PlaceHolder 1"/>
          <p:cNvSpPr>
            <a:spLocks noGrp="1"/>
          </p:cNvSpPr>
          <p:nvPr>
            <p:ph type="title"/>
          </p:nvPr>
        </p:nvSpPr>
        <p:spPr>
          <a:xfrm>
            <a:off x="171000" y="96840"/>
            <a:ext cx="8228520" cy="575280"/>
          </a:xfrm>
          <a:prstGeom prst="rect">
            <a:avLst/>
          </a:prstGeom>
          <a:noFill/>
          <a:ln w="0">
            <a:noFill/>
          </a:ln>
        </p:spPr>
        <p:txBody>
          <a:bodyPr lIns="90000" tIns="45000" rIns="90000" bIns="45000" anchor="b">
            <a:noAutofit/>
          </a:bodyPr>
          <a:lstStyle/>
          <a:p>
            <a:pPr indent="0">
              <a:lnSpc>
                <a:spcPct val="100000"/>
              </a:lnSpc>
              <a:buNone/>
              <a:tabLst>
                <a:tab pos="0" algn="l"/>
              </a:tabLst>
            </a:pPr>
            <a:r>
              <a:rPr lang="en-US" sz="3200" b="1" strike="noStrike" spc="-1">
                <a:solidFill>
                  <a:srgbClr val="006699"/>
                </a:solidFill>
                <a:latin typeface="Arial" panose="020B0604020202090204"/>
                <a:ea typeface="Arial" panose="020B0604020202090204"/>
              </a:rPr>
              <a:t>The Mac OS X GUI</a:t>
            </a:r>
            <a:endParaRPr lang="en-US" sz="3200" b="0" strike="noStrike" spc="-1">
              <a:solidFill>
                <a:srgbClr val="000000"/>
              </a:solidFill>
              <a:latin typeface="Arial" panose="020B0604020202090204"/>
            </a:endParaRPr>
          </a:p>
        </p:txBody>
      </p:sp>
      <p:pic>
        <p:nvPicPr>
          <p:cNvPr id="294" name="Google Shape;108;p 2" descr="2"/>
          <p:cNvPicPr/>
          <p:nvPr/>
        </p:nvPicPr>
        <p:blipFill>
          <a:blip r:embed="rId2"/>
          <a:stretch>
            <a:fillRect/>
          </a:stretch>
        </p:blipFill>
        <p:spPr>
          <a:xfrm>
            <a:off x="351000" y="1053000"/>
            <a:ext cx="8468640" cy="5170680"/>
          </a:xfrm>
          <a:prstGeom prst="rect">
            <a:avLst/>
          </a:prstGeom>
          <a:ln w="0">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5" name="PlaceHolder 1"/>
          <p:cNvSpPr>
            <a:spLocks noGrp="1"/>
          </p:cNvSpPr>
          <p:nvPr>
            <p:ph type="title"/>
          </p:nvPr>
        </p:nvSpPr>
        <p:spPr>
          <a:xfrm>
            <a:off x="457200" y="155520"/>
            <a:ext cx="8228520" cy="575280"/>
          </a:xfrm>
          <a:prstGeom prst="rect">
            <a:avLst/>
          </a:prstGeom>
          <a:noFill/>
          <a:ln w="0">
            <a:noFill/>
          </a:ln>
        </p:spPr>
        <p:txBody>
          <a:bodyPr lIns="90000" tIns="45000" rIns="90000" bIns="45000" anchor="b">
            <a:noAutofit/>
          </a:bodyPr>
          <a:lstStyle/>
          <a:p>
            <a:pPr indent="0">
              <a:lnSpc>
                <a:spcPct val="100000"/>
              </a:lnSpc>
              <a:buNone/>
              <a:tabLst>
                <a:tab pos="0" algn="l"/>
              </a:tabLst>
            </a:pPr>
            <a:r>
              <a:rPr lang="en-US" sz="3200" b="1" strike="noStrike" spc="-1">
                <a:solidFill>
                  <a:srgbClr val="006699"/>
                </a:solidFill>
                <a:highlight>
                  <a:srgbClr val="A5F7FD"/>
                </a:highlight>
                <a:latin typeface="Arial" panose="020B0604020202090204"/>
                <a:ea typeface="Arial" panose="020B0604020202090204"/>
              </a:rPr>
              <a:t>System Calls</a:t>
            </a:r>
            <a:endParaRPr lang="en-US" sz="3200" b="0" strike="noStrike" spc="-1">
              <a:solidFill>
                <a:srgbClr val="000000"/>
              </a:solidFill>
              <a:latin typeface="Arial" panose="020B0604020202090204"/>
            </a:endParaRPr>
          </a:p>
        </p:txBody>
      </p:sp>
      <p:sp>
        <p:nvSpPr>
          <p:cNvPr id="296" name="PlaceHolder 2"/>
          <p:cNvSpPr>
            <a:spLocks noGrp="1"/>
          </p:cNvSpPr>
          <p:nvPr>
            <p:ph/>
          </p:nvPr>
        </p:nvSpPr>
        <p:spPr>
          <a:xfrm>
            <a:off x="120240" y="1106640"/>
            <a:ext cx="8644320" cy="2645280"/>
          </a:xfrm>
          <a:prstGeom prst="rect">
            <a:avLst/>
          </a:prstGeom>
          <a:noFill/>
          <a:ln w="0">
            <a:noFill/>
          </a:ln>
        </p:spPr>
        <p:txBody>
          <a:bodyPr lIns="90000" tIns="45000" rIns="90000" bIns="45000" anchor="t">
            <a:noAutofit/>
          </a:bodyPr>
          <a:lstStyle/>
          <a:p>
            <a:pPr marL="342900" indent="-342900" algn="just">
              <a:lnSpc>
                <a:spcPct val="90000"/>
              </a:lnSpc>
              <a:spcBef>
                <a:spcPts val="1000"/>
              </a:spcBef>
              <a:buClr>
                <a:srgbClr val="993300"/>
              </a:buClr>
              <a:buFont typeface="Arial" panose="020B0604020202090204"/>
              <a:buChar char="●"/>
            </a:pPr>
            <a:r>
              <a:rPr lang="en-US" sz="1800" b="0" strike="noStrike" spc="-1">
                <a:solidFill>
                  <a:schemeClr val="dk1"/>
                </a:solidFill>
                <a:latin typeface="Arial" panose="020B0604020202090204"/>
                <a:ea typeface="Arial" panose="020B0604020202090204"/>
              </a:rPr>
              <a:t>Programming interface to the services provided by the OS</a:t>
            </a:r>
            <a:endParaRPr lang="en-US" sz="1800" b="0" strike="noStrike" spc="-1">
              <a:solidFill>
                <a:srgbClr val="000000"/>
              </a:solidFill>
              <a:latin typeface="Arial" panose="020B0604020202090204"/>
            </a:endParaRPr>
          </a:p>
          <a:p>
            <a:pPr marL="228600" indent="0" algn="just">
              <a:lnSpc>
                <a:spcPct val="90000"/>
              </a:lnSpc>
              <a:spcBef>
                <a:spcPts val="1000"/>
              </a:spcBef>
              <a:buNone/>
              <a:tabLst>
                <a:tab pos="0" algn="l"/>
              </a:tabLst>
            </a:pPr>
            <a:endParaRPr lang="en-US" sz="1800" b="0" strike="noStrike" spc="-1">
              <a:solidFill>
                <a:srgbClr val="000000"/>
              </a:solidFill>
              <a:latin typeface="Arial" panose="020B0604020202090204"/>
            </a:endParaRPr>
          </a:p>
          <a:p>
            <a:pPr marL="342900" indent="-342900" algn="just">
              <a:lnSpc>
                <a:spcPct val="90000"/>
              </a:lnSpc>
              <a:spcBef>
                <a:spcPts val="630"/>
              </a:spcBef>
              <a:buClr>
                <a:srgbClr val="993300"/>
              </a:buClr>
              <a:buFont typeface="Arial" panose="020B0604020202090204"/>
              <a:buChar char="●"/>
              <a:tabLst>
                <a:tab pos="0" algn="l"/>
              </a:tabLst>
            </a:pPr>
            <a:r>
              <a:rPr lang="en-US" sz="1800" b="0" strike="noStrike" spc="-1">
                <a:solidFill>
                  <a:schemeClr val="dk1"/>
                </a:solidFill>
                <a:latin typeface="Arial" panose="020B0604020202090204"/>
                <a:ea typeface="Arial" panose="020B0604020202090204"/>
              </a:rPr>
              <a:t>Typically written in a high-level language (C or C++)</a:t>
            </a:r>
            <a:endParaRPr lang="en-US" sz="1800" b="0" strike="noStrike" spc="-1">
              <a:solidFill>
                <a:srgbClr val="000000"/>
              </a:solidFill>
              <a:latin typeface="Arial" panose="020B0604020202090204"/>
            </a:endParaRPr>
          </a:p>
          <a:p>
            <a:pPr marL="228600" indent="0" algn="just">
              <a:lnSpc>
                <a:spcPct val="90000"/>
              </a:lnSpc>
              <a:spcBef>
                <a:spcPts val="630"/>
              </a:spcBef>
              <a:buNone/>
              <a:tabLst>
                <a:tab pos="0" algn="l"/>
              </a:tabLst>
            </a:pPr>
            <a:endParaRPr lang="en-US" sz="1800" b="0" strike="noStrike" spc="-1">
              <a:solidFill>
                <a:srgbClr val="000000"/>
              </a:solidFill>
              <a:latin typeface="Arial" panose="020B0604020202090204"/>
            </a:endParaRPr>
          </a:p>
          <a:p>
            <a:pPr marL="342900" indent="-342900" algn="just">
              <a:lnSpc>
                <a:spcPct val="90000"/>
              </a:lnSpc>
              <a:spcBef>
                <a:spcPts val="630"/>
              </a:spcBef>
              <a:buClr>
                <a:srgbClr val="993300"/>
              </a:buClr>
              <a:buFont typeface="Arial" panose="020B0604020202090204"/>
              <a:buChar char="●"/>
              <a:tabLst>
                <a:tab pos="0" algn="l"/>
              </a:tabLst>
            </a:pPr>
            <a:r>
              <a:rPr lang="en-US" sz="1800" b="0" strike="noStrike" spc="-1">
                <a:solidFill>
                  <a:schemeClr val="dk1"/>
                </a:solidFill>
                <a:latin typeface="Arial" panose="020B0604020202090204"/>
                <a:ea typeface="Arial" panose="020B0604020202090204"/>
              </a:rPr>
              <a:t>Mostly accessed by programs via a high-level </a:t>
            </a:r>
            <a:r>
              <a:rPr lang="en-US" sz="1800" b="1" strike="noStrike" spc="-1">
                <a:solidFill>
                  <a:srgbClr val="3366FF"/>
                </a:solidFill>
                <a:latin typeface="Arial" panose="020B0604020202090204"/>
                <a:ea typeface="Arial" panose="020B0604020202090204"/>
              </a:rPr>
              <a:t>Application Programming Interface </a:t>
            </a:r>
            <a:r>
              <a:rPr lang="en-US" sz="1800" b="1" strike="noStrike" spc="-1">
                <a:solidFill>
                  <a:srgbClr val="000000"/>
                </a:solidFill>
                <a:latin typeface="Arial" panose="020B0604020202090204"/>
                <a:ea typeface="Arial" panose="020B0604020202090204"/>
              </a:rPr>
              <a:t>(</a:t>
            </a:r>
            <a:r>
              <a:rPr lang="en-US" sz="1800" b="1" strike="noStrike" spc="-1">
                <a:solidFill>
                  <a:srgbClr val="3366FF"/>
                </a:solidFill>
                <a:latin typeface="Arial" panose="020B0604020202090204"/>
                <a:ea typeface="Arial" panose="020B0604020202090204"/>
              </a:rPr>
              <a:t>API</a:t>
            </a:r>
            <a:r>
              <a:rPr lang="en-US" sz="1800" b="1" strike="noStrike" spc="-1">
                <a:solidFill>
                  <a:srgbClr val="000000"/>
                </a:solidFill>
                <a:latin typeface="Arial" panose="020B0604020202090204"/>
                <a:ea typeface="Arial" panose="020B0604020202090204"/>
              </a:rPr>
              <a:t>)</a:t>
            </a:r>
            <a:r>
              <a:rPr lang="en-US" sz="1800" b="0" strike="noStrike" spc="-1">
                <a:solidFill>
                  <a:srgbClr val="3366FF"/>
                </a:solidFill>
                <a:latin typeface="Arial" panose="020B0604020202090204"/>
                <a:ea typeface="Arial" panose="020B0604020202090204"/>
              </a:rPr>
              <a:t> </a:t>
            </a:r>
            <a:r>
              <a:rPr lang="en-US" sz="1800" b="0" strike="noStrike" spc="-1">
                <a:solidFill>
                  <a:schemeClr val="dk1"/>
                </a:solidFill>
                <a:latin typeface="Arial" panose="020B0604020202090204"/>
                <a:ea typeface="Arial" panose="020B0604020202090204"/>
              </a:rPr>
              <a:t>rather than direct system call use</a:t>
            </a:r>
            <a:endParaRPr lang="en-US" sz="1800" b="0" strike="noStrike" spc="-1">
              <a:solidFill>
                <a:srgbClr val="000000"/>
              </a:solidFill>
              <a:latin typeface="Arial" panose="020B0604020202090204"/>
            </a:endParaRPr>
          </a:p>
          <a:p>
            <a:pPr marL="228600" indent="0" algn="just">
              <a:lnSpc>
                <a:spcPct val="90000"/>
              </a:lnSpc>
              <a:spcBef>
                <a:spcPts val="630"/>
              </a:spcBef>
              <a:buNone/>
              <a:tabLst>
                <a:tab pos="0" algn="l"/>
              </a:tabLst>
            </a:pPr>
            <a:endParaRPr lang="en-US" sz="1800" b="0" strike="noStrike" spc="-1">
              <a:solidFill>
                <a:srgbClr val="000000"/>
              </a:solidFill>
              <a:latin typeface="Arial" panose="020B0604020202090204"/>
            </a:endParaRPr>
          </a:p>
          <a:p>
            <a:pPr marL="342900" indent="-342900" algn="just">
              <a:lnSpc>
                <a:spcPct val="90000"/>
              </a:lnSpc>
              <a:spcBef>
                <a:spcPts val="630"/>
              </a:spcBef>
              <a:buClr>
                <a:srgbClr val="993300"/>
              </a:buClr>
              <a:buFont typeface="Arial" panose="020B0604020202090204"/>
              <a:buChar char="●"/>
              <a:tabLst>
                <a:tab pos="0" algn="l"/>
              </a:tabLst>
            </a:pPr>
            <a:r>
              <a:rPr lang="en-US" sz="1800" b="0" strike="noStrike" spc="-1">
                <a:solidFill>
                  <a:schemeClr val="dk1"/>
                </a:solidFill>
                <a:latin typeface="Arial" panose="020B0604020202090204"/>
                <a:ea typeface="Arial" panose="020B0604020202090204"/>
              </a:rPr>
              <a:t>Three most common APIs are Win32 API for Windows, POSIX API for POSIX-based systems (including virtually all versions of UNIX, Linux, and Mac OS X), and Java API for the Java virtual machine (JVM)</a:t>
            </a:r>
            <a:endParaRPr lang="en-US" sz="1800" b="0" strike="noStrike" spc="-1">
              <a:solidFill>
                <a:srgbClr val="000000"/>
              </a:solidFill>
              <a:latin typeface="Arial" panose="020B0604020202090204"/>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 name="PlaceHolder 1"/>
          <p:cNvSpPr>
            <a:spLocks noGrp="1"/>
          </p:cNvSpPr>
          <p:nvPr>
            <p:ph type="title"/>
          </p:nvPr>
        </p:nvSpPr>
        <p:spPr>
          <a:xfrm>
            <a:off x="457200" y="214200"/>
            <a:ext cx="8228520" cy="575280"/>
          </a:xfrm>
          <a:prstGeom prst="rect">
            <a:avLst/>
          </a:prstGeom>
          <a:noFill/>
          <a:ln w="0">
            <a:noFill/>
          </a:ln>
        </p:spPr>
        <p:txBody>
          <a:bodyPr lIns="90000" tIns="45000" rIns="90000" bIns="45000" anchor="b">
            <a:noAutofit/>
          </a:bodyPr>
          <a:lstStyle/>
          <a:p>
            <a:pPr indent="0">
              <a:lnSpc>
                <a:spcPct val="100000"/>
              </a:lnSpc>
              <a:buNone/>
              <a:tabLst>
                <a:tab pos="0" algn="l"/>
              </a:tabLst>
            </a:pPr>
            <a:r>
              <a:rPr lang="en-US" sz="3200" b="1" strike="noStrike" spc="-1">
                <a:solidFill>
                  <a:srgbClr val="006699"/>
                </a:solidFill>
                <a:latin typeface="Arial" panose="020B0604020202090204"/>
                <a:ea typeface="Arial" panose="020B0604020202090204"/>
              </a:rPr>
              <a:t>Example of System Calls</a:t>
            </a:r>
            <a:endParaRPr lang="en-US" sz="3200" b="0" strike="noStrike" spc="-1">
              <a:solidFill>
                <a:srgbClr val="000000"/>
              </a:solidFill>
              <a:latin typeface="Arial" panose="020B0604020202090204"/>
            </a:endParaRPr>
          </a:p>
        </p:txBody>
      </p:sp>
      <p:sp>
        <p:nvSpPr>
          <p:cNvPr id="298" name="PlaceHolder 2"/>
          <p:cNvSpPr>
            <a:spLocks noGrp="1"/>
          </p:cNvSpPr>
          <p:nvPr>
            <p:ph/>
          </p:nvPr>
        </p:nvSpPr>
        <p:spPr>
          <a:xfrm>
            <a:off x="457200" y="1039680"/>
            <a:ext cx="8228520" cy="4529520"/>
          </a:xfrm>
          <a:prstGeom prst="rect">
            <a:avLst/>
          </a:prstGeom>
          <a:noFill/>
          <a:ln w="0">
            <a:noFill/>
          </a:ln>
        </p:spPr>
        <p:txBody>
          <a:bodyPr lIns="90000" tIns="45000" rIns="90000" bIns="45000" anchor="t">
            <a:noAutofit/>
          </a:bodyPr>
          <a:lstStyle/>
          <a:p>
            <a:pPr marL="342900" indent="-342900">
              <a:lnSpc>
                <a:spcPct val="100000"/>
              </a:lnSpc>
              <a:spcBef>
                <a:spcPts val="1000"/>
              </a:spcBef>
              <a:buClr>
                <a:srgbClr val="993300"/>
              </a:buClr>
              <a:buFont typeface="Arial" panose="020B0604020202090204"/>
              <a:buChar char="●"/>
            </a:pPr>
            <a:r>
              <a:rPr lang="en-US" sz="1800" b="0" strike="noStrike" spc="-1">
                <a:solidFill>
                  <a:schemeClr val="dk1"/>
                </a:solidFill>
                <a:latin typeface="Helvetica Neue" panose="02000503000000020004"/>
                <a:ea typeface="Helvetica Neue" panose="02000503000000020004"/>
              </a:rPr>
              <a:t>System call sequence to copy the contents of one file to another file</a:t>
            </a:r>
            <a:endParaRPr lang="en-US" sz="1800" b="0" strike="noStrike" spc="-1">
              <a:solidFill>
                <a:srgbClr val="000000"/>
              </a:solidFill>
              <a:latin typeface="Arial" panose="020B0604020202090204"/>
            </a:endParaRPr>
          </a:p>
        </p:txBody>
      </p:sp>
      <p:pic>
        <p:nvPicPr>
          <p:cNvPr id="299" name="Google Shape;123;p 2"/>
          <p:cNvPicPr/>
          <p:nvPr/>
        </p:nvPicPr>
        <p:blipFill>
          <a:blip r:embed="rId3"/>
          <a:stretch>
            <a:fillRect/>
          </a:stretch>
        </p:blipFill>
        <p:spPr>
          <a:xfrm>
            <a:off x="457200" y="1727280"/>
            <a:ext cx="7872840" cy="4700160"/>
          </a:xfrm>
          <a:prstGeom prst="rect">
            <a:avLst/>
          </a:prstGeom>
          <a:ln w="0">
            <a:noFill/>
          </a:ln>
        </p:spPr>
      </p:pic>
      <p:cxnSp>
        <p:nvCxnSpPr>
          <p:cNvPr id="300" name="Google Shape;124;p 2"/>
          <p:cNvCxnSpPr/>
          <p:nvPr/>
        </p:nvCxnSpPr>
        <p:spPr>
          <a:xfrm>
            <a:off x="7358040" y="2022120"/>
            <a:ext cx="1080" cy="421920"/>
          </a:xfrm>
          <a:prstGeom prst="straightConnector1">
            <a:avLst/>
          </a:prstGeom>
          <a:ln w="9525">
            <a:solidFill>
              <a:srgbClr val="000000"/>
            </a:solidFill>
            <a:miter/>
          </a:ln>
        </p:spPr>
      </p:cxnSp>
      <p:cxnSp>
        <p:nvCxnSpPr>
          <p:cNvPr id="301" name="Google Shape;125;p 2"/>
          <p:cNvCxnSpPr/>
          <p:nvPr/>
        </p:nvCxnSpPr>
        <p:spPr>
          <a:xfrm>
            <a:off x="1503360" y="2012760"/>
            <a:ext cx="1080" cy="431280"/>
          </a:xfrm>
          <a:prstGeom prst="straightConnector1">
            <a:avLst/>
          </a:prstGeom>
          <a:ln w="9525">
            <a:solidFill>
              <a:srgbClr val="000000"/>
            </a:solidFill>
            <a:miter/>
          </a:ln>
        </p:spPr>
      </p:cxn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2" name="PlaceHolder 1"/>
          <p:cNvSpPr>
            <a:spLocks noGrp="1"/>
          </p:cNvSpPr>
          <p:nvPr>
            <p:ph type="title"/>
          </p:nvPr>
        </p:nvSpPr>
        <p:spPr>
          <a:xfrm>
            <a:off x="457200" y="182520"/>
            <a:ext cx="8228520" cy="575280"/>
          </a:xfrm>
          <a:prstGeom prst="rect">
            <a:avLst/>
          </a:prstGeom>
          <a:noFill/>
          <a:ln w="0">
            <a:noFill/>
          </a:ln>
        </p:spPr>
        <p:txBody>
          <a:bodyPr lIns="90000" tIns="45000" rIns="90000" bIns="45000" anchor="b">
            <a:noAutofit/>
          </a:bodyPr>
          <a:lstStyle/>
          <a:p>
            <a:pPr indent="0">
              <a:lnSpc>
                <a:spcPct val="100000"/>
              </a:lnSpc>
              <a:buNone/>
              <a:tabLst>
                <a:tab pos="0" algn="l"/>
              </a:tabLst>
            </a:pPr>
            <a:r>
              <a:rPr lang="en-US" sz="3200" b="1" strike="noStrike" spc="-1">
                <a:solidFill>
                  <a:srgbClr val="006699"/>
                </a:solidFill>
                <a:latin typeface="Arial" panose="020B0604020202090204"/>
                <a:ea typeface="Arial" panose="020B0604020202090204"/>
              </a:rPr>
              <a:t>Example of Standard API</a:t>
            </a:r>
            <a:endParaRPr lang="en-US" sz="3200" b="0" strike="noStrike" spc="-1">
              <a:solidFill>
                <a:srgbClr val="000000"/>
              </a:solidFill>
              <a:latin typeface="Arial" panose="020B0604020202090204"/>
            </a:endParaRPr>
          </a:p>
        </p:txBody>
      </p:sp>
      <p:pic>
        <p:nvPicPr>
          <p:cNvPr id="303" name="Google Shape;132;p 2" descr="Screen Shot 2012-12-01 at 12.25.00 PM.png"/>
          <p:cNvPicPr/>
          <p:nvPr/>
        </p:nvPicPr>
        <p:blipFill>
          <a:blip r:embed="rId3"/>
          <a:stretch>
            <a:fillRect/>
          </a:stretch>
        </p:blipFill>
        <p:spPr>
          <a:xfrm>
            <a:off x="623520" y="928080"/>
            <a:ext cx="7895880" cy="5526720"/>
          </a:xfrm>
          <a:prstGeom prst="rect">
            <a:avLst/>
          </a:prstGeom>
          <a:ln w="0">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4" name="PlaceHolder 1"/>
          <p:cNvSpPr>
            <a:spLocks noGrp="1"/>
          </p:cNvSpPr>
          <p:nvPr>
            <p:ph type="title"/>
          </p:nvPr>
        </p:nvSpPr>
        <p:spPr>
          <a:xfrm>
            <a:off x="473040" y="198360"/>
            <a:ext cx="8228520" cy="575280"/>
          </a:xfrm>
          <a:prstGeom prst="rect">
            <a:avLst/>
          </a:prstGeom>
          <a:noFill/>
          <a:ln w="0">
            <a:noFill/>
          </a:ln>
        </p:spPr>
        <p:txBody>
          <a:bodyPr lIns="90000" tIns="45000" rIns="90000" bIns="45000" anchor="b">
            <a:noAutofit/>
          </a:bodyPr>
          <a:lstStyle/>
          <a:p>
            <a:pPr indent="0">
              <a:lnSpc>
                <a:spcPct val="100000"/>
              </a:lnSpc>
              <a:buNone/>
              <a:tabLst>
                <a:tab pos="0" algn="l"/>
              </a:tabLst>
            </a:pPr>
            <a:r>
              <a:rPr lang="en-US" sz="3200" b="1" strike="noStrike" spc="-1">
                <a:solidFill>
                  <a:srgbClr val="006699"/>
                </a:solidFill>
                <a:latin typeface="Arial" panose="020B0604020202090204"/>
                <a:ea typeface="Arial" panose="020B0604020202090204"/>
              </a:rPr>
              <a:t>System Call Implementation</a:t>
            </a:r>
            <a:endParaRPr lang="en-US" sz="3200" b="0" strike="noStrike" spc="-1">
              <a:solidFill>
                <a:srgbClr val="000000"/>
              </a:solidFill>
              <a:latin typeface="Arial" panose="020B0604020202090204"/>
            </a:endParaRPr>
          </a:p>
        </p:txBody>
      </p:sp>
      <p:sp>
        <p:nvSpPr>
          <p:cNvPr id="305" name="PlaceHolder 2"/>
          <p:cNvSpPr>
            <a:spLocks noGrp="1"/>
          </p:cNvSpPr>
          <p:nvPr>
            <p:ph/>
          </p:nvPr>
        </p:nvSpPr>
        <p:spPr>
          <a:xfrm>
            <a:off x="73800" y="1233360"/>
            <a:ext cx="8718120" cy="4529520"/>
          </a:xfrm>
          <a:prstGeom prst="rect">
            <a:avLst/>
          </a:prstGeom>
          <a:noFill/>
          <a:ln w="0">
            <a:noFill/>
          </a:ln>
        </p:spPr>
        <p:txBody>
          <a:bodyPr lIns="90000" tIns="45000" rIns="90000" bIns="45000" anchor="t">
            <a:noAutofit/>
          </a:bodyPr>
          <a:lstStyle/>
          <a:p>
            <a:pPr marL="342900" indent="-342900" algn="just">
              <a:lnSpc>
                <a:spcPct val="100000"/>
              </a:lnSpc>
              <a:spcBef>
                <a:spcPts val="1000"/>
              </a:spcBef>
              <a:buClr>
                <a:srgbClr val="993300"/>
              </a:buClr>
              <a:buFont typeface="Arial" panose="020B0604020202090204"/>
              <a:buChar char="●"/>
            </a:pPr>
            <a:r>
              <a:rPr lang="en-US" sz="1800" b="0" strike="noStrike" spc="-1">
                <a:solidFill>
                  <a:schemeClr val="dk1"/>
                </a:solidFill>
                <a:latin typeface="Arial" panose="020B0604020202090204"/>
                <a:ea typeface="Arial" panose="020B0604020202090204"/>
              </a:rPr>
              <a:t>Typically, a number associated with each system call</a:t>
            </a:r>
            <a:endParaRPr lang="en-US" sz="1800" b="0" strike="noStrike" spc="-1">
              <a:solidFill>
                <a:srgbClr val="000000"/>
              </a:solidFill>
              <a:latin typeface="Arial" panose="020B0604020202090204"/>
            </a:endParaRPr>
          </a:p>
          <a:p>
            <a:pPr marL="742950" lvl="1" indent="-285750" algn="just">
              <a:lnSpc>
                <a:spcPct val="100000"/>
              </a:lnSpc>
              <a:spcBef>
                <a:spcPts val="630"/>
              </a:spcBef>
              <a:buClr>
                <a:srgbClr val="CC6600"/>
              </a:buClr>
              <a:buFont typeface="Arial" panose="020B0604020202090204"/>
              <a:buChar char="●"/>
            </a:pPr>
            <a:r>
              <a:rPr lang="en-US" sz="1800" b="1" strike="noStrike" spc="-1">
                <a:solidFill>
                  <a:srgbClr val="3366FF"/>
                </a:solidFill>
                <a:latin typeface="Arial" panose="020B0604020202090204"/>
                <a:ea typeface="Arial" panose="020B0604020202090204"/>
              </a:rPr>
              <a:t>System-call interface </a:t>
            </a:r>
            <a:r>
              <a:rPr lang="en-US" sz="1800" b="0" strike="noStrike" spc="-1">
                <a:solidFill>
                  <a:schemeClr val="dk1"/>
                </a:solidFill>
                <a:latin typeface="Arial" panose="020B0604020202090204"/>
                <a:ea typeface="Arial" panose="020B0604020202090204"/>
              </a:rPr>
              <a:t>maintains a table indexed according to these numbers</a:t>
            </a:r>
            <a:endParaRPr lang="en-US" sz="1800" b="0" strike="noStrike" spc="-1">
              <a:solidFill>
                <a:srgbClr val="000000"/>
              </a:solidFill>
              <a:latin typeface="Arial" panose="020B0604020202090204"/>
            </a:endParaRPr>
          </a:p>
          <a:p>
            <a:pPr marL="342900" indent="-342900" algn="just">
              <a:lnSpc>
                <a:spcPct val="100000"/>
              </a:lnSpc>
              <a:spcBef>
                <a:spcPts val="630"/>
              </a:spcBef>
              <a:buClr>
                <a:srgbClr val="993300"/>
              </a:buClr>
              <a:buFont typeface="Arial" panose="020B0604020202090204"/>
              <a:buChar char="●"/>
            </a:pPr>
            <a:r>
              <a:rPr lang="en-US" sz="1800" b="0" strike="noStrike" spc="-1">
                <a:solidFill>
                  <a:schemeClr val="dk1"/>
                </a:solidFill>
                <a:latin typeface="Arial" panose="020B0604020202090204"/>
                <a:ea typeface="Arial" panose="020B0604020202090204"/>
              </a:rPr>
              <a:t>The system call interface invokes  the intended system call in OS kernel and returns status of the system call and any return values</a:t>
            </a:r>
            <a:endParaRPr lang="en-US" sz="1800" b="0" strike="noStrike" spc="-1">
              <a:solidFill>
                <a:srgbClr val="000000"/>
              </a:solidFill>
              <a:latin typeface="Arial" panose="020B0604020202090204"/>
            </a:endParaRPr>
          </a:p>
          <a:p>
            <a:pPr marL="342900" indent="-342900" algn="just">
              <a:lnSpc>
                <a:spcPct val="100000"/>
              </a:lnSpc>
              <a:spcBef>
                <a:spcPts val="630"/>
              </a:spcBef>
              <a:buClr>
                <a:srgbClr val="993300"/>
              </a:buClr>
              <a:buFont typeface="Arial" panose="020B0604020202090204"/>
              <a:buChar char="●"/>
            </a:pPr>
            <a:r>
              <a:rPr lang="en-US" sz="1800" b="0" strike="noStrike" spc="-1">
                <a:solidFill>
                  <a:schemeClr val="dk1"/>
                </a:solidFill>
                <a:latin typeface="Arial" panose="020B0604020202090204"/>
                <a:ea typeface="Arial" panose="020B0604020202090204"/>
              </a:rPr>
              <a:t>The caller need know nothing about how the system call is implemented</a:t>
            </a:r>
            <a:endParaRPr lang="en-US" sz="1800" b="0" strike="noStrike" spc="-1">
              <a:solidFill>
                <a:srgbClr val="000000"/>
              </a:solidFill>
              <a:latin typeface="Arial" panose="020B0604020202090204"/>
            </a:endParaRPr>
          </a:p>
          <a:p>
            <a:pPr marL="742950" lvl="1" indent="-285750" algn="just">
              <a:lnSpc>
                <a:spcPct val="100000"/>
              </a:lnSpc>
              <a:spcBef>
                <a:spcPts val="630"/>
              </a:spcBef>
              <a:buClr>
                <a:srgbClr val="CC6600"/>
              </a:buClr>
              <a:buFont typeface="Arial" panose="020B0604020202090204"/>
              <a:buChar char="●"/>
            </a:pPr>
            <a:r>
              <a:rPr lang="en-US" sz="1800" b="0" strike="noStrike" spc="-1">
                <a:solidFill>
                  <a:schemeClr val="dk1"/>
                </a:solidFill>
                <a:latin typeface="Arial" panose="020B0604020202090204"/>
                <a:ea typeface="Arial" panose="020B0604020202090204"/>
              </a:rPr>
              <a:t>Just needs to obey API and understand what OS will do as a result call</a:t>
            </a:r>
            <a:endParaRPr lang="en-US" sz="1800" b="0" strike="noStrike" spc="-1">
              <a:solidFill>
                <a:srgbClr val="000000"/>
              </a:solidFill>
              <a:latin typeface="Arial" panose="020B0604020202090204"/>
            </a:endParaRPr>
          </a:p>
          <a:p>
            <a:pPr marL="742950" lvl="1" indent="-285750" algn="just">
              <a:lnSpc>
                <a:spcPct val="100000"/>
              </a:lnSpc>
              <a:spcBef>
                <a:spcPts val="630"/>
              </a:spcBef>
              <a:buClr>
                <a:srgbClr val="CC6600"/>
              </a:buClr>
              <a:buFont typeface="Arial" panose="020B0604020202090204"/>
              <a:buChar char="●"/>
            </a:pPr>
            <a:r>
              <a:rPr lang="en-US" sz="1800" b="0" strike="noStrike" spc="-1">
                <a:solidFill>
                  <a:schemeClr val="dk1"/>
                </a:solidFill>
                <a:latin typeface="Arial" panose="020B0604020202090204"/>
                <a:ea typeface="Arial" panose="020B0604020202090204"/>
              </a:rPr>
              <a:t>Most details of  OS interface hidden from programmer by API  </a:t>
            </a:r>
            <a:endParaRPr lang="en-US" sz="1800" b="0" strike="noStrike" spc="-1">
              <a:solidFill>
                <a:srgbClr val="000000"/>
              </a:solidFill>
              <a:latin typeface="Arial" panose="020B0604020202090204"/>
            </a:endParaRPr>
          </a:p>
          <a:p>
            <a:pPr marL="1085850" lvl="2" indent="-228600" algn="just">
              <a:lnSpc>
                <a:spcPct val="100000"/>
              </a:lnSpc>
              <a:spcBef>
                <a:spcPts val="630"/>
              </a:spcBef>
              <a:buClr>
                <a:srgbClr val="009900"/>
              </a:buClr>
              <a:buFont typeface="Arimo"/>
              <a:buChar char="4"/>
            </a:pPr>
            <a:r>
              <a:rPr lang="en-US" sz="1800" b="0" strike="noStrike" spc="-1">
                <a:solidFill>
                  <a:schemeClr val="dk1"/>
                </a:solidFill>
                <a:latin typeface="Arial" panose="020B0604020202090204"/>
                <a:ea typeface="Arial" panose="020B0604020202090204"/>
              </a:rPr>
              <a:t>Managed by run-time support library (set of functions built into libraries included with compiler)</a:t>
            </a:r>
            <a:endParaRPr lang="en-US" sz="1800" b="0" strike="noStrike" spc="-1">
              <a:solidFill>
                <a:srgbClr val="000000"/>
              </a:solidFill>
              <a:latin typeface="Arial" panose="020B0604020202090204"/>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6" name="PlaceHolder 1"/>
          <p:cNvSpPr>
            <a:spLocks noGrp="1"/>
          </p:cNvSpPr>
          <p:nvPr>
            <p:ph type="title"/>
          </p:nvPr>
        </p:nvSpPr>
        <p:spPr>
          <a:xfrm>
            <a:off x="117360" y="127080"/>
            <a:ext cx="8228520" cy="575280"/>
          </a:xfrm>
          <a:prstGeom prst="rect">
            <a:avLst/>
          </a:prstGeom>
          <a:noFill/>
          <a:ln w="0">
            <a:noFill/>
          </a:ln>
        </p:spPr>
        <p:txBody>
          <a:bodyPr lIns="0" tIns="0" rIns="0" bIns="0" anchor="b">
            <a:noAutofit/>
          </a:bodyPr>
          <a:lstStyle/>
          <a:p>
            <a:pPr indent="0">
              <a:lnSpc>
                <a:spcPct val="100000"/>
              </a:lnSpc>
              <a:buNone/>
              <a:tabLst>
                <a:tab pos="0" algn="l"/>
              </a:tabLst>
            </a:pPr>
            <a:r>
              <a:rPr lang="en-US" sz="3200" b="1" strike="noStrike" spc="-1">
                <a:solidFill>
                  <a:srgbClr val="006699"/>
                </a:solidFill>
                <a:latin typeface="Arial" panose="020B0604020202090204"/>
                <a:ea typeface="Arial" panose="020B0604020202090204"/>
              </a:rPr>
              <a:t>API – System Call – OS Relationship</a:t>
            </a:r>
            <a:endParaRPr lang="en-US" sz="3200" b="0" strike="noStrike" spc="-1">
              <a:solidFill>
                <a:srgbClr val="000000"/>
              </a:solidFill>
              <a:latin typeface="Arial" panose="020B0604020202090204"/>
            </a:endParaRPr>
          </a:p>
        </p:txBody>
      </p:sp>
      <p:pic>
        <p:nvPicPr>
          <p:cNvPr id="307" name="Google Shape;146;p 2" descr="2"/>
          <p:cNvPicPr/>
          <p:nvPr/>
        </p:nvPicPr>
        <p:blipFill>
          <a:blip r:embed="rId3"/>
          <a:stretch>
            <a:fillRect/>
          </a:stretch>
        </p:blipFill>
        <p:spPr>
          <a:xfrm>
            <a:off x="507960" y="951480"/>
            <a:ext cx="8053200" cy="4854600"/>
          </a:xfrm>
          <a:prstGeom prst="rect">
            <a:avLst/>
          </a:prstGeom>
          <a:ln w="0">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8" name="PlaceHolder 1"/>
          <p:cNvSpPr>
            <a:spLocks noGrp="1"/>
          </p:cNvSpPr>
          <p:nvPr>
            <p:ph type="title"/>
          </p:nvPr>
        </p:nvSpPr>
        <p:spPr>
          <a:xfrm>
            <a:off x="178920" y="87480"/>
            <a:ext cx="7702920" cy="575280"/>
          </a:xfrm>
          <a:prstGeom prst="rect">
            <a:avLst/>
          </a:prstGeom>
          <a:noFill/>
          <a:ln w="0">
            <a:noFill/>
          </a:ln>
        </p:spPr>
        <p:txBody>
          <a:bodyPr lIns="90000" tIns="45000" rIns="90000" bIns="45000" anchor="b">
            <a:noAutofit/>
          </a:bodyPr>
          <a:lstStyle/>
          <a:p>
            <a:pPr indent="0">
              <a:lnSpc>
                <a:spcPct val="100000"/>
              </a:lnSpc>
              <a:buNone/>
              <a:tabLst>
                <a:tab pos="0" algn="l"/>
              </a:tabLst>
            </a:pPr>
            <a:r>
              <a:rPr lang="en-US" sz="3200" b="1" strike="noStrike" spc="-1">
                <a:solidFill>
                  <a:srgbClr val="006699"/>
                </a:solidFill>
                <a:latin typeface="Arial" panose="020B0604020202090204"/>
                <a:ea typeface="Arial" panose="020B0604020202090204"/>
              </a:rPr>
              <a:t>System Call Parameter Passing</a:t>
            </a:r>
            <a:endParaRPr lang="en-US" sz="3200" b="0" strike="noStrike" spc="-1">
              <a:solidFill>
                <a:srgbClr val="000000"/>
              </a:solidFill>
              <a:latin typeface="Arial" panose="020B0604020202090204"/>
            </a:endParaRPr>
          </a:p>
        </p:txBody>
      </p:sp>
      <p:sp>
        <p:nvSpPr>
          <p:cNvPr id="309" name="PlaceHolder 2"/>
          <p:cNvSpPr>
            <a:spLocks noGrp="1"/>
          </p:cNvSpPr>
          <p:nvPr>
            <p:ph/>
          </p:nvPr>
        </p:nvSpPr>
        <p:spPr>
          <a:xfrm>
            <a:off x="178920" y="1058040"/>
            <a:ext cx="8718120" cy="4529520"/>
          </a:xfrm>
          <a:prstGeom prst="rect">
            <a:avLst/>
          </a:prstGeom>
          <a:noFill/>
          <a:ln w="0">
            <a:noFill/>
          </a:ln>
        </p:spPr>
        <p:txBody>
          <a:bodyPr lIns="90000" tIns="45000" rIns="90000" bIns="45000" anchor="t">
            <a:noAutofit/>
          </a:bodyPr>
          <a:lstStyle/>
          <a:p>
            <a:pPr marL="342900" indent="-342900">
              <a:lnSpc>
                <a:spcPct val="90000"/>
              </a:lnSpc>
              <a:spcBef>
                <a:spcPts val="1000"/>
              </a:spcBef>
              <a:buClr>
                <a:srgbClr val="993300"/>
              </a:buClr>
              <a:buFont typeface="Arial" panose="020B0604020202090204"/>
              <a:buChar char="●"/>
            </a:pPr>
            <a:r>
              <a:rPr lang="en-US" sz="1800" b="0" strike="noStrike" spc="-1">
                <a:solidFill>
                  <a:schemeClr val="dk1"/>
                </a:solidFill>
                <a:latin typeface="Helvetica Neue" panose="02000503000000020004"/>
                <a:ea typeface="Helvetica Neue" panose="02000503000000020004"/>
              </a:rPr>
              <a:t>Often, more information is required than simply identity of desired system call</a:t>
            </a:r>
            <a:endParaRPr lang="en-US" sz="1800" b="0" strike="noStrike" spc="-1">
              <a:solidFill>
                <a:srgbClr val="000000"/>
              </a:solidFill>
              <a:latin typeface="Arial" panose="020B0604020202090204"/>
            </a:endParaRPr>
          </a:p>
          <a:p>
            <a:pPr marL="742950" lvl="1" indent="-285750">
              <a:lnSpc>
                <a:spcPct val="90000"/>
              </a:lnSpc>
              <a:spcBef>
                <a:spcPts val="630"/>
              </a:spcBef>
              <a:buClr>
                <a:srgbClr val="CC6600"/>
              </a:buClr>
              <a:buFont typeface="Arial" panose="020B0604020202090204"/>
              <a:buChar char="●"/>
            </a:pPr>
            <a:r>
              <a:rPr lang="en-US" sz="1800" b="0" strike="noStrike" spc="-1">
                <a:solidFill>
                  <a:schemeClr val="dk1"/>
                </a:solidFill>
                <a:latin typeface="Helvetica Neue" panose="02000503000000020004"/>
                <a:ea typeface="Helvetica Neue" panose="02000503000000020004"/>
              </a:rPr>
              <a:t>Exact type and amount of information vary according to OS and call</a:t>
            </a:r>
            <a:endParaRPr lang="en-US" sz="1800" b="0" strike="noStrike" spc="-1">
              <a:solidFill>
                <a:srgbClr val="000000"/>
              </a:solidFill>
              <a:latin typeface="Arial" panose="020B0604020202090204"/>
            </a:endParaRPr>
          </a:p>
          <a:p>
            <a:pPr marL="342900" indent="-342900">
              <a:lnSpc>
                <a:spcPct val="90000"/>
              </a:lnSpc>
              <a:spcBef>
                <a:spcPts val="630"/>
              </a:spcBef>
              <a:buClr>
                <a:srgbClr val="993300"/>
              </a:buClr>
              <a:buFont typeface="Arial" panose="020B0604020202090204"/>
              <a:buChar char="●"/>
            </a:pPr>
            <a:r>
              <a:rPr lang="en-US" sz="1800" b="0" strike="noStrike" spc="-1">
                <a:solidFill>
                  <a:schemeClr val="dk1"/>
                </a:solidFill>
                <a:latin typeface="Helvetica Neue" panose="02000503000000020004"/>
                <a:ea typeface="Helvetica Neue" panose="02000503000000020004"/>
              </a:rPr>
              <a:t>Three general methods used to pass parameters to the OS</a:t>
            </a:r>
            <a:endParaRPr lang="en-US" sz="1800" b="0" strike="noStrike" spc="-1">
              <a:solidFill>
                <a:srgbClr val="000000"/>
              </a:solidFill>
              <a:latin typeface="Arial" panose="020B0604020202090204"/>
            </a:endParaRPr>
          </a:p>
          <a:p>
            <a:pPr marL="742950" lvl="1" indent="-285750">
              <a:lnSpc>
                <a:spcPct val="90000"/>
              </a:lnSpc>
              <a:spcBef>
                <a:spcPts val="630"/>
              </a:spcBef>
              <a:buClr>
                <a:srgbClr val="CC6600"/>
              </a:buClr>
              <a:buFont typeface="Arial" panose="020B0604020202090204"/>
              <a:buChar char="●"/>
            </a:pPr>
            <a:r>
              <a:rPr lang="en-US" sz="1800" b="0" strike="noStrike" spc="-1">
                <a:solidFill>
                  <a:schemeClr val="dk1"/>
                </a:solidFill>
                <a:latin typeface="Helvetica Neue" panose="02000503000000020004"/>
                <a:ea typeface="Helvetica Neue" panose="02000503000000020004"/>
              </a:rPr>
              <a:t>Simplest:  pass the parameters in registers</a:t>
            </a:r>
            <a:endParaRPr lang="en-US" sz="1800" b="0" strike="noStrike" spc="-1">
              <a:solidFill>
                <a:srgbClr val="000000"/>
              </a:solidFill>
              <a:latin typeface="Arial" panose="020B0604020202090204"/>
            </a:endParaRPr>
          </a:p>
          <a:p>
            <a:pPr marL="1143000" lvl="2" indent="-285750">
              <a:lnSpc>
                <a:spcPct val="90000"/>
              </a:lnSpc>
              <a:spcBef>
                <a:spcPts val="630"/>
              </a:spcBef>
              <a:buClr>
                <a:srgbClr val="009900"/>
              </a:buClr>
              <a:buFont typeface="Noto Sans Symbols"/>
              <a:buChar char="❑"/>
            </a:pPr>
            <a:r>
              <a:rPr lang="en-US" sz="1800" b="0" strike="noStrike" spc="-1">
                <a:solidFill>
                  <a:schemeClr val="dk1"/>
                </a:solidFill>
                <a:latin typeface="Helvetica Neue" panose="02000503000000020004"/>
                <a:ea typeface="Helvetica Neue" panose="02000503000000020004"/>
              </a:rPr>
              <a:t> In some cases, may be more parameters than registers</a:t>
            </a:r>
            <a:endParaRPr lang="en-US" sz="1800" b="0" strike="noStrike" spc="-1">
              <a:solidFill>
                <a:srgbClr val="000000"/>
              </a:solidFill>
              <a:latin typeface="Arial" panose="020B0604020202090204"/>
            </a:endParaRPr>
          </a:p>
          <a:p>
            <a:pPr marL="742950" lvl="1" indent="-285750">
              <a:lnSpc>
                <a:spcPct val="90000"/>
              </a:lnSpc>
              <a:spcBef>
                <a:spcPts val="630"/>
              </a:spcBef>
              <a:buClr>
                <a:srgbClr val="CC6600"/>
              </a:buClr>
              <a:buFont typeface="Arial" panose="020B0604020202090204"/>
              <a:buChar char="●"/>
            </a:pPr>
            <a:r>
              <a:rPr lang="en-US" sz="1800" b="0" strike="noStrike" spc="-1">
                <a:solidFill>
                  <a:schemeClr val="dk1"/>
                </a:solidFill>
                <a:latin typeface="Helvetica Neue" panose="02000503000000020004"/>
                <a:ea typeface="Helvetica Neue" panose="02000503000000020004"/>
              </a:rPr>
              <a:t>Parameters stored in a block</a:t>
            </a:r>
            <a:r>
              <a:rPr lang="en-US" sz="1800" b="0" i="1" strike="noStrike" spc="-1">
                <a:solidFill>
                  <a:schemeClr val="dk1"/>
                </a:solidFill>
                <a:latin typeface="Helvetica Neue" panose="02000503000000020004"/>
                <a:ea typeface="Helvetica Neue" panose="02000503000000020004"/>
              </a:rPr>
              <a:t>, </a:t>
            </a:r>
            <a:r>
              <a:rPr lang="en-US" sz="1800" b="0" strike="noStrike" spc="-1">
                <a:solidFill>
                  <a:schemeClr val="dk1"/>
                </a:solidFill>
                <a:latin typeface="Helvetica Neue" panose="02000503000000020004"/>
                <a:ea typeface="Helvetica Neue" panose="02000503000000020004"/>
              </a:rPr>
              <a:t>or table, in memory, and address of block passed as a parameter in a register </a:t>
            </a:r>
            <a:endParaRPr lang="en-US" sz="1800" b="0" strike="noStrike" spc="-1">
              <a:solidFill>
                <a:srgbClr val="000000"/>
              </a:solidFill>
              <a:latin typeface="Arial" panose="020B0604020202090204"/>
            </a:endParaRPr>
          </a:p>
          <a:p>
            <a:pPr marL="1143000" lvl="2" indent="-285750">
              <a:lnSpc>
                <a:spcPct val="90000"/>
              </a:lnSpc>
              <a:spcBef>
                <a:spcPts val="630"/>
              </a:spcBef>
              <a:buClr>
                <a:srgbClr val="009900"/>
              </a:buClr>
              <a:buFont typeface="Noto Sans Symbols"/>
              <a:buChar char="❑"/>
            </a:pPr>
            <a:r>
              <a:rPr lang="en-US" sz="1800" b="0" strike="noStrike" spc="-1">
                <a:solidFill>
                  <a:schemeClr val="dk1"/>
                </a:solidFill>
                <a:latin typeface="Helvetica Neue" panose="02000503000000020004"/>
                <a:ea typeface="Helvetica Neue" panose="02000503000000020004"/>
              </a:rPr>
              <a:t>This approach taken by Linux and Solaris</a:t>
            </a:r>
            <a:endParaRPr lang="en-US" sz="1800" b="0" strike="noStrike" spc="-1">
              <a:solidFill>
                <a:srgbClr val="000000"/>
              </a:solidFill>
              <a:latin typeface="Arial" panose="020B0604020202090204"/>
            </a:endParaRPr>
          </a:p>
          <a:p>
            <a:pPr marL="742950" lvl="1" indent="-285750">
              <a:lnSpc>
                <a:spcPct val="90000"/>
              </a:lnSpc>
              <a:spcBef>
                <a:spcPts val="630"/>
              </a:spcBef>
              <a:buClr>
                <a:srgbClr val="CC6600"/>
              </a:buClr>
              <a:buFont typeface="Arial" panose="020B0604020202090204"/>
              <a:buChar char="●"/>
            </a:pPr>
            <a:r>
              <a:rPr lang="en-US" sz="1800" b="0" strike="noStrike" spc="-1">
                <a:solidFill>
                  <a:schemeClr val="dk1"/>
                </a:solidFill>
                <a:latin typeface="Helvetica Neue" panose="02000503000000020004"/>
                <a:ea typeface="Helvetica Neue" panose="02000503000000020004"/>
              </a:rPr>
              <a:t>Parameters placed, or </a:t>
            </a:r>
            <a:r>
              <a:rPr lang="en-US" sz="1800" b="1" strike="noStrike" spc="-1">
                <a:solidFill>
                  <a:srgbClr val="3366FF"/>
                </a:solidFill>
                <a:latin typeface="Helvetica Neue" panose="02000503000000020004"/>
                <a:ea typeface="Helvetica Neue" panose="02000503000000020004"/>
              </a:rPr>
              <a:t>pushed</a:t>
            </a:r>
            <a:r>
              <a:rPr lang="en-US" sz="1800" b="0" i="1" strike="noStrike" spc="-1">
                <a:solidFill>
                  <a:schemeClr val="dk1"/>
                </a:solidFill>
                <a:latin typeface="Helvetica Neue" panose="02000503000000020004"/>
                <a:ea typeface="Helvetica Neue" panose="02000503000000020004"/>
              </a:rPr>
              <a:t>, </a:t>
            </a:r>
            <a:r>
              <a:rPr lang="en-US" sz="1800" b="0" strike="noStrike" spc="-1">
                <a:solidFill>
                  <a:schemeClr val="dk1"/>
                </a:solidFill>
                <a:latin typeface="Helvetica Neue" panose="02000503000000020004"/>
                <a:ea typeface="Helvetica Neue" panose="02000503000000020004"/>
              </a:rPr>
              <a:t>onto the </a:t>
            </a:r>
            <a:r>
              <a:rPr lang="en-US" sz="1800" b="1" strike="noStrike" spc="-1">
                <a:solidFill>
                  <a:srgbClr val="3366FF"/>
                </a:solidFill>
                <a:latin typeface="Helvetica Neue" panose="02000503000000020004"/>
                <a:ea typeface="Helvetica Neue" panose="02000503000000020004"/>
              </a:rPr>
              <a:t>stack</a:t>
            </a:r>
            <a:r>
              <a:rPr lang="en-US" sz="1800" b="0" i="1" strike="noStrike" spc="-1">
                <a:solidFill>
                  <a:schemeClr val="dk1"/>
                </a:solidFill>
                <a:latin typeface="Helvetica Neue" panose="02000503000000020004"/>
                <a:ea typeface="Helvetica Neue" panose="02000503000000020004"/>
              </a:rPr>
              <a:t> </a:t>
            </a:r>
            <a:r>
              <a:rPr lang="en-US" sz="1800" b="0" strike="noStrike" spc="-1">
                <a:solidFill>
                  <a:schemeClr val="dk1"/>
                </a:solidFill>
                <a:latin typeface="Helvetica Neue" panose="02000503000000020004"/>
                <a:ea typeface="Helvetica Neue" panose="02000503000000020004"/>
              </a:rPr>
              <a:t>by the program and </a:t>
            </a:r>
            <a:r>
              <a:rPr lang="en-US" sz="1800" b="1" strike="noStrike" spc="-1">
                <a:solidFill>
                  <a:srgbClr val="3366FF"/>
                </a:solidFill>
                <a:latin typeface="Helvetica Neue" panose="02000503000000020004"/>
                <a:ea typeface="Helvetica Neue" panose="02000503000000020004"/>
              </a:rPr>
              <a:t>popped</a:t>
            </a:r>
            <a:r>
              <a:rPr lang="en-US" sz="1800" b="0" i="1" strike="noStrike" spc="-1">
                <a:solidFill>
                  <a:schemeClr val="dk1"/>
                </a:solidFill>
                <a:latin typeface="Helvetica Neue" panose="02000503000000020004"/>
                <a:ea typeface="Helvetica Neue" panose="02000503000000020004"/>
              </a:rPr>
              <a:t> </a:t>
            </a:r>
            <a:r>
              <a:rPr lang="en-US" sz="1800" b="0" strike="noStrike" spc="-1">
                <a:solidFill>
                  <a:schemeClr val="dk1"/>
                </a:solidFill>
                <a:latin typeface="Helvetica Neue" panose="02000503000000020004"/>
                <a:ea typeface="Helvetica Neue" panose="02000503000000020004"/>
              </a:rPr>
              <a:t>off the stack by the operating system</a:t>
            </a:r>
            <a:endParaRPr lang="en-US" sz="1800" b="0" strike="noStrike" spc="-1">
              <a:solidFill>
                <a:srgbClr val="000000"/>
              </a:solidFill>
              <a:latin typeface="Arial" panose="020B0604020202090204"/>
            </a:endParaRPr>
          </a:p>
          <a:p>
            <a:pPr marL="742950" lvl="1" indent="-285750">
              <a:lnSpc>
                <a:spcPct val="90000"/>
              </a:lnSpc>
              <a:spcBef>
                <a:spcPts val="630"/>
              </a:spcBef>
              <a:buClr>
                <a:srgbClr val="CC6600"/>
              </a:buClr>
              <a:buFont typeface="Arial" panose="020B0604020202090204"/>
              <a:buChar char="●"/>
            </a:pPr>
            <a:r>
              <a:rPr lang="en-US" sz="1800" b="0" strike="noStrike" spc="-1">
                <a:solidFill>
                  <a:schemeClr val="dk1"/>
                </a:solidFill>
                <a:latin typeface="Helvetica Neue" panose="02000503000000020004"/>
                <a:ea typeface="Helvetica Neue" panose="02000503000000020004"/>
              </a:rPr>
              <a:t>Block and stack methods do not limit the number or length of parameters being passed</a:t>
            </a:r>
            <a:endParaRPr lang="en-US" sz="1800" b="0" strike="noStrike" spc="-1">
              <a:solidFill>
                <a:srgbClr val="000000"/>
              </a:solidFill>
              <a:latin typeface="Arial" panose="020B0604020202090204"/>
            </a:endParaRPr>
          </a:p>
          <a:p>
            <a:pPr marL="342900" indent="0">
              <a:lnSpc>
                <a:spcPct val="100000"/>
              </a:lnSpc>
              <a:spcBef>
                <a:spcPts val="630"/>
              </a:spcBef>
              <a:buNone/>
              <a:tabLst>
                <a:tab pos="0" algn="l"/>
              </a:tabLst>
            </a:pPr>
            <a:endParaRPr lang="en-US" sz="1800" b="0" strike="noStrike" spc="-1">
              <a:solidFill>
                <a:srgbClr val="000000"/>
              </a:solidFill>
              <a:latin typeface="Arial" panose="020B0604020202090204"/>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0" name="PlaceHolder 1"/>
          <p:cNvSpPr>
            <a:spLocks noGrp="1"/>
          </p:cNvSpPr>
          <p:nvPr>
            <p:ph type="title"/>
          </p:nvPr>
        </p:nvSpPr>
        <p:spPr>
          <a:xfrm>
            <a:off x="457200" y="198360"/>
            <a:ext cx="8228520" cy="575280"/>
          </a:xfrm>
          <a:prstGeom prst="rect">
            <a:avLst/>
          </a:prstGeom>
          <a:noFill/>
          <a:ln w="0">
            <a:noFill/>
          </a:ln>
        </p:spPr>
        <p:txBody>
          <a:bodyPr lIns="0" tIns="0" rIns="0" bIns="0" anchor="b">
            <a:noAutofit/>
          </a:bodyPr>
          <a:lstStyle/>
          <a:p>
            <a:pPr indent="0">
              <a:lnSpc>
                <a:spcPct val="100000"/>
              </a:lnSpc>
              <a:buNone/>
              <a:tabLst>
                <a:tab pos="0" algn="l"/>
              </a:tabLst>
            </a:pPr>
            <a:r>
              <a:rPr lang="en-US" sz="3200" b="1" strike="noStrike" spc="-1">
                <a:solidFill>
                  <a:srgbClr val="006699"/>
                </a:solidFill>
                <a:latin typeface="Arial" panose="020B0604020202090204"/>
                <a:ea typeface="Arial" panose="020B0604020202090204"/>
              </a:rPr>
              <a:t>Parameter Passing via Table</a:t>
            </a:r>
            <a:endParaRPr lang="en-US" sz="3200" b="0" strike="noStrike" spc="-1">
              <a:solidFill>
                <a:srgbClr val="000000"/>
              </a:solidFill>
              <a:latin typeface="Arial" panose="020B0604020202090204"/>
            </a:endParaRPr>
          </a:p>
        </p:txBody>
      </p:sp>
      <p:pic>
        <p:nvPicPr>
          <p:cNvPr id="311" name="Google Shape;160;p 2" descr="2"/>
          <p:cNvPicPr/>
          <p:nvPr/>
        </p:nvPicPr>
        <p:blipFill>
          <a:blip r:embed="rId3"/>
          <a:stretch>
            <a:fillRect/>
          </a:stretch>
        </p:blipFill>
        <p:spPr>
          <a:xfrm>
            <a:off x="607320" y="1108080"/>
            <a:ext cx="7928280" cy="4063320"/>
          </a:xfrm>
          <a:prstGeom prst="rect">
            <a:avLst/>
          </a:prstGeom>
          <a:ln w="0">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2" name="PlaceHolder 1"/>
          <p:cNvSpPr>
            <a:spLocks noGrp="1"/>
          </p:cNvSpPr>
          <p:nvPr>
            <p:ph type="title"/>
          </p:nvPr>
        </p:nvSpPr>
        <p:spPr>
          <a:xfrm>
            <a:off x="473040" y="214200"/>
            <a:ext cx="8228520" cy="575280"/>
          </a:xfrm>
          <a:prstGeom prst="rect">
            <a:avLst/>
          </a:prstGeom>
          <a:noFill/>
          <a:ln w="0">
            <a:noFill/>
          </a:ln>
        </p:spPr>
        <p:txBody>
          <a:bodyPr lIns="90000" tIns="45000" rIns="90000" bIns="45000" anchor="b">
            <a:noAutofit/>
          </a:bodyPr>
          <a:lstStyle/>
          <a:p>
            <a:pPr indent="0">
              <a:lnSpc>
                <a:spcPct val="100000"/>
              </a:lnSpc>
              <a:buNone/>
              <a:tabLst>
                <a:tab pos="0" algn="l"/>
              </a:tabLst>
            </a:pPr>
            <a:r>
              <a:rPr lang="en-US" sz="3200" b="1" strike="noStrike" spc="-1">
                <a:solidFill>
                  <a:srgbClr val="006699"/>
                </a:solidFill>
                <a:latin typeface="Arial" panose="020B0604020202090204"/>
                <a:ea typeface="Arial" panose="020B0604020202090204"/>
              </a:rPr>
              <a:t>Types of System Calls</a:t>
            </a:r>
            <a:endParaRPr lang="en-US" sz="3200" b="0" strike="noStrike" spc="-1">
              <a:solidFill>
                <a:srgbClr val="000000"/>
              </a:solidFill>
              <a:latin typeface="Arial" panose="020B0604020202090204"/>
            </a:endParaRPr>
          </a:p>
        </p:txBody>
      </p:sp>
      <p:sp>
        <p:nvSpPr>
          <p:cNvPr id="313" name="PlaceHolder 2"/>
          <p:cNvSpPr>
            <a:spLocks noGrp="1"/>
          </p:cNvSpPr>
          <p:nvPr>
            <p:ph/>
          </p:nvPr>
        </p:nvSpPr>
        <p:spPr>
          <a:xfrm>
            <a:off x="341640" y="1006920"/>
            <a:ext cx="8740800" cy="5023440"/>
          </a:xfrm>
          <a:prstGeom prst="rect">
            <a:avLst/>
          </a:prstGeom>
          <a:noFill/>
          <a:ln w="0">
            <a:noFill/>
          </a:ln>
        </p:spPr>
        <p:txBody>
          <a:bodyPr lIns="90000" tIns="45000" rIns="90000" bIns="45000" anchor="t">
            <a:noAutofit/>
          </a:bodyPr>
          <a:lstStyle/>
          <a:p>
            <a:pPr marL="342900" indent="-342900">
              <a:lnSpc>
                <a:spcPct val="100000"/>
              </a:lnSpc>
              <a:spcBef>
                <a:spcPts val="1000"/>
              </a:spcBef>
              <a:buClr>
                <a:srgbClr val="993300"/>
              </a:buClr>
              <a:buFont typeface="Arial" panose="020B0604020202090204"/>
              <a:buChar char="●"/>
            </a:pPr>
            <a:r>
              <a:rPr lang="en-US" sz="1800" b="0" strike="noStrike" spc="-1">
                <a:solidFill>
                  <a:schemeClr val="dk1"/>
                </a:solidFill>
                <a:latin typeface="Helvetica Neue" panose="02000503000000020004"/>
                <a:ea typeface="Helvetica Neue" panose="02000503000000020004"/>
              </a:rPr>
              <a:t>Process control</a:t>
            </a:r>
            <a:endParaRPr lang="en-US" sz="1800" b="0" strike="noStrike" spc="-1">
              <a:solidFill>
                <a:srgbClr val="000000"/>
              </a:solidFill>
              <a:latin typeface="Arial" panose="020B0604020202090204"/>
            </a:endParaRPr>
          </a:p>
          <a:p>
            <a:pPr marL="742950" lvl="1" indent="-285750">
              <a:lnSpc>
                <a:spcPct val="100000"/>
              </a:lnSpc>
              <a:spcBef>
                <a:spcPts val="630"/>
              </a:spcBef>
              <a:buClr>
                <a:srgbClr val="CC6600"/>
              </a:buClr>
              <a:buFont typeface="Arial" panose="020B0604020202090204"/>
              <a:buChar char="●"/>
            </a:pPr>
            <a:r>
              <a:rPr lang="en-US" sz="1800" b="0" strike="noStrike" spc="-1">
                <a:solidFill>
                  <a:schemeClr val="dk1"/>
                </a:solidFill>
                <a:latin typeface="Helvetica Neue" panose="02000503000000020004"/>
                <a:ea typeface="Helvetica Neue" panose="02000503000000020004"/>
              </a:rPr>
              <a:t>create process, terminate process</a:t>
            </a:r>
            <a:endParaRPr lang="en-US" sz="1800" b="0" strike="noStrike" spc="-1">
              <a:solidFill>
                <a:srgbClr val="000000"/>
              </a:solidFill>
              <a:latin typeface="Arial" panose="020B0604020202090204"/>
            </a:endParaRPr>
          </a:p>
          <a:p>
            <a:pPr marL="742950" lvl="1" indent="-285750">
              <a:lnSpc>
                <a:spcPct val="100000"/>
              </a:lnSpc>
              <a:spcBef>
                <a:spcPts val="630"/>
              </a:spcBef>
              <a:buClr>
                <a:srgbClr val="CC6600"/>
              </a:buClr>
              <a:buFont typeface="Arial" panose="020B0604020202090204"/>
              <a:buChar char="●"/>
            </a:pPr>
            <a:r>
              <a:rPr lang="en-US" sz="1800" b="0" strike="noStrike" spc="-1">
                <a:solidFill>
                  <a:schemeClr val="dk1"/>
                </a:solidFill>
                <a:latin typeface="Helvetica Neue" panose="02000503000000020004"/>
                <a:ea typeface="Helvetica Neue" panose="02000503000000020004"/>
              </a:rPr>
              <a:t>end, abort</a:t>
            </a:r>
            <a:endParaRPr lang="en-US" sz="1800" b="0" strike="noStrike" spc="-1">
              <a:solidFill>
                <a:srgbClr val="000000"/>
              </a:solidFill>
              <a:latin typeface="Arial" panose="020B0604020202090204"/>
            </a:endParaRPr>
          </a:p>
          <a:p>
            <a:pPr marL="742950" lvl="1" indent="-285750">
              <a:lnSpc>
                <a:spcPct val="100000"/>
              </a:lnSpc>
              <a:spcBef>
                <a:spcPts val="630"/>
              </a:spcBef>
              <a:buClr>
                <a:srgbClr val="CC6600"/>
              </a:buClr>
              <a:buFont typeface="Arial" panose="020B0604020202090204"/>
              <a:buChar char="●"/>
            </a:pPr>
            <a:r>
              <a:rPr lang="en-US" sz="1800" b="0" strike="noStrike" spc="-1">
                <a:solidFill>
                  <a:schemeClr val="dk1"/>
                </a:solidFill>
                <a:latin typeface="Helvetica Neue" panose="02000503000000020004"/>
                <a:ea typeface="Helvetica Neue" panose="02000503000000020004"/>
              </a:rPr>
              <a:t>load, execute</a:t>
            </a:r>
            <a:endParaRPr lang="en-US" sz="1800" b="0" strike="noStrike" spc="-1">
              <a:solidFill>
                <a:srgbClr val="000000"/>
              </a:solidFill>
              <a:latin typeface="Arial" panose="020B0604020202090204"/>
            </a:endParaRPr>
          </a:p>
          <a:p>
            <a:pPr marL="742950" lvl="1" indent="-285750">
              <a:lnSpc>
                <a:spcPct val="100000"/>
              </a:lnSpc>
              <a:spcBef>
                <a:spcPts val="630"/>
              </a:spcBef>
              <a:buClr>
                <a:srgbClr val="CC6600"/>
              </a:buClr>
              <a:buFont typeface="Arial" panose="020B0604020202090204"/>
              <a:buChar char="●"/>
            </a:pPr>
            <a:r>
              <a:rPr lang="en-US" sz="1800" b="0" strike="noStrike" spc="-1">
                <a:solidFill>
                  <a:schemeClr val="dk1"/>
                </a:solidFill>
                <a:latin typeface="Helvetica Neue" panose="02000503000000020004"/>
                <a:ea typeface="Helvetica Neue" panose="02000503000000020004"/>
              </a:rPr>
              <a:t>get process attributes, set process attributes</a:t>
            </a:r>
            <a:endParaRPr lang="en-US" sz="1800" b="0" strike="noStrike" spc="-1">
              <a:solidFill>
                <a:srgbClr val="000000"/>
              </a:solidFill>
              <a:latin typeface="Arial" panose="020B0604020202090204"/>
            </a:endParaRPr>
          </a:p>
          <a:p>
            <a:pPr marL="742950" lvl="1" indent="-285750">
              <a:lnSpc>
                <a:spcPct val="100000"/>
              </a:lnSpc>
              <a:spcBef>
                <a:spcPts val="630"/>
              </a:spcBef>
              <a:buClr>
                <a:srgbClr val="CC6600"/>
              </a:buClr>
              <a:buFont typeface="Arial" panose="020B0604020202090204"/>
              <a:buChar char="●"/>
            </a:pPr>
            <a:r>
              <a:rPr lang="en-US" sz="1800" b="0" strike="noStrike" spc="-1">
                <a:solidFill>
                  <a:schemeClr val="dk1"/>
                </a:solidFill>
                <a:latin typeface="Helvetica Neue" panose="02000503000000020004"/>
                <a:ea typeface="Helvetica Neue" panose="02000503000000020004"/>
              </a:rPr>
              <a:t>wait for time</a:t>
            </a:r>
            <a:endParaRPr lang="en-US" sz="1800" b="0" strike="noStrike" spc="-1">
              <a:solidFill>
                <a:srgbClr val="000000"/>
              </a:solidFill>
              <a:latin typeface="Arial" panose="020B0604020202090204"/>
            </a:endParaRPr>
          </a:p>
          <a:p>
            <a:pPr marL="742950" lvl="1" indent="-285750">
              <a:lnSpc>
                <a:spcPct val="100000"/>
              </a:lnSpc>
              <a:spcBef>
                <a:spcPts val="630"/>
              </a:spcBef>
              <a:buClr>
                <a:srgbClr val="CC6600"/>
              </a:buClr>
              <a:buFont typeface="Arial" panose="020B0604020202090204"/>
              <a:buChar char="●"/>
            </a:pPr>
            <a:r>
              <a:rPr lang="en-US" sz="1800" b="0" strike="noStrike" spc="-1">
                <a:solidFill>
                  <a:schemeClr val="dk1"/>
                </a:solidFill>
                <a:latin typeface="Helvetica Neue" panose="02000503000000020004"/>
                <a:ea typeface="Helvetica Neue" panose="02000503000000020004"/>
              </a:rPr>
              <a:t>wait event, signal event</a:t>
            </a:r>
            <a:endParaRPr lang="en-US" sz="1800" b="0" strike="noStrike" spc="-1">
              <a:solidFill>
                <a:srgbClr val="000000"/>
              </a:solidFill>
              <a:latin typeface="Arial" panose="020B0604020202090204"/>
            </a:endParaRPr>
          </a:p>
          <a:p>
            <a:pPr marL="742950" lvl="1" indent="-285750">
              <a:lnSpc>
                <a:spcPct val="100000"/>
              </a:lnSpc>
              <a:spcBef>
                <a:spcPts val="630"/>
              </a:spcBef>
              <a:buClr>
                <a:srgbClr val="CC6600"/>
              </a:buClr>
              <a:buFont typeface="Arial" panose="020B0604020202090204"/>
              <a:buChar char="●"/>
            </a:pPr>
            <a:r>
              <a:rPr lang="en-US" sz="1800" b="0" strike="noStrike" spc="-1">
                <a:solidFill>
                  <a:schemeClr val="dk1"/>
                </a:solidFill>
                <a:latin typeface="Helvetica Neue" panose="02000503000000020004"/>
                <a:ea typeface="Helvetica Neue" panose="02000503000000020004"/>
              </a:rPr>
              <a:t>allocate and free memory</a:t>
            </a:r>
            <a:endParaRPr lang="en-US" sz="1800" b="0" strike="noStrike" spc="-1">
              <a:solidFill>
                <a:srgbClr val="000000"/>
              </a:solidFill>
              <a:latin typeface="Arial" panose="020B0604020202090204"/>
            </a:endParaRPr>
          </a:p>
          <a:p>
            <a:pPr marL="742950" lvl="1" indent="-285750">
              <a:lnSpc>
                <a:spcPct val="100000"/>
              </a:lnSpc>
              <a:spcBef>
                <a:spcPts val="630"/>
              </a:spcBef>
              <a:buClr>
                <a:srgbClr val="CC6600"/>
              </a:buClr>
              <a:buFont typeface="Arial" panose="020B0604020202090204"/>
              <a:buChar char="●"/>
            </a:pPr>
            <a:r>
              <a:rPr lang="en-US" sz="1800" b="0" strike="noStrike" spc="-1">
                <a:solidFill>
                  <a:schemeClr val="dk1"/>
                </a:solidFill>
                <a:latin typeface="Helvetica Neue" panose="02000503000000020004"/>
                <a:ea typeface="Helvetica Neue" panose="02000503000000020004"/>
              </a:rPr>
              <a:t>Dump memory if error</a:t>
            </a:r>
            <a:endParaRPr lang="en-US" sz="1800" b="0" strike="noStrike" spc="-1">
              <a:solidFill>
                <a:srgbClr val="000000"/>
              </a:solidFill>
              <a:latin typeface="Arial" panose="020B0604020202090204"/>
            </a:endParaRPr>
          </a:p>
          <a:p>
            <a:pPr marL="742950" lvl="1" indent="-285750">
              <a:lnSpc>
                <a:spcPct val="100000"/>
              </a:lnSpc>
              <a:spcBef>
                <a:spcPts val="630"/>
              </a:spcBef>
              <a:buClr>
                <a:srgbClr val="CC6600"/>
              </a:buClr>
              <a:buFont typeface="Arial" panose="020B0604020202090204"/>
              <a:buChar char="●"/>
            </a:pPr>
            <a:r>
              <a:rPr lang="en-US" sz="1800" b="1" strike="noStrike" spc="-1">
                <a:solidFill>
                  <a:srgbClr val="3366FF"/>
                </a:solidFill>
                <a:latin typeface="Helvetica Neue" panose="02000503000000020004"/>
                <a:ea typeface="Helvetica Neue" panose="02000503000000020004"/>
              </a:rPr>
              <a:t>Debugger</a:t>
            </a:r>
            <a:r>
              <a:rPr lang="en-US" sz="1800" b="0" strike="noStrike" spc="-1">
                <a:solidFill>
                  <a:schemeClr val="dk1"/>
                </a:solidFill>
                <a:latin typeface="Helvetica Neue" panose="02000503000000020004"/>
                <a:ea typeface="Helvetica Neue" panose="02000503000000020004"/>
              </a:rPr>
              <a:t> for determining </a:t>
            </a:r>
            <a:r>
              <a:rPr lang="en-US" sz="1800" b="1" strike="noStrike" spc="-1">
                <a:solidFill>
                  <a:srgbClr val="3366FF"/>
                </a:solidFill>
                <a:latin typeface="Helvetica Neue" panose="02000503000000020004"/>
                <a:ea typeface="Helvetica Neue" panose="02000503000000020004"/>
              </a:rPr>
              <a:t>bugs, single step </a:t>
            </a:r>
            <a:r>
              <a:rPr lang="en-US" sz="1800" b="0" strike="noStrike" spc="-1">
                <a:solidFill>
                  <a:schemeClr val="dk1"/>
                </a:solidFill>
                <a:latin typeface="Helvetica Neue" panose="02000503000000020004"/>
                <a:ea typeface="Helvetica Neue" panose="02000503000000020004"/>
              </a:rPr>
              <a:t>execution</a:t>
            </a:r>
            <a:endParaRPr lang="en-US" sz="1800" b="0" strike="noStrike" spc="-1">
              <a:solidFill>
                <a:srgbClr val="000000"/>
              </a:solidFill>
              <a:latin typeface="Arial" panose="020B0604020202090204"/>
            </a:endParaRPr>
          </a:p>
          <a:p>
            <a:pPr marL="742950" lvl="1" indent="-285750">
              <a:lnSpc>
                <a:spcPct val="100000"/>
              </a:lnSpc>
              <a:spcBef>
                <a:spcPts val="630"/>
              </a:spcBef>
              <a:buClr>
                <a:srgbClr val="CC6600"/>
              </a:buClr>
              <a:buFont typeface="Arial" panose="020B0604020202090204"/>
              <a:buChar char="●"/>
            </a:pPr>
            <a:r>
              <a:rPr lang="en-US" sz="1800" b="1" strike="noStrike" spc="-1">
                <a:solidFill>
                  <a:srgbClr val="3366FF"/>
                </a:solidFill>
                <a:latin typeface="Helvetica Neue" panose="02000503000000020004"/>
                <a:ea typeface="Helvetica Neue" panose="02000503000000020004"/>
              </a:rPr>
              <a:t>Locks</a:t>
            </a:r>
            <a:r>
              <a:rPr lang="en-US" sz="1800" b="0" strike="noStrike" spc="-1">
                <a:solidFill>
                  <a:schemeClr val="dk1"/>
                </a:solidFill>
                <a:latin typeface="Helvetica Neue" panose="02000503000000020004"/>
                <a:ea typeface="Helvetica Neue" panose="02000503000000020004"/>
              </a:rPr>
              <a:t> for managing access to shared data between processes</a:t>
            </a:r>
            <a:endParaRPr lang="en-US" sz="1800" b="0" strike="noStrike" spc="-1">
              <a:solidFill>
                <a:srgbClr val="000000"/>
              </a:solidFill>
              <a:latin typeface="Arial" panose="020B0604020202090204"/>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4" name="PlaceHolder 1"/>
          <p:cNvSpPr>
            <a:spLocks noGrp="1"/>
          </p:cNvSpPr>
          <p:nvPr>
            <p:ph type="title"/>
          </p:nvPr>
        </p:nvSpPr>
        <p:spPr>
          <a:xfrm>
            <a:off x="457200" y="198360"/>
            <a:ext cx="8228520" cy="575280"/>
          </a:xfrm>
          <a:prstGeom prst="rect">
            <a:avLst/>
          </a:prstGeom>
          <a:noFill/>
          <a:ln w="0">
            <a:noFill/>
          </a:ln>
        </p:spPr>
        <p:txBody>
          <a:bodyPr lIns="90000" tIns="45000" rIns="90000" bIns="45000" anchor="b">
            <a:noAutofit/>
          </a:bodyPr>
          <a:lstStyle/>
          <a:p>
            <a:pPr indent="0">
              <a:lnSpc>
                <a:spcPct val="100000"/>
              </a:lnSpc>
              <a:buNone/>
              <a:tabLst>
                <a:tab pos="0" algn="l"/>
              </a:tabLst>
            </a:pPr>
            <a:r>
              <a:rPr lang="en-US" sz="3200" b="1" strike="noStrike" spc="-1">
                <a:solidFill>
                  <a:srgbClr val="006699"/>
                </a:solidFill>
                <a:latin typeface="Arial" panose="020B0604020202090204"/>
                <a:ea typeface="Arial" panose="020B0604020202090204"/>
              </a:rPr>
              <a:t>Types of System Calls</a:t>
            </a:r>
            <a:endParaRPr lang="en-US" sz="3200" b="0" strike="noStrike" spc="-1">
              <a:solidFill>
                <a:srgbClr val="000000"/>
              </a:solidFill>
              <a:latin typeface="Arial" panose="020B0604020202090204"/>
            </a:endParaRPr>
          </a:p>
        </p:txBody>
      </p:sp>
      <p:sp>
        <p:nvSpPr>
          <p:cNvPr id="315" name="PlaceHolder 2"/>
          <p:cNvSpPr>
            <a:spLocks noGrp="1"/>
          </p:cNvSpPr>
          <p:nvPr>
            <p:ph/>
          </p:nvPr>
        </p:nvSpPr>
        <p:spPr>
          <a:xfrm>
            <a:off x="205920" y="1076400"/>
            <a:ext cx="8641440" cy="5147640"/>
          </a:xfrm>
          <a:prstGeom prst="rect">
            <a:avLst/>
          </a:prstGeom>
          <a:noFill/>
          <a:ln w="0">
            <a:noFill/>
          </a:ln>
        </p:spPr>
        <p:txBody>
          <a:bodyPr lIns="90000" tIns="45000" rIns="90000" bIns="45000" anchor="t">
            <a:noAutofit/>
          </a:bodyPr>
          <a:lstStyle/>
          <a:p>
            <a:pPr marL="342900" indent="-342900">
              <a:lnSpc>
                <a:spcPct val="100000"/>
              </a:lnSpc>
              <a:spcBef>
                <a:spcPts val="1000"/>
              </a:spcBef>
              <a:buClr>
                <a:srgbClr val="993300"/>
              </a:buClr>
              <a:buFont typeface="Arial" panose="020B0604020202090204"/>
              <a:buChar char="●"/>
            </a:pPr>
            <a:r>
              <a:rPr lang="en-US" sz="1800" b="0" strike="noStrike" spc="-1">
                <a:solidFill>
                  <a:schemeClr val="dk1"/>
                </a:solidFill>
                <a:latin typeface="Helvetica Neue" panose="02000503000000020004"/>
                <a:ea typeface="Helvetica Neue" panose="02000503000000020004"/>
              </a:rPr>
              <a:t>File management</a:t>
            </a:r>
            <a:endParaRPr lang="en-US" sz="1800" b="0" strike="noStrike" spc="-1">
              <a:solidFill>
                <a:srgbClr val="000000"/>
              </a:solidFill>
              <a:latin typeface="Arial" panose="020B0604020202090204"/>
            </a:endParaRPr>
          </a:p>
          <a:p>
            <a:pPr marL="742950" lvl="1" indent="-285750">
              <a:lnSpc>
                <a:spcPct val="100000"/>
              </a:lnSpc>
              <a:spcBef>
                <a:spcPts val="630"/>
              </a:spcBef>
              <a:buClr>
                <a:srgbClr val="CC6600"/>
              </a:buClr>
              <a:buFont typeface="Arial" panose="020B0604020202090204"/>
              <a:buChar char="●"/>
            </a:pPr>
            <a:r>
              <a:rPr lang="en-US" sz="1800" b="0" strike="noStrike" spc="-1">
                <a:solidFill>
                  <a:schemeClr val="dk1"/>
                </a:solidFill>
                <a:latin typeface="Helvetica Neue" panose="02000503000000020004"/>
                <a:ea typeface="Helvetica Neue" panose="02000503000000020004"/>
              </a:rPr>
              <a:t>create file, delete file</a:t>
            </a:r>
            <a:endParaRPr lang="en-US" sz="1800" b="0" strike="noStrike" spc="-1">
              <a:solidFill>
                <a:srgbClr val="000000"/>
              </a:solidFill>
              <a:latin typeface="Arial" panose="020B0604020202090204"/>
            </a:endParaRPr>
          </a:p>
          <a:p>
            <a:pPr marL="742950" lvl="1" indent="-285750">
              <a:lnSpc>
                <a:spcPct val="100000"/>
              </a:lnSpc>
              <a:spcBef>
                <a:spcPts val="630"/>
              </a:spcBef>
              <a:buClr>
                <a:srgbClr val="CC6600"/>
              </a:buClr>
              <a:buFont typeface="Arial" panose="020B0604020202090204"/>
              <a:buChar char="●"/>
            </a:pPr>
            <a:r>
              <a:rPr lang="en-US" sz="1800" b="0" strike="noStrike" spc="-1">
                <a:solidFill>
                  <a:schemeClr val="dk1"/>
                </a:solidFill>
                <a:latin typeface="Helvetica Neue" panose="02000503000000020004"/>
                <a:ea typeface="Helvetica Neue" panose="02000503000000020004"/>
              </a:rPr>
              <a:t>open, close file</a:t>
            </a:r>
            <a:endParaRPr lang="en-US" sz="1800" b="0" strike="noStrike" spc="-1">
              <a:solidFill>
                <a:srgbClr val="000000"/>
              </a:solidFill>
              <a:latin typeface="Arial" panose="020B0604020202090204"/>
            </a:endParaRPr>
          </a:p>
          <a:p>
            <a:pPr marL="742950" lvl="1" indent="-285750">
              <a:lnSpc>
                <a:spcPct val="100000"/>
              </a:lnSpc>
              <a:spcBef>
                <a:spcPts val="630"/>
              </a:spcBef>
              <a:buClr>
                <a:srgbClr val="CC6600"/>
              </a:buClr>
              <a:buFont typeface="Arial" panose="020B0604020202090204"/>
              <a:buChar char="●"/>
            </a:pPr>
            <a:r>
              <a:rPr lang="en-US" sz="1800" b="0" strike="noStrike" spc="-1">
                <a:solidFill>
                  <a:schemeClr val="dk1"/>
                </a:solidFill>
                <a:latin typeface="Helvetica Neue" panose="02000503000000020004"/>
                <a:ea typeface="Helvetica Neue" panose="02000503000000020004"/>
              </a:rPr>
              <a:t>read, write, reposition</a:t>
            </a:r>
            <a:endParaRPr lang="en-US" sz="1800" b="0" strike="noStrike" spc="-1">
              <a:solidFill>
                <a:srgbClr val="000000"/>
              </a:solidFill>
              <a:latin typeface="Arial" panose="020B0604020202090204"/>
            </a:endParaRPr>
          </a:p>
          <a:p>
            <a:pPr marL="742950" lvl="1" indent="-285750">
              <a:lnSpc>
                <a:spcPct val="100000"/>
              </a:lnSpc>
              <a:spcBef>
                <a:spcPts val="630"/>
              </a:spcBef>
              <a:buClr>
                <a:srgbClr val="CC6600"/>
              </a:buClr>
              <a:buFont typeface="Arial" panose="020B0604020202090204"/>
              <a:buChar char="●"/>
            </a:pPr>
            <a:r>
              <a:rPr lang="en-US" sz="1800" b="0" strike="noStrike" spc="-1">
                <a:solidFill>
                  <a:schemeClr val="dk1"/>
                </a:solidFill>
                <a:latin typeface="Helvetica Neue" panose="02000503000000020004"/>
                <a:ea typeface="Helvetica Neue" panose="02000503000000020004"/>
              </a:rPr>
              <a:t>get and set file attributes</a:t>
            </a:r>
            <a:endParaRPr lang="en-US" sz="1800" b="0" strike="noStrike" spc="-1">
              <a:solidFill>
                <a:srgbClr val="000000"/>
              </a:solidFill>
              <a:latin typeface="Arial" panose="020B0604020202090204"/>
            </a:endParaRPr>
          </a:p>
          <a:p>
            <a:pPr marL="457200" indent="0">
              <a:lnSpc>
                <a:spcPct val="100000"/>
              </a:lnSpc>
              <a:spcBef>
                <a:spcPts val="630"/>
              </a:spcBef>
              <a:buNone/>
              <a:tabLst>
                <a:tab pos="0" algn="l"/>
              </a:tabLst>
            </a:pPr>
            <a:endParaRPr lang="en-US" sz="2800" b="0" strike="noStrike" spc="-1">
              <a:solidFill>
                <a:srgbClr val="000000"/>
              </a:solidFill>
              <a:latin typeface="Arial" panose="020B0604020202090204"/>
            </a:endParaRPr>
          </a:p>
          <a:p>
            <a:pPr marL="342900" indent="-342900">
              <a:lnSpc>
                <a:spcPct val="100000"/>
              </a:lnSpc>
              <a:spcBef>
                <a:spcPts val="630"/>
              </a:spcBef>
              <a:buClr>
                <a:srgbClr val="993300"/>
              </a:buClr>
              <a:buFont typeface="Arial" panose="020B0604020202090204"/>
              <a:buChar char="●"/>
              <a:tabLst>
                <a:tab pos="0" algn="l"/>
              </a:tabLst>
            </a:pPr>
            <a:r>
              <a:rPr lang="en-US" sz="1800" b="0" strike="noStrike" spc="-1">
                <a:solidFill>
                  <a:schemeClr val="dk1"/>
                </a:solidFill>
                <a:latin typeface="Helvetica Neue" panose="02000503000000020004"/>
                <a:ea typeface="Helvetica Neue" panose="02000503000000020004"/>
              </a:rPr>
              <a:t>Device management</a:t>
            </a:r>
            <a:endParaRPr lang="en-US" sz="1800" b="0" strike="noStrike" spc="-1">
              <a:solidFill>
                <a:srgbClr val="000000"/>
              </a:solidFill>
              <a:latin typeface="Arial" panose="020B0604020202090204"/>
            </a:endParaRPr>
          </a:p>
          <a:p>
            <a:pPr marL="742950" lvl="1" indent="-285750">
              <a:lnSpc>
                <a:spcPct val="100000"/>
              </a:lnSpc>
              <a:spcBef>
                <a:spcPts val="630"/>
              </a:spcBef>
              <a:buClr>
                <a:srgbClr val="CC6600"/>
              </a:buClr>
              <a:buFont typeface="Arial" panose="020B0604020202090204"/>
              <a:buChar char="●"/>
              <a:tabLst>
                <a:tab pos="0" algn="l"/>
              </a:tabLst>
            </a:pPr>
            <a:r>
              <a:rPr lang="en-US" sz="1800" b="0" strike="noStrike" spc="-1">
                <a:solidFill>
                  <a:schemeClr val="dk1"/>
                </a:solidFill>
                <a:latin typeface="Helvetica Neue" panose="02000503000000020004"/>
                <a:ea typeface="Helvetica Neue" panose="02000503000000020004"/>
              </a:rPr>
              <a:t>request device, release device</a:t>
            </a:r>
            <a:endParaRPr lang="en-US" sz="1800" b="0" strike="noStrike" spc="-1">
              <a:solidFill>
                <a:srgbClr val="000000"/>
              </a:solidFill>
              <a:latin typeface="Arial" panose="020B0604020202090204"/>
            </a:endParaRPr>
          </a:p>
          <a:p>
            <a:pPr marL="742950" lvl="1" indent="-285750">
              <a:lnSpc>
                <a:spcPct val="100000"/>
              </a:lnSpc>
              <a:spcBef>
                <a:spcPts val="630"/>
              </a:spcBef>
              <a:buClr>
                <a:srgbClr val="CC6600"/>
              </a:buClr>
              <a:buFont typeface="Arial" panose="020B0604020202090204"/>
              <a:buChar char="●"/>
              <a:tabLst>
                <a:tab pos="0" algn="l"/>
              </a:tabLst>
            </a:pPr>
            <a:r>
              <a:rPr lang="en-US" sz="1800" b="0" strike="noStrike" spc="-1">
                <a:solidFill>
                  <a:schemeClr val="dk1"/>
                </a:solidFill>
                <a:latin typeface="Helvetica Neue" panose="02000503000000020004"/>
                <a:ea typeface="Helvetica Neue" panose="02000503000000020004"/>
              </a:rPr>
              <a:t>read, write, reposition</a:t>
            </a:r>
            <a:endParaRPr lang="en-US" sz="1800" b="0" strike="noStrike" spc="-1">
              <a:solidFill>
                <a:srgbClr val="000000"/>
              </a:solidFill>
              <a:latin typeface="Arial" panose="020B0604020202090204"/>
            </a:endParaRPr>
          </a:p>
          <a:p>
            <a:pPr marL="742950" lvl="1" indent="-285750">
              <a:lnSpc>
                <a:spcPct val="100000"/>
              </a:lnSpc>
              <a:spcBef>
                <a:spcPts val="630"/>
              </a:spcBef>
              <a:buClr>
                <a:srgbClr val="CC6600"/>
              </a:buClr>
              <a:buFont typeface="Arial" panose="020B0604020202090204"/>
              <a:buChar char="●"/>
              <a:tabLst>
                <a:tab pos="0" algn="l"/>
              </a:tabLst>
            </a:pPr>
            <a:r>
              <a:rPr lang="en-US" sz="1800" b="0" strike="noStrike" spc="-1">
                <a:solidFill>
                  <a:schemeClr val="dk1"/>
                </a:solidFill>
                <a:latin typeface="Helvetica Neue" panose="02000503000000020004"/>
                <a:ea typeface="Helvetica Neue" panose="02000503000000020004"/>
              </a:rPr>
              <a:t>get device attributes, set device attributes</a:t>
            </a:r>
            <a:endParaRPr lang="en-US" sz="1800" b="0" strike="noStrike" spc="-1">
              <a:solidFill>
                <a:srgbClr val="000000"/>
              </a:solidFill>
              <a:latin typeface="Arial" panose="020B0604020202090204"/>
            </a:endParaRPr>
          </a:p>
          <a:p>
            <a:pPr marL="742950" lvl="1" indent="-285750">
              <a:lnSpc>
                <a:spcPct val="100000"/>
              </a:lnSpc>
              <a:spcBef>
                <a:spcPts val="630"/>
              </a:spcBef>
              <a:buClr>
                <a:srgbClr val="CC6600"/>
              </a:buClr>
              <a:buFont typeface="Arial" panose="020B0604020202090204"/>
              <a:buChar char="●"/>
              <a:tabLst>
                <a:tab pos="0" algn="l"/>
              </a:tabLst>
            </a:pPr>
            <a:r>
              <a:rPr lang="en-US" sz="1800" b="0" strike="noStrike" spc="-1">
                <a:solidFill>
                  <a:schemeClr val="dk1"/>
                </a:solidFill>
                <a:latin typeface="Helvetica Neue" panose="02000503000000020004"/>
                <a:ea typeface="Helvetica Neue" panose="02000503000000020004"/>
              </a:rPr>
              <a:t>logically attach or detach devices</a:t>
            </a:r>
            <a:endParaRPr lang="en-US" sz="1800" b="0" strike="noStrike" spc="-1">
              <a:solidFill>
                <a:srgbClr val="000000"/>
              </a:solidFill>
              <a:latin typeface="Arial" panose="020B0604020202090204"/>
            </a:endParaRPr>
          </a:p>
          <a:p>
            <a:pPr marL="342900" indent="0">
              <a:lnSpc>
                <a:spcPct val="100000"/>
              </a:lnSpc>
              <a:spcBef>
                <a:spcPts val="630"/>
              </a:spcBef>
              <a:buNone/>
              <a:tabLst>
                <a:tab pos="0" algn="l"/>
              </a:tabLst>
            </a:pPr>
            <a:endParaRPr lang="en-US" sz="1800" b="0" strike="noStrike" spc="-1">
              <a:solidFill>
                <a:srgbClr val="000000"/>
              </a:solidFill>
              <a:latin typeface="Arial" panose="020B0604020202090204"/>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6" name="PlaceHolder 1"/>
          <p:cNvSpPr>
            <a:spLocks noGrp="1"/>
          </p:cNvSpPr>
          <p:nvPr>
            <p:ph type="title"/>
          </p:nvPr>
        </p:nvSpPr>
        <p:spPr>
          <a:xfrm>
            <a:off x="536400" y="198360"/>
            <a:ext cx="8228520" cy="575280"/>
          </a:xfrm>
          <a:prstGeom prst="rect">
            <a:avLst/>
          </a:prstGeom>
          <a:noFill/>
          <a:ln w="0">
            <a:noFill/>
          </a:ln>
        </p:spPr>
        <p:txBody>
          <a:bodyPr lIns="90000" tIns="45000" rIns="90000" bIns="45000" anchor="b">
            <a:noAutofit/>
          </a:bodyPr>
          <a:lstStyle/>
          <a:p>
            <a:pPr indent="0">
              <a:lnSpc>
                <a:spcPct val="100000"/>
              </a:lnSpc>
              <a:buNone/>
              <a:tabLst>
                <a:tab pos="0" algn="l"/>
              </a:tabLst>
            </a:pPr>
            <a:r>
              <a:rPr lang="en-US" sz="3200" b="1" strike="noStrike" spc="-1">
                <a:solidFill>
                  <a:srgbClr val="006699"/>
                </a:solidFill>
                <a:latin typeface="Arial" panose="020B0604020202090204"/>
                <a:ea typeface="Arial" panose="020B0604020202090204"/>
              </a:rPr>
              <a:t>Types of System Calls (Cont.)</a:t>
            </a:r>
            <a:endParaRPr lang="en-US" sz="3200" b="0" strike="noStrike" spc="-1">
              <a:solidFill>
                <a:srgbClr val="000000"/>
              </a:solidFill>
              <a:latin typeface="Arial" panose="020B0604020202090204"/>
            </a:endParaRPr>
          </a:p>
        </p:txBody>
      </p:sp>
      <p:sp>
        <p:nvSpPr>
          <p:cNvPr id="317" name="PlaceHolder 2"/>
          <p:cNvSpPr>
            <a:spLocks noGrp="1"/>
          </p:cNvSpPr>
          <p:nvPr>
            <p:ph/>
          </p:nvPr>
        </p:nvSpPr>
        <p:spPr>
          <a:xfrm>
            <a:off x="356400" y="1034640"/>
            <a:ext cx="8588880" cy="4885560"/>
          </a:xfrm>
          <a:prstGeom prst="rect">
            <a:avLst/>
          </a:prstGeom>
          <a:noFill/>
          <a:ln w="0">
            <a:noFill/>
          </a:ln>
        </p:spPr>
        <p:txBody>
          <a:bodyPr lIns="90000" tIns="45000" rIns="90000" bIns="45000" anchor="t">
            <a:noAutofit/>
          </a:bodyPr>
          <a:lstStyle/>
          <a:p>
            <a:pPr marL="342900" indent="-342900">
              <a:lnSpc>
                <a:spcPct val="100000"/>
              </a:lnSpc>
              <a:spcBef>
                <a:spcPts val="1000"/>
              </a:spcBef>
              <a:buClr>
                <a:srgbClr val="993300"/>
              </a:buClr>
              <a:buFont typeface="Arial" panose="020B0604020202090204"/>
              <a:buChar char="●"/>
            </a:pPr>
            <a:r>
              <a:rPr lang="en-US" sz="1800" b="0" strike="noStrike" spc="-1">
                <a:solidFill>
                  <a:schemeClr val="dk1"/>
                </a:solidFill>
                <a:latin typeface="Helvetica Neue" panose="02000503000000020004"/>
                <a:ea typeface="Helvetica Neue" panose="02000503000000020004"/>
              </a:rPr>
              <a:t>Information maintenance</a:t>
            </a:r>
            <a:endParaRPr lang="en-US" sz="1800" b="0" strike="noStrike" spc="-1">
              <a:solidFill>
                <a:srgbClr val="000000"/>
              </a:solidFill>
              <a:latin typeface="Arial" panose="020B0604020202090204"/>
            </a:endParaRPr>
          </a:p>
          <a:p>
            <a:pPr marL="742950" lvl="1" indent="-285750">
              <a:lnSpc>
                <a:spcPct val="100000"/>
              </a:lnSpc>
              <a:spcBef>
                <a:spcPts val="630"/>
              </a:spcBef>
              <a:buClr>
                <a:srgbClr val="CC6600"/>
              </a:buClr>
              <a:buFont typeface="Arial" panose="020B0604020202090204"/>
              <a:buChar char="●"/>
            </a:pPr>
            <a:r>
              <a:rPr lang="en-US" sz="1800" b="0" strike="noStrike" spc="-1">
                <a:solidFill>
                  <a:schemeClr val="dk1"/>
                </a:solidFill>
                <a:latin typeface="Helvetica Neue" panose="02000503000000020004"/>
                <a:ea typeface="Helvetica Neue" panose="02000503000000020004"/>
              </a:rPr>
              <a:t>get time or date, set time or date</a:t>
            </a:r>
            <a:endParaRPr lang="en-US" sz="1800" b="0" strike="noStrike" spc="-1">
              <a:solidFill>
                <a:srgbClr val="000000"/>
              </a:solidFill>
              <a:latin typeface="Arial" panose="020B0604020202090204"/>
            </a:endParaRPr>
          </a:p>
          <a:p>
            <a:pPr marL="742950" lvl="1" indent="-285750">
              <a:lnSpc>
                <a:spcPct val="100000"/>
              </a:lnSpc>
              <a:spcBef>
                <a:spcPts val="630"/>
              </a:spcBef>
              <a:buClr>
                <a:srgbClr val="CC6600"/>
              </a:buClr>
              <a:buFont typeface="Arial" panose="020B0604020202090204"/>
              <a:buChar char="●"/>
            </a:pPr>
            <a:r>
              <a:rPr lang="en-US" sz="1800" b="0" strike="noStrike" spc="-1">
                <a:solidFill>
                  <a:schemeClr val="dk1"/>
                </a:solidFill>
                <a:latin typeface="Helvetica Neue" panose="02000503000000020004"/>
                <a:ea typeface="Helvetica Neue" panose="02000503000000020004"/>
              </a:rPr>
              <a:t>get system data, set system data</a:t>
            </a:r>
            <a:endParaRPr lang="en-US" sz="1800" b="0" strike="noStrike" spc="-1">
              <a:solidFill>
                <a:srgbClr val="000000"/>
              </a:solidFill>
              <a:latin typeface="Arial" panose="020B0604020202090204"/>
            </a:endParaRPr>
          </a:p>
          <a:p>
            <a:pPr marL="742950" lvl="1" indent="-285750">
              <a:lnSpc>
                <a:spcPct val="100000"/>
              </a:lnSpc>
              <a:spcBef>
                <a:spcPts val="630"/>
              </a:spcBef>
              <a:buClr>
                <a:srgbClr val="CC6600"/>
              </a:buClr>
              <a:buFont typeface="Arial" panose="020B0604020202090204"/>
              <a:buChar char="●"/>
            </a:pPr>
            <a:r>
              <a:rPr lang="en-US" sz="1800" b="0" strike="noStrike" spc="-1">
                <a:solidFill>
                  <a:schemeClr val="dk1"/>
                </a:solidFill>
                <a:latin typeface="Helvetica Neue" panose="02000503000000020004"/>
                <a:ea typeface="Helvetica Neue" panose="02000503000000020004"/>
              </a:rPr>
              <a:t>get and set process, file, or device attributes</a:t>
            </a:r>
            <a:endParaRPr lang="en-US" sz="1800" b="0" strike="noStrike" spc="-1">
              <a:solidFill>
                <a:srgbClr val="000000"/>
              </a:solidFill>
              <a:latin typeface="Arial" panose="020B0604020202090204"/>
            </a:endParaRPr>
          </a:p>
          <a:p>
            <a:pPr marL="457200" indent="0">
              <a:lnSpc>
                <a:spcPct val="100000"/>
              </a:lnSpc>
              <a:spcBef>
                <a:spcPts val="630"/>
              </a:spcBef>
              <a:buNone/>
              <a:tabLst>
                <a:tab pos="0" algn="l"/>
              </a:tabLst>
            </a:pPr>
            <a:endParaRPr lang="en-US" sz="2800" b="0" strike="noStrike" spc="-1">
              <a:solidFill>
                <a:srgbClr val="000000"/>
              </a:solidFill>
              <a:latin typeface="Arial" panose="020B0604020202090204"/>
            </a:endParaRPr>
          </a:p>
          <a:p>
            <a:pPr marL="342900" indent="-342900">
              <a:lnSpc>
                <a:spcPct val="100000"/>
              </a:lnSpc>
              <a:spcBef>
                <a:spcPts val="630"/>
              </a:spcBef>
              <a:buClr>
                <a:srgbClr val="993300"/>
              </a:buClr>
              <a:buFont typeface="Arial" panose="020B0604020202090204"/>
              <a:buChar char="●"/>
              <a:tabLst>
                <a:tab pos="0" algn="l"/>
              </a:tabLst>
            </a:pPr>
            <a:r>
              <a:rPr lang="en-US" sz="1800" b="0" strike="noStrike" spc="-1">
                <a:solidFill>
                  <a:schemeClr val="dk1"/>
                </a:solidFill>
                <a:latin typeface="Helvetica Neue" panose="02000503000000020004"/>
                <a:ea typeface="Helvetica Neue" panose="02000503000000020004"/>
              </a:rPr>
              <a:t>Communications</a:t>
            </a:r>
            <a:endParaRPr lang="en-US" sz="1800" b="0" strike="noStrike" spc="-1">
              <a:solidFill>
                <a:srgbClr val="000000"/>
              </a:solidFill>
              <a:latin typeface="Arial" panose="020B0604020202090204"/>
            </a:endParaRPr>
          </a:p>
          <a:p>
            <a:pPr marL="742950" lvl="1" indent="-285750">
              <a:lnSpc>
                <a:spcPct val="100000"/>
              </a:lnSpc>
              <a:spcBef>
                <a:spcPts val="630"/>
              </a:spcBef>
              <a:buClr>
                <a:srgbClr val="CC6600"/>
              </a:buClr>
              <a:buFont typeface="Arial" panose="020B0604020202090204"/>
              <a:buChar char="●"/>
              <a:tabLst>
                <a:tab pos="0" algn="l"/>
              </a:tabLst>
            </a:pPr>
            <a:r>
              <a:rPr lang="en-US" sz="1800" b="0" strike="noStrike" spc="-1">
                <a:solidFill>
                  <a:schemeClr val="dk1"/>
                </a:solidFill>
                <a:latin typeface="Helvetica Neue" panose="02000503000000020004"/>
                <a:ea typeface="Helvetica Neue" panose="02000503000000020004"/>
              </a:rPr>
              <a:t>create, delete communication connection</a:t>
            </a:r>
            <a:endParaRPr lang="en-US" sz="1800" b="0" strike="noStrike" spc="-1">
              <a:solidFill>
                <a:srgbClr val="000000"/>
              </a:solidFill>
              <a:latin typeface="Arial" panose="020B0604020202090204"/>
            </a:endParaRPr>
          </a:p>
          <a:p>
            <a:pPr marL="742950" lvl="1" indent="-285750">
              <a:lnSpc>
                <a:spcPct val="100000"/>
              </a:lnSpc>
              <a:spcBef>
                <a:spcPts val="630"/>
              </a:spcBef>
              <a:buClr>
                <a:srgbClr val="CC6600"/>
              </a:buClr>
              <a:buFont typeface="Arial" panose="020B0604020202090204"/>
              <a:buChar char="●"/>
              <a:tabLst>
                <a:tab pos="0" algn="l"/>
              </a:tabLst>
            </a:pPr>
            <a:r>
              <a:rPr lang="en-US" sz="1800" b="0" strike="noStrike" spc="-1">
                <a:solidFill>
                  <a:schemeClr val="dk1"/>
                </a:solidFill>
                <a:latin typeface="Helvetica Neue" panose="02000503000000020004"/>
                <a:ea typeface="Helvetica Neue" panose="02000503000000020004"/>
              </a:rPr>
              <a:t>send, receive messages if </a:t>
            </a:r>
            <a:r>
              <a:rPr lang="en-US" sz="1800" b="1" strike="noStrike" spc="-1">
                <a:solidFill>
                  <a:srgbClr val="3366FF"/>
                </a:solidFill>
                <a:latin typeface="Helvetica Neue" panose="02000503000000020004"/>
                <a:ea typeface="Helvetica Neue" panose="02000503000000020004"/>
              </a:rPr>
              <a:t>message passing model </a:t>
            </a:r>
            <a:r>
              <a:rPr lang="en-US" sz="1800" b="0" strike="noStrike" spc="-1">
                <a:solidFill>
                  <a:schemeClr val="dk1"/>
                </a:solidFill>
                <a:latin typeface="Helvetica Neue" panose="02000503000000020004"/>
                <a:ea typeface="Helvetica Neue" panose="02000503000000020004"/>
              </a:rPr>
              <a:t>to </a:t>
            </a:r>
            <a:r>
              <a:rPr lang="en-US" sz="1800" b="1" strike="noStrike" spc="-1">
                <a:solidFill>
                  <a:srgbClr val="3366FF"/>
                </a:solidFill>
                <a:latin typeface="Helvetica Neue" panose="02000503000000020004"/>
                <a:ea typeface="Helvetica Neue" panose="02000503000000020004"/>
              </a:rPr>
              <a:t>host name</a:t>
            </a:r>
            <a:r>
              <a:rPr lang="en-US" sz="1800" b="0" strike="noStrike" spc="-1">
                <a:solidFill>
                  <a:schemeClr val="dk1"/>
                </a:solidFill>
                <a:latin typeface="Helvetica Neue" panose="02000503000000020004"/>
                <a:ea typeface="Helvetica Neue" panose="02000503000000020004"/>
              </a:rPr>
              <a:t> or </a:t>
            </a:r>
            <a:r>
              <a:rPr lang="en-US" sz="1800" b="1" strike="noStrike" spc="-1">
                <a:solidFill>
                  <a:srgbClr val="3366FF"/>
                </a:solidFill>
                <a:latin typeface="Helvetica Neue" panose="02000503000000020004"/>
                <a:ea typeface="Helvetica Neue" panose="02000503000000020004"/>
              </a:rPr>
              <a:t>process name</a:t>
            </a:r>
            <a:endParaRPr lang="en-US" sz="1800" b="0" strike="noStrike" spc="-1">
              <a:solidFill>
                <a:srgbClr val="000000"/>
              </a:solidFill>
              <a:latin typeface="Arial" panose="020B0604020202090204"/>
            </a:endParaRPr>
          </a:p>
          <a:p>
            <a:pPr marL="1143000" lvl="2" indent="-285750">
              <a:lnSpc>
                <a:spcPct val="100000"/>
              </a:lnSpc>
              <a:spcBef>
                <a:spcPts val="630"/>
              </a:spcBef>
              <a:buClr>
                <a:srgbClr val="009900"/>
              </a:buClr>
              <a:buFont typeface="Noto Sans Symbols"/>
              <a:buChar char="❑"/>
              <a:tabLst>
                <a:tab pos="0" algn="l"/>
              </a:tabLst>
            </a:pPr>
            <a:r>
              <a:rPr lang="en-US" sz="1800" b="0" strike="noStrike" spc="-1">
                <a:solidFill>
                  <a:schemeClr val="dk1"/>
                </a:solidFill>
                <a:latin typeface="Helvetica Neue" panose="02000503000000020004"/>
                <a:ea typeface="Helvetica Neue" panose="02000503000000020004"/>
              </a:rPr>
              <a:t>From</a:t>
            </a:r>
            <a:r>
              <a:rPr lang="en-US" sz="1800" b="1" strike="noStrike" spc="-1">
                <a:solidFill>
                  <a:srgbClr val="3366FF"/>
                </a:solidFill>
                <a:latin typeface="Helvetica Neue" panose="02000503000000020004"/>
                <a:ea typeface="Helvetica Neue" panose="02000503000000020004"/>
              </a:rPr>
              <a:t> client </a:t>
            </a:r>
            <a:r>
              <a:rPr lang="en-US" sz="1800" b="0" strike="noStrike" spc="-1">
                <a:solidFill>
                  <a:schemeClr val="dk1"/>
                </a:solidFill>
                <a:latin typeface="Helvetica Neue" panose="02000503000000020004"/>
                <a:ea typeface="Helvetica Neue" panose="02000503000000020004"/>
              </a:rPr>
              <a:t>to</a:t>
            </a:r>
            <a:r>
              <a:rPr lang="en-US" sz="1800" b="1" strike="noStrike" spc="-1">
                <a:solidFill>
                  <a:srgbClr val="3366FF"/>
                </a:solidFill>
                <a:latin typeface="Helvetica Neue" panose="02000503000000020004"/>
                <a:ea typeface="Helvetica Neue" panose="02000503000000020004"/>
              </a:rPr>
              <a:t> server</a:t>
            </a:r>
            <a:endParaRPr lang="en-US" sz="1800" b="0" strike="noStrike" spc="-1">
              <a:solidFill>
                <a:srgbClr val="000000"/>
              </a:solidFill>
              <a:latin typeface="Arial" panose="020B0604020202090204"/>
            </a:endParaRPr>
          </a:p>
          <a:p>
            <a:pPr marL="742950" lvl="1" indent="-285750">
              <a:lnSpc>
                <a:spcPct val="100000"/>
              </a:lnSpc>
              <a:spcBef>
                <a:spcPts val="630"/>
              </a:spcBef>
              <a:buClr>
                <a:srgbClr val="CC6600"/>
              </a:buClr>
              <a:buFont typeface="Arial" panose="020B0604020202090204"/>
              <a:buChar char="●"/>
              <a:tabLst>
                <a:tab pos="0" algn="l"/>
              </a:tabLst>
            </a:pPr>
            <a:r>
              <a:rPr lang="en-US" sz="1800" b="1" strike="noStrike" spc="-1">
                <a:solidFill>
                  <a:srgbClr val="3366FF"/>
                </a:solidFill>
                <a:latin typeface="Helvetica Neue" panose="02000503000000020004"/>
                <a:ea typeface="Helvetica Neue" panose="02000503000000020004"/>
              </a:rPr>
              <a:t>Shared-memory model </a:t>
            </a:r>
            <a:r>
              <a:rPr lang="en-US" sz="1800" b="0" strike="noStrike" spc="-1">
                <a:solidFill>
                  <a:schemeClr val="dk1"/>
                </a:solidFill>
                <a:latin typeface="Helvetica Neue" panose="02000503000000020004"/>
                <a:ea typeface="Helvetica Neue" panose="02000503000000020004"/>
              </a:rPr>
              <a:t>create and gain access to memory regions</a:t>
            </a:r>
            <a:endParaRPr lang="en-US" sz="1800" b="0" strike="noStrike" spc="-1">
              <a:solidFill>
                <a:srgbClr val="000000"/>
              </a:solidFill>
              <a:latin typeface="Arial" panose="020B0604020202090204"/>
            </a:endParaRPr>
          </a:p>
          <a:p>
            <a:pPr marL="742950" lvl="1" indent="-285750">
              <a:lnSpc>
                <a:spcPct val="100000"/>
              </a:lnSpc>
              <a:spcBef>
                <a:spcPts val="630"/>
              </a:spcBef>
              <a:buClr>
                <a:srgbClr val="CC6600"/>
              </a:buClr>
              <a:buFont typeface="Arial" panose="020B0604020202090204"/>
              <a:buChar char="●"/>
              <a:tabLst>
                <a:tab pos="0" algn="l"/>
              </a:tabLst>
            </a:pPr>
            <a:r>
              <a:rPr lang="en-US" sz="1800" b="0" strike="noStrike" spc="-1">
                <a:solidFill>
                  <a:schemeClr val="dk1"/>
                </a:solidFill>
                <a:latin typeface="Helvetica Neue" panose="02000503000000020004"/>
                <a:ea typeface="Helvetica Neue" panose="02000503000000020004"/>
              </a:rPr>
              <a:t>transfer status information</a:t>
            </a:r>
            <a:endParaRPr lang="en-US" sz="1800" b="0" strike="noStrike" spc="-1">
              <a:solidFill>
                <a:srgbClr val="000000"/>
              </a:solidFill>
              <a:latin typeface="Arial" panose="020B0604020202090204"/>
            </a:endParaRPr>
          </a:p>
          <a:p>
            <a:pPr marL="742950" lvl="1" indent="-285750">
              <a:lnSpc>
                <a:spcPct val="100000"/>
              </a:lnSpc>
              <a:spcBef>
                <a:spcPts val="630"/>
              </a:spcBef>
              <a:buClr>
                <a:srgbClr val="CC6600"/>
              </a:buClr>
              <a:buFont typeface="Arial" panose="020B0604020202090204"/>
              <a:buChar char="●"/>
              <a:tabLst>
                <a:tab pos="0" algn="l"/>
              </a:tabLst>
            </a:pPr>
            <a:r>
              <a:rPr lang="en-US" sz="1800" b="0" strike="noStrike" spc="-1">
                <a:solidFill>
                  <a:schemeClr val="dk1"/>
                </a:solidFill>
                <a:latin typeface="Helvetica Neue" panose="02000503000000020004"/>
                <a:ea typeface="Helvetica Neue" panose="02000503000000020004"/>
              </a:rPr>
              <a:t>attach and detach remote devices</a:t>
            </a:r>
            <a:endParaRPr lang="en-US" sz="1800" b="0" strike="noStrike" spc="-1">
              <a:solidFill>
                <a:srgbClr val="000000"/>
              </a:solidFill>
              <a:latin typeface="Arial" panose="020B0604020202090204"/>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8" name="PlaceHolder 1"/>
          <p:cNvSpPr>
            <a:spLocks noGrp="1"/>
          </p:cNvSpPr>
          <p:nvPr>
            <p:ph type="title"/>
          </p:nvPr>
        </p:nvSpPr>
        <p:spPr>
          <a:xfrm>
            <a:off x="504720" y="198360"/>
            <a:ext cx="8228520" cy="575280"/>
          </a:xfrm>
          <a:prstGeom prst="rect">
            <a:avLst/>
          </a:prstGeom>
          <a:noFill/>
          <a:ln w="0">
            <a:noFill/>
          </a:ln>
        </p:spPr>
        <p:txBody>
          <a:bodyPr lIns="90000" tIns="45000" rIns="90000" bIns="45000" anchor="b">
            <a:noAutofit/>
          </a:bodyPr>
          <a:lstStyle/>
          <a:p>
            <a:pPr indent="0">
              <a:lnSpc>
                <a:spcPct val="100000"/>
              </a:lnSpc>
              <a:buNone/>
              <a:tabLst>
                <a:tab pos="0" algn="l"/>
              </a:tabLst>
            </a:pPr>
            <a:r>
              <a:rPr lang="en-US" sz="3200" b="1" strike="noStrike" spc="-1">
                <a:solidFill>
                  <a:srgbClr val="006699"/>
                </a:solidFill>
                <a:latin typeface="Arial" panose="020B0604020202090204"/>
                <a:ea typeface="Arial" panose="020B0604020202090204"/>
              </a:rPr>
              <a:t>Types of System Calls (Cont.)</a:t>
            </a:r>
            <a:endParaRPr lang="en-US" sz="3200" b="0" strike="noStrike" spc="-1">
              <a:solidFill>
                <a:srgbClr val="000000"/>
              </a:solidFill>
              <a:latin typeface="Arial" panose="020B0604020202090204"/>
            </a:endParaRPr>
          </a:p>
        </p:txBody>
      </p:sp>
      <p:sp>
        <p:nvSpPr>
          <p:cNvPr id="319" name="PlaceHolder 2"/>
          <p:cNvSpPr>
            <a:spLocks noGrp="1"/>
          </p:cNvSpPr>
          <p:nvPr>
            <p:ph/>
          </p:nvPr>
        </p:nvSpPr>
        <p:spPr>
          <a:xfrm>
            <a:off x="353880" y="1048680"/>
            <a:ext cx="8228520" cy="4529520"/>
          </a:xfrm>
          <a:prstGeom prst="rect">
            <a:avLst/>
          </a:prstGeom>
          <a:noFill/>
          <a:ln w="0">
            <a:noFill/>
          </a:ln>
        </p:spPr>
        <p:txBody>
          <a:bodyPr lIns="90000" tIns="45000" rIns="90000" bIns="45000" anchor="t">
            <a:noAutofit/>
          </a:bodyPr>
          <a:lstStyle/>
          <a:p>
            <a:pPr marL="342900" indent="-342900">
              <a:lnSpc>
                <a:spcPct val="100000"/>
              </a:lnSpc>
              <a:spcBef>
                <a:spcPts val="1000"/>
              </a:spcBef>
              <a:buClr>
                <a:srgbClr val="993300"/>
              </a:buClr>
              <a:buFont typeface="Arial" panose="020B0604020202090204"/>
              <a:buChar char="●"/>
            </a:pPr>
            <a:r>
              <a:rPr lang="en-US" sz="1800" b="0" strike="noStrike" spc="-1">
                <a:solidFill>
                  <a:schemeClr val="dk1"/>
                </a:solidFill>
                <a:latin typeface="Helvetica Neue" panose="02000503000000020004"/>
                <a:ea typeface="Helvetica Neue" panose="02000503000000020004"/>
              </a:rPr>
              <a:t>Protection</a:t>
            </a:r>
            <a:endParaRPr lang="en-US" sz="1800" b="0" strike="noStrike" spc="-1">
              <a:solidFill>
                <a:srgbClr val="000000"/>
              </a:solidFill>
              <a:latin typeface="Arial" panose="020B0604020202090204"/>
            </a:endParaRPr>
          </a:p>
          <a:p>
            <a:pPr marL="742950" lvl="1" indent="-285750">
              <a:lnSpc>
                <a:spcPct val="100000"/>
              </a:lnSpc>
              <a:spcBef>
                <a:spcPts val="630"/>
              </a:spcBef>
              <a:buClr>
                <a:srgbClr val="CC6600"/>
              </a:buClr>
              <a:buFont typeface="Arial" panose="020B0604020202090204"/>
              <a:buChar char="●"/>
            </a:pPr>
            <a:r>
              <a:rPr lang="en-US" sz="1800" b="0" strike="noStrike" spc="-1">
                <a:solidFill>
                  <a:schemeClr val="dk1"/>
                </a:solidFill>
                <a:latin typeface="Helvetica Neue" panose="02000503000000020004"/>
                <a:ea typeface="Helvetica Neue" panose="02000503000000020004"/>
              </a:rPr>
              <a:t>Control access to resources</a:t>
            </a:r>
            <a:endParaRPr lang="en-US" sz="1800" b="0" strike="noStrike" spc="-1">
              <a:solidFill>
                <a:srgbClr val="000000"/>
              </a:solidFill>
              <a:latin typeface="Arial" panose="020B0604020202090204"/>
            </a:endParaRPr>
          </a:p>
          <a:p>
            <a:pPr marL="742950" lvl="1" indent="-285750">
              <a:lnSpc>
                <a:spcPct val="100000"/>
              </a:lnSpc>
              <a:spcBef>
                <a:spcPts val="630"/>
              </a:spcBef>
              <a:buClr>
                <a:srgbClr val="CC6600"/>
              </a:buClr>
              <a:buFont typeface="Arial" panose="020B0604020202090204"/>
              <a:buChar char="●"/>
            </a:pPr>
            <a:r>
              <a:rPr lang="en-US" sz="1800" b="0" strike="noStrike" spc="-1">
                <a:solidFill>
                  <a:schemeClr val="dk1"/>
                </a:solidFill>
                <a:latin typeface="Helvetica Neue" panose="02000503000000020004"/>
                <a:ea typeface="Helvetica Neue" panose="02000503000000020004"/>
              </a:rPr>
              <a:t>Get and set permissions</a:t>
            </a:r>
            <a:endParaRPr lang="en-US" sz="1800" b="0" strike="noStrike" spc="-1">
              <a:solidFill>
                <a:srgbClr val="000000"/>
              </a:solidFill>
              <a:latin typeface="Arial" panose="020B0604020202090204"/>
            </a:endParaRPr>
          </a:p>
          <a:p>
            <a:pPr marL="742950" lvl="1" indent="-285750">
              <a:lnSpc>
                <a:spcPct val="100000"/>
              </a:lnSpc>
              <a:spcBef>
                <a:spcPts val="630"/>
              </a:spcBef>
              <a:buClr>
                <a:srgbClr val="CC6600"/>
              </a:buClr>
              <a:buFont typeface="Arial" panose="020B0604020202090204"/>
              <a:buChar char="●"/>
            </a:pPr>
            <a:r>
              <a:rPr lang="en-US" sz="1800" b="0" strike="noStrike" spc="-1">
                <a:solidFill>
                  <a:schemeClr val="dk1"/>
                </a:solidFill>
                <a:latin typeface="Helvetica Neue" panose="02000503000000020004"/>
                <a:ea typeface="Helvetica Neue" panose="02000503000000020004"/>
              </a:rPr>
              <a:t>Allow and deny user access</a:t>
            </a:r>
            <a:endParaRPr lang="en-US" sz="1800" b="0" strike="noStrike" spc="-1">
              <a:solidFill>
                <a:srgbClr val="000000"/>
              </a:solidFill>
              <a:latin typeface="Arial" panose="020B0604020202090204"/>
            </a:endParaRPr>
          </a:p>
          <a:p>
            <a:pPr marL="342900" indent="0">
              <a:lnSpc>
                <a:spcPct val="100000"/>
              </a:lnSpc>
              <a:spcBef>
                <a:spcPts val="630"/>
              </a:spcBef>
              <a:buNone/>
              <a:tabLst>
                <a:tab pos="0" algn="l"/>
              </a:tabLst>
            </a:pPr>
            <a:endParaRPr lang="en-US" sz="1800" b="0" strike="noStrike" spc="-1">
              <a:solidFill>
                <a:srgbClr val="000000"/>
              </a:solidFill>
              <a:latin typeface="Arial" panose="020B0604020202090204"/>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0" name="PlaceHolder 1"/>
          <p:cNvSpPr>
            <a:spLocks noGrp="1"/>
          </p:cNvSpPr>
          <p:nvPr>
            <p:ph type="title"/>
          </p:nvPr>
        </p:nvSpPr>
        <p:spPr>
          <a:xfrm>
            <a:off x="117360" y="87840"/>
            <a:ext cx="7647480" cy="575280"/>
          </a:xfrm>
          <a:prstGeom prst="rect">
            <a:avLst/>
          </a:prstGeom>
          <a:noFill/>
          <a:ln w="0">
            <a:noFill/>
          </a:ln>
        </p:spPr>
        <p:txBody>
          <a:bodyPr lIns="90000" tIns="45000" rIns="90000" bIns="45000" anchor="b">
            <a:noAutofit/>
          </a:bodyPr>
          <a:lstStyle/>
          <a:p>
            <a:pPr indent="0">
              <a:lnSpc>
                <a:spcPct val="100000"/>
              </a:lnSpc>
              <a:buNone/>
              <a:tabLst>
                <a:tab pos="0" algn="l"/>
              </a:tabLst>
            </a:pPr>
            <a:r>
              <a:rPr lang="en-US" sz="2400" b="1" strike="noStrike" spc="-1">
                <a:solidFill>
                  <a:srgbClr val="006699"/>
                </a:solidFill>
                <a:latin typeface="Arial" panose="020B0604020202090204"/>
                <a:ea typeface="Arial" panose="020B0604020202090204"/>
              </a:rPr>
              <a:t>Examples of Windows and  Unix System Calls</a:t>
            </a:r>
            <a:endParaRPr lang="en-US" sz="2400" b="0" strike="noStrike" spc="-1">
              <a:solidFill>
                <a:srgbClr val="000000"/>
              </a:solidFill>
              <a:latin typeface="Arial" panose="020B0604020202090204"/>
            </a:endParaRPr>
          </a:p>
        </p:txBody>
      </p:sp>
      <p:pic>
        <p:nvPicPr>
          <p:cNvPr id="321" name="Google Shape;194;p 2" descr="OS8-p61"/>
          <p:cNvPicPr/>
          <p:nvPr/>
        </p:nvPicPr>
        <p:blipFill>
          <a:blip r:embed="rId2"/>
          <a:stretch>
            <a:fillRect/>
          </a:stretch>
        </p:blipFill>
        <p:spPr>
          <a:xfrm>
            <a:off x="117360" y="979200"/>
            <a:ext cx="8840880" cy="5522400"/>
          </a:xfrm>
          <a:prstGeom prst="rect">
            <a:avLst/>
          </a:prstGeom>
          <a:ln w="0">
            <a:noFill/>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2" name="PlaceHolder 1"/>
          <p:cNvSpPr>
            <a:spLocks noGrp="1"/>
          </p:cNvSpPr>
          <p:nvPr>
            <p:ph type="title"/>
          </p:nvPr>
        </p:nvSpPr>
        <p:spPr>
          <a:xfrm>
            <a:off x="457200" y="184320"/>
            <a:ext cx="8228520" cy="575280"/>
          </a:xfrm>
          <a:prstGeom prst="rect">
            <a:avLst/>
          </a:prstGeom>
          <a:noFill/>
          <a:ln w="0">
            <a:noFill/>
          </a:ln>
        </p:spPr>
        <p:txBody>
          <a:bodyPr lIns="90000" tIns="45000" rIns="90000" bIns="45000" anchor="b">
            <a:noAutofit/>
          </a:bodyPr>
          <a:lstStyle/>
          <a:p>
            <a:pPr indent="0">
              <a:lnSpc>
                <a:spcPct val="100000"/>
              </a:lnSpc>
              <a:buNone/>
              <a:tabLst>
                <a:tab pos="0" algn="l"/>
              </a:tabLst>
            </a:pPr>
            <a:r>
              <a:rPr lang="en-US" sz="3200" b="1" strike="noStrike" spc="-1">
                <a:solidFill>
                  <a:srgbClr val="006699"/>
                </a:solidFill>
                <a:latin typeface="Arial" panose="020B0604020202090204"/>
                <a:ea typeface="Arial" panose="020B0604020202090204"/>
              </a:rPr>
              <a:t>Standard C Library Example</a:t>
            </a:r>
            <a:endParaRPr lang="en-US" sz="3200" b="0" strike="noStrike" spc="-1">
              <a:solidFill>
                <a:srgbClr val="000000"/>
              </a:solidFill>
              <a:latin typeface="Arial" panose="020B0604020202090204"/>
            </a:endParaRPr>
          </a:p>
        </p:txBody>
      </p:sp>
      <p:sp>
        <p:nvSpPr>
          <p:cNvPr id="323" name="PlaceHolder 2"/>
          <p:cNvSpPr>
            <a:spLocks noGrp="1"/>
          </p:cNvSpPr>
          <p:nvPr>
            <p:ph/>
          </p:nvPr>
        </p:nvSpPr>
        <p:spPr>
          <a:xfrm>
            <a:off x="323280" y="960480"/>
            <a:ext cx="8362440" cy="5289840"/>
          </a:xfrm>
          <a:prstGeom prst="rect">
            <a:avLst/>
          </a:prstGeom>
          <a:noFill/>
          <a:ln w="0">
            <a:noFill/>
          </a:ln>
        </p:spPr>
        <p:txBody>
          <a:bodyPr lIns="90000" tIns="45000" rIns="90000" bIns="45000" anchor="t">
            <a:noAutofit/>
          </a:bodyPr>
          <a:lstStyle/>
          <a:p>
            <a:pPr marL="342900" indent="-342900">
              <a:lnSpc>
                <a:spcPct val="100000"/>
              </a:lnSpc>
              <a:spcBef>
                <a:spcPts val="1000"/>
              </a:spcBef>
              <a:buClr>
                <a:srgbClr val="993300"/>
              </a:buClr>
              <a:buFont typeface="Arial" panose="020B0604020202090204"/>
              <a:buChar char="●"/>
            </a:pPr>
            <a:r>
              <a:rPr lang="en-US" sz="1800" b="0" strike="noStrike" spc="-1">
                <a:solidFill>
                  <a:schemeClr val="dk1"/>
                </a:solidFill>
                <a:latin typeface="Helvetica Neue" panose="02000503000000020004"/>
                <a:ea typeface="Helvetica Neue" panose="02000503000000020004"/>
              </a:rPr>
              <a:t>C program invoking printf() library call, which calls write() system call</a:t>
            </a:r>
            <a:endParaRPr lang="en-US" sz="1800" b="0" strike="noStrike" spc="-1">
              <a:solidFill>
                <a:srgbClr val="000000"/>
              </a:solidFill>
              <a:latin typeface="Arial" panose="020B0604020202090204"/>
            </a:endParaRPr>
          </a:p>
        </p:txBody>
      </p:sp>
      <p:pic>
        <p:nvPicPr>
          <p:cNvPr id="324" name="Google Shape;202;p 2" descr="Screen Shot 2012-12-01 at 1.12.03 PM.png"/>
          <p:cNvPicPr/>
          <p:nvPr/>
        </p:nvPicPr>
        <p:blipFill>
          <a:blip r:embed="rId3"/>
          <a:stretch>
            <a:fillRect/>
          </a:stretch>
        </p:blipFill>
        <p:spPr>
          <a:xfrm>
            <a:off x="1902600" y="1498680"/>
            <a:ext cx="5032800" cy="4752000"/>
          </a:xfrm>
          <a:prstGeom prst="rect">
            <a:avLst/>
          </a:prstGeom>
          <a:ln w="0">
            <a:noFill/>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5" name="PlaceHolder 1"/>
          <p:cNvSpPr>
            <a:spLocks noGrp="1"/>
          </p:cNvSpPr>
          <p:nvPr>
            <p:ph type="title"/>
          </p:nvPr>
        </p:nvSpPr>
        <p:spPr>
          <a:xfrm>
            <a:off x="457200" y="141120"/>
            <a:ext cx="8228520" cy="575280"/>
          </a:xfrm>
          <a:prstGeom prst="rect">
            <a:avLst/>
          </a:prstGeom>
          <a:noFill/>
          <a:ln w="0">
            <a:noFill/>
          </a:ln>
        </p:spPr>
        <p:txBody>
          <a:bodyPr lIns="90000" tIns="45000" rIns="90000" bIns="45000" anchor="b">
            <a:noAutofit/>
          </a:bodyPr>
          <a:lstStyle/>
          <a:p>
            <a:pPr indent="0">
              <a:lnSpc>
                <a:spcPct val="100000"/>
              </a:lnSpc>
              <a:buNone/>
              <a:tabLst>
                <a:tab pos="0" algn="l"/>
              </a:tabLst>
            </a:pPr>
            <a:r>
              <a:rPr lang="en-US" sz="3200" b="1" strike="noStrike" spc="-1">
                <a:solidFill>
                  <a:srgbClr val="006699"/>
                </a:solidFill>
                <a:latin typeface="Arial" panose="020B0604020202090204"/>
                <a:ea typeface="Arial" panose="020B0604020202090204"/>
              </a:rPr>
              <a:t>Example: MS-DOS</a:t>
            </a:r>
            <a:endParaRPr lang="en-US" sz="3200" b="0" strike="noStrike" spc="-1">
              <a:solidFill>
                <a:srgbClr val="000000"/>
              </a:solidFill>
              <a:latin typeface="Arial" panose="020B0604020202090204"/>
            </a:endParaRPr>
          </a:p>
        </p:txBody>
      </p:sp>
      <p:sp>
        <p:nvSpPr>
          <p:cNvPr id="326" name="PlaceHolder 2"/>
          <p:cNvSpPr>
            <a:spLocks noGrp="1"/>
          </p:cNvSpPr>
          <p:nvPr>
            <p:ph/>
          </p:nvPr>
        </p:nvSpPr>
        <p:spPr>
          <a:xfrm>
            <a:off x="612360" y="1252080"/>
            <a:ext cx="3524760" cy="4593240"/>
          </a:xfrm>
          <a:prstGeom prst="rect">
            <a:avLst/>
          </a:prstGeom>
          <a:noFill/>
          <a:ln w="0">
            <a:noFill/>
          </a:ln>
        </p:spPr>
        <p:txBody>
          <a:bodyPr lIns="90000" tIns="45000" rIns="90000" bIns="45000" anchor="t">
            <a:noAutofit/>
          </a:bodyPr>
          <a:lstStyle/>
          <a:p>
            <a:pPr marL="342900" indent="-342900">
              <a:lnSpc>
                <a:spcPct val="100000"/>
              </a:lnSpc>
              <a:spcBef>
                <a:spcPts val="1000"/>
              </a:spcBef>
              <a:buClr>
                <a:srgbClr val="993300"/>
              </a:buClr>
              <a:buFont typeface="Arial" panose="020B0604020202090204"/>
              <a:buChar char="●"/>
            </a:pPr>
            <a:r>
              <a:rPr lang="en-US" sz="1800" b="0" strike="noStrike" spc="-1">
                <a:solidFill>
                  <a:schemeClr val="dk1"/>
                </a:solidFill>
                <a:latin typeface="Helvetica Neue" panose="02000503000000020004"/>
                <a:ea typeface="Helvetica Neue" panose="02000503000000020004"/>
              </a:rPr>
              <a:t>Single-tasking</a:t>
            </a:r>
            <a:endParaRPr lang="en-US" sz="1800" b="0" strike="noStrike" spc="-1">
              <a:solidFill>
                <a:srgbClr val="000000"/>
              </a:solidFill>
              <a:latin typeface="Arial" panose="020B0604020202090204"/>
            </a:endParaRPr>
          </a:p>
          <a:p>
            <a:pPr marL="342900" indent="-342900">
              <a:lnSpc>
                <a:spcPct val="100000"/>
              </a:lnSpc>
              <a:spcBef>
                <a:spcPts val="630"/>
              </a:spcBef>
              <a:buClr>
                <a:srgbClr val="993300"/>
              </a:buClr>
              <a:buFont typeface="Arial" panose="020B0604020202090204"/>
              <a:buChar char="●"/>
            </a:pPr>
            <a:r>
              <a:rPr lang="en-US" sz="1800" b="0" strike="noStrike" spc="-1">
                <a:solidFill>
                  <a:schemeClr val="dk1"/>
                </a:solidFill>
                <a:latin typeface="Helvetica Neue" panose="02000503000000020004"/>
                <a:ea typeface="Helvetica Neue" panose="02000503000000020004"/>
              </a:rPr>
              <a:t>Shell invoked when system booted</a:t>
            </a:r>
            <a:endParaRPr lang="en-US" sz="1800" b="0" strike="noStrike" spc="-1">
              <a:solidFill>
                <a:srgbClr val="000000"/>
              </a:solidFill>
              <a:latin typeface="Arial" panose="020B0604020202090204"/>
            </a:endParaRPr>
          </a:p>
          <a:p>
            <a:pPr marL="342900" indent="-342900">
              <a:lnSpc>
                <a:spcPct val="100000"/>
              </a:lnSpc>
              <a:spcBef>
                <a:spcPts val="630"/>
              </a:spcBef>
              <a:buClr>
                <a:srgbClr val="993300"/>
              </a:buClr>
              <a:buFont typeface="Arial" panose="020B0604020202090204"/>
              <a:buChar char="●"/>
            </a:pPr>
            <a:r>
              <a:rPr lang="en-US" sz="1800" b="0" strike="noStrike" spc="-1">
                <a:solidFill>
                  <a:schemeClr val="dk1"/>
                </a:solidFill>
                <a:latin typeface="Helvetica Neue" panose="02000503000000020004"/>
                <a:ea typeface="Helvetica Neue" panose="02000503000000020004"/>
              </a:rPr>
              <a:t>Simple method to run program</a:t>
            </a:r>
            <a:endParaRPr lang="en-US" sz="1800" b="0" strike="noStrike" spc="-1">
              <a:solidFill>
                <a:srgbClr val="000000"/>
              </a:solidFill>
              <a:latin typeface="Arial" panose="020B0604020202090204"/>
            </a:endParaRPr>
          </a:p>
          <a:p>
            <a:pPr marL="742950" lvl="1" indent="-285750">
              <a:lnSpc>
                <a:spcPct val="100000"/>
              </a:lnSpc>
              <a:spcBef>
                <a:spcPts val="630"/>
              </a:spcBef>
              <a:buClr>
                <a:srgbClr val="CC6600"/>
              </a:buClr>
              <a:buFont typeface="Arial" panose="020B0604020202090204"/>
              <a:buChar char="●"/>
            </a:pPr>
            <a:r>
              <a:rPr lang="en-US" sz="1800" b="0" strike="noStrike" spc="-1">
                <a:solidFill>
                  <a:schemeClr val="dk1"/>
                </a:solidFill>
                <a:latin typeface="Helvetica Neue" panose="02000503000000020004"/>
                <a:ea typeface="Helvetica Neue" panose="02000503000000020004"/>
              </a:rPr>
              <a:t>No process created</a:t>
            </a:r>
            <a:endParaRPr lang="en-US" sz="1800" b="0" strike="noStrike" spc="-1">
              <a:solidFill>
                <a:srgbClr val="000000"/>
              </a:solidFill>
              <a:latin typeface="Arial" panose="020B0604020202090204"/>
            </a:endParaRPr>
          </a:p>
          <a:p>
            <a:pPr marL="342900" indent="-342900">
              <a:lnSpc>
                <a:spcPct val="100000"/>
              </a:lnSpc>
              <a:spcBef>
                <a:spcPts val="630"/>
              </a:spcBef>
              <a:buClr>
                <a:srgbClr val="993300"/>
              </a:buClr>
              <a:buFont typeface="Arial" panose="020B0604020202090204"/>
              <a:buChar char="●"/>
            </a:pPr>
            <a:r>
              <a:rPr lang="en-US" sz="1800" b="0" strike="noStrike" spc="-1">
                <a:solidFill>
                  <a:schemeClr val="dk1"/>
                </a:solidFill>
                <a:latin typeface="Helvetica Neue" panose="02000503000000020004"/>
                <a:ea typeface="Helvetica Neue" panose="02000503000000020004"/>
              </a:rPr>
              <a:t>Single memory space</a:t>
            </a:r>
            <a:endParaRPr lang="en-US" sz="1800" b="0" strike="noStrike" spc="-1">
              <a:solidFill>
                <a:srgbClr val="000000"/>
              </a:solidFill>
              <a:latin typeface="Arial" panose="020B0604020202090204"/>
            </a:endParaRPr>
          </a:p>
          <a:p>
            <a:pPr marL="342900" indent="-342900">
              <a:lnSpc>
                <a:spcPct val="100000"/>
              </a:lnSpc>
              <a:spcBef>
                <a:spcPts val="630"/>
              </a:spcBef>
              <a:buClr>
                <a:srgbClr val="993300"/>
              </a:buClr>
              <a:buFont typeface="Arial" panose="020B0604020202090204"/>
              <a:buChar char="●"/>
            </a:pPr>
            <a:r>
              <a:rPr lang="en-US" sz="1800" b="0" strike="noStrike" spc="-1">
                <a:solidFill>
                  <a:schemeClr val="dk1"/>
                </a:solidFill>
                <a:latin typeface="Helvetica Neue" panose="02000503000000020004"/>
                <a:ea typeface="Helvetica Neue" panose="02000503000000020004"/>
              </a:rPr>
              <a:t>Loads program into memory, overwriting all but the kernel</a:t>
            </a:r>
            <a:endParaRPr lang="en-US" sz="1800" b="0" strike="noStrike" spc="-1">
              <a:solidFill>
                <a:srgbClr val="000000"/>
              </a:solidFill>
              <a:latin typeface="Arial" panose="020B0604020202090204"/>
            </a:endParaRPr>
          </a:p>
          <a:p>
            <a:pPr marL="342900" indent="-342900">
              <a:lnSpc>
                <a:spcPct val="100000"/>
              </a:lnSpc>
              <a:spcBef>
                <a:spcPts val="630"/>
              </a:spcBef>
              <a:buClr>
                <a:srgbClr val="993300"/>
              </a:buClr>
              <a:buFont typeface="Arial" panose="020B0604020202090204"/>
              <a:buChar char="●"/>
            </a:pPr>
            <a:r>
              <a:rPr lang="en-US" sz="1800" b="0" strike="noStrike" spc="-1">
                <a:solidFill>
                  <a:schemeClr val="dk1"/>
                </a:solidFill>
                <a:latin typeface="Helvetica Neue" panose="02000503000000020004"/>
                <a:ea typeface="Helvetica Neue" panose="02000503000000020004"/>
              </a:rPr>
              <a:t>Program exit -&gt; shell reloaded</a:t>
            </a:r>
            <a:endParaRPr lang="en-US" sz="1800" b="0" strike="noStrike" spc="-1">
              <a:solidFill>
                <a:srgbClr val="000000"/>
              </a:solidFill>
              <a:latin typeface="Arial" panose="020B0604020202090204"/>
            </a:endParaRPr>
          </a:p>
        </p:txBody>
      </p:sp>
      <p:pic>
        <p:nvPicPr>
          <p:cNvPr id="327" name="Google Shape;209;p 2" descr="2"/>
          <p:cNvPicPr/>
          <p:nvPr/>
        </p:nvPicPr>
        <p:blipFill>
          <a:blip r:embed="rId2"/>
          <a:stretch>
            <a:fillRect/>
          </a:stretch>
        </p:blipFill>
        <p:spPr>
          <a:xfrm>
            <a:off x="4230360" y="1252080"/>
            <a:ext cx="4411080" cy="3942720"/>
          </a:xfrm>
          <a:prstGeom prst="rect">
            <a:avLst/>
          </a:prstGeom>
          <a:ln w="0">
            <a:noFill/>
          </a:ln>
        </p:spPr>
      </p:pic>
      <p:sp>
        <p:nvSpPr>
          <p:cNvPr id="328" name="Google Shape;210;p 2"/>
          <p:cNvSpPr/>
          <p:nvPr/>
        </p:nvSpPr>
        <p:spPr>
          <a:xfrm>
            <a:off x="4397400" y="5307120"/>
            <a:ext cx="502812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tabLst>
                <a:tab pos="0" algn="l"/>
              </a:tabLst>
            </a:pPr>
            <a:r>
              <a:rPr lang="en-US" sz="1800" b="0" strike="noStrike" spc="-1">
                <a:solidFill>
                  <a:schemeClr val="dk1"/>
                </a:solidFill>
                <a:latin typeface="Helvetica Neue" panose="02000503000000020004"/>
                <a:ea typeface="Helvetica Neue" panose="02000503000000020004"/>
              </a:rPr>
              <a:t>At system startup          running a program</a:t>
            </a:r>
            <a:endParaRPr lang="en-IN" sz="1800" b="0" strike="noStrike" spc="-1">
              <a:solidFill>
                <a:srgbClr val="000000"/>
              </a:solidFill>
              <a:latin typeface="Arial" panose="020B0604020202090204"/>
            </a:endParaRPr>
          </a:p>
          <a:p>
            <a:pPr>
              <a:lnSpc>
                <a:spcPct val="100000"/>
              </a:lnSpc>
              <a:tabLst>
                <a:tab pos="0" algn="l"/>
              </a:tabLst>
            </a:pPr>
            <a:endParaRPr lang="en-IN" sz="1800" b="0" strike="noStrike" spc="-1">
              <a:solidFill>
                <a:srgbClr val="000000"/>
              </a:solidFill>
              <a:latin typeface="Arial" panose="020B0604020202090204"/>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9" name="PlaceHolder 1"/>
          <p:cNvSpPr>
            <a:spLocks noGrp="1"/>
          </p:cNvSpPr>
          <p:nvPr>
            <p:ph type="title"/>
          </p:nvPr>
        </p:nvSpPr>
        <p:spPr>
          <a:xfrm>
            <a:off x="457200" y="152280"/>
            <a:ext cx="8228520" cy="575280"/>
          </a:xfrm>
          <a:prstGeom prst="rect">
            <a:avLst/>
          </a:prstGeom>
          <a:noFill/>
          <a:ln w="0">
            <a:noFill/>
          </a:ln>
        </p:spPr>
        <p:txBody>
          <a:bodyPr lIns="90000" tIns="45000" rIns="90000" bIns="45000" anchor="b">
            <a:noAutofit/>
          </a:bodyPr>
          <a:lstStyle/>
          <a:p>
            <a:pPr indent="0">
              <a:lnSpc>
                <a:spcPct val="100000"/>
              </a:lnSpc>
              <a:buNone/>
              <a:tabLst>
                <a:tab pos="0" algn="l"/>
              </a:tabLst>
            </a:pPr>
            <a:r>
              <a:rPr lang="en-US" sz="3200" b="1" strike="noStrike" spc="-1">
                <a:solidFill>
                  <a:srgbClr val="006699"/>
                </a:solidFill>
                <a:latin typeface="Arial" panose="020B0604020202090204"/>
                <a:ea typeface="Arial" panose="020B0604020202090204"/>
              </a:rPr>
              <a:t>System Programs</a:t>
            </a:r>
            <a:endParaRPr lang="en-US" sz="3200" b="0" strike="noStrike" spc="-1">
              <a:solidFill>
                <a:srgbClr val="000000"/>
              </a:solidFill>
              <a:latin typeface="Arial" panose="020B0604020202090204"/>
            </a:endParaRPr>
          </a:p>
        </p:txBody>
      </p:sp>
      <p:sp>
        <p:nvSpPr>
          <p:cNvPr id="330" name="PlaceHolder 2"/>
          <p:cNvSpPr>
            <a:spLocks noGrp="1"/>
          </p:cNvSpPr>
          <p:nvPr>
            <p:ph/>
          </p:nvPr>
        </p:nvSpPr>
        <p:spPr>
          <a:xfrm>
            <a:off x="274680" y="965520"/>
            <a:ext cx="8593200" cy="4682160"/>
          </a:xfrm>
          <a:prstGeom prst="rect">
            <a:avLst/>
          </a:prstGeom>
          <a:noFill/>
          <a:ln w="0">
            <a:noFill/>
          </a:ln>
        </p:spPr>
        <p:txBody>
          <a:bodyPr lIns="90000" tIns="45000" rIns="90000" bIns="45000" anchor="t">
            <a:noAutofit/>
          </a:bodyPr>
          <a:lstStyle/>
          <a:p>
            <a:pPr marL="342900" indent="-342900" algn="just">
              <a:lnSpc>
                <a:spcPct val="100000"/>
              </a:lnSpc>
              <a:spcBef>
                <a:spcPts val="1000"/>
              </a:spcBef>
              <a:buClr>
                <a:srgbClr val="993300"/>
              </a:buClr>
              <a:buFont typeface="Arial" panose="020B0604020202090204"/>
              <a:buChar char="●"/>
            </a:pPr>
            <a:r>
              <a:rPr lang="en-US" sz="1800" b="0" strike="noStrike" spc="-1">
                <a:solidFill>
                  <a:schemeClr val="dk1"/>
                </a:solidFill>
                <a:latin typeface="Helvetica Neue" panose="02000503000000020004"/>
                <a:ea typeface="Helvetica Neue" panose="02000503000000020004"/>
              </a:rPr>
              <a:t>System programs provide a convenient environment for program development and execution.  They can be divided into:</a:t>
            </a:r>
            <a:endParaRPr lang="en-US" sz="1800" b="0" strike="noStrike" spc="-1">
              <a:solidFill>
                <a:srgbClr val="000000"/>
              </a:solidFill>
              <a:latin typeface="Arial" panose="020B0604020202090204"/>
            </a:endParaRPr>
          </a:p>
          <a:p>
            <a:pPr marL="742950" lvl="1" indent="-285750" algn="just">
              <a:lnSpc>
                <a:spcPct val="100000"/>
              </a:lnSpc>
              <a:spcBef>
                <a:spcPts val="630"/>
              </a:spcBef>
              <a:buClr>
                <a:srgbClr val="CC6600"/>
              </a:buClr>
              <a:buFont typeface="Arial" panose="020B0604020202090204"/>
              <a:buChar char="●"/>
            </a:pPr>
            <a:r>
              <a:rPr lang="en-US" sz="1800" b="0" strike="noStrike" spc="-1">
                <a:solidFill>
                  <a:schemeClr val="dk1"/>
                </a:solidFill>
                <a:latin typeface="Helvetica Neue" panose="02000503000000020004"/>
                <a:ea typeface="Helvetica Neue" panose="02000503000000020004"/>
              </a:rPr>
              <a:t>File manipulation </a:t>
            </a:r>
            <a:endParaRPr lang="en-US" sz="1800" b="0" strike="noStrike" spc="-1">
              <a:solidFill>
                <a:srgbClr val="000000"/>
              </a:solidFill>
              <a:latin typeface="Arial" panose="020B0604020202090204"/>
            </a:endParaRPr>
          </a:p>
          <a:p>
            <a:pPr marL="742950" lvl="1" indent="-285750" algn="just">
              <a:lnSpc>
                <a:spcPct val="100000"/>
              </a:lnSpc>
              <a:spcBef>
                <a:spcPts val="630"/>
              </a:spcBef>
              <a:buClr>
                <a:srgbClr val="CC6600"/>
              </a:buClr>
              <a:buFont typeface="Arial" panose="020B0604020202090204"/>
              <a:buChar char="●"/>
            </a:pPr>
            <a:r>
              <a:rPr lang="en-US" sz="1800" b="0" strike="noStrike" spc="-1">
                <a:solidFill>
                  <a:schemeClr val="dk1"/>
                </a:solidFill>
                <a:latin typeface="Helvetica Neue" panose="02000503000000020004"/>
                <a:ea typeface="Helvetica Neue" panose="02000503000000020004"/>
              </a:rPr>
              <a:t>Status information sometimes stored in a File modification</a:t>
            </a:r>
            <a:endParaRPr lang="en-US" sz="1800" b="0" strike="noStrike" spc="-1">
              <a:solidFill>
                <a:srgbClr val="000000"/>
              </a:solidFill>
              <a:latin typeface="Arial" panose="020B0604020202090204"/>
            </a:endParaRPr>
          </a:p>
          <a:p>
            <a:pPr marL="742950" lvl="1" indent="-285750" algn="just">
              <a:lnSpc>
                <a:spcPct val="100000"/>
              </a:lnSpc>
              <a:spcBef>
                <a:spcPts val="630"/>
              </a:spcBef>
              <a:buClr>
                <a:srgbClr val="CC6600"/>
              </a:buClr>
              <a:buFont typeface="Arial" panose="020B0604020202090204"/>
              <a:buChar char="●"/>
            </a:pPr>
            <a:r>
              <a:rPr lang="en-US" sz="1800" b="0" strike="noStrike" spc="-1">
                <a:solidFill>
                  <a:schemeClr val="dk1"/>
                </a:solidFill>
                <a:latin typeface="Helvetica Neue" panose="02000503000000020004"/>
                <a:ea typeface="Helvetica Neue" panose="02000503000000020004"/>
              </a:rPr>
              <a:t>Programming language support</a:t>
            </a:r>
            <a:endParaRPr lang="en-US" sz="1800" b="0" strike="noStrike" spc="-1">
              <a:solidFill>
                <a:srgbClr val="000000"/>
              </a:solidFill>
              <a:latin typeface="Arial" panose="020B0604020202090204"/>
            </a:endParaRPr>
          </a:p>
          <a:p>
            <a:pPr marL="742950" lvl="1" indent="-285750" algn="just">
              <a:lnSpc>
                <a:spcPct val="100000"/>
              </a:lnSpc>
              <a:spcBef>
                <a:spcPts val="630"/>
              </a:spcBef>
              <a:buClr>
                <a:srgbClr val="CC6600"/>
              </a:buClr>
              <a:buFont typeface="Arial" panose="020B0604020202090204"/>
              <a:buChar char="●"/>
            </a:pPr>
            <a:r>
              <a:rPr lang="en-US" sz="1800" b="0" strike="noStrike" spc="-1">
                <a:solidFill>
                  <a:schemeClr val="dk1"/>
                </a:solidFill>
                <a:latin typeface="Helvetica Neue" panose="02000503000000020004"/>
                <a:ea typeface="Helvetica Neue" panose="02000503000000020004"/>
              </a:rPr>
              <a:t>Program loading and execution</a:t>
            </a:r>
            <a:endParaRPr lang="en-US" sz="1800" b="0" strike="noStrike" spc="-1">
              <a:solidFill>
                <a:srgbClr val="000000"/>
              </a:solidFill>
              <a:latin typeface="Arial" panose="020B0604020202090204"/>
            </a:endParaRPr>
          </a:p>
          <a:p>
            <a:pPr marL="742950" lvl="1" indent="-285750" algn="just">
              <a:lnSpc>
                <a:spcPct val="100000"/>
              </a:lnSpc>
              <a:spcBef>
                <a:spcPts val="630"/>
              </a:spcBef>
              <a:buClr>
                <a:srgbClr val="CC6600"/>
              </a:buClr>
              <a:buFont typeface="Arial" panose="020B0604020202090204"/>
              <a:buChar char="●"/>
            </a:pPr>
            <a:r>
              <a:rPr lang="en-US" sz="1800" b="0" strike="noStrike" spc="-1">
                <a:solidFill>
                  <a:schemeClr val="dk1"/>
                </a:solidFill>
                <a:latin typeface="Helvetica Neue" panose="02000503000000020004"/>
                <a:ea typeface="Helvetica Neue" panose="02000503000000020004"/>
              </a:rPr>
              <a:t>Communications</a:t>
            </a:r>
            <a:endParaRPr lang="en-US" sz="1800" b="0" strike="noStrike" spc="-1">
              <a:solidFill>
                <a:srgbClr val="000000"/>
              </a:solidFill>
              <a:latin typeface="Arial" panose="020B0604020202090204"/>
            </a:endParaRPr>
          </a:p>
          <a:p>
            <a:pPr marL="742950" lvl="1" indent="-285750" algn="just">
              <a:lnSpc>
                <a:spcPct val="100000"/>
              </a:lnSpc>
              <a:spcBef>
                <a:spcPts val="630"/>
              </a:spcBef>
              <a:buClr>
                <a:srgbClr val="CC6600"/>
              </a:buClr>
              <a:buFont typeface="Arial" panose="020B0604020202090204"/>
              <a:buChar char="●"/>
            </a:pPr>
            <a:r>
              <a:rPr lang="en-US" sz="1800" b="0" strike="noStrike" spc="-1">
                <a:solidFill>
                  <a:schemeClr val="dk1"/>
                </a:solidFill>
                <a:latin typeface="Helvetica Neue" panose="02000503000000020004"/>
                <a:ea typeface="Helvetica Neue" panose="02000503000000020004"/>
              </a:rPr>
              <a:t>Background services</a:t>
            </a:r>
            <a:endParaRPr lang="en-US" sz="1800" b="0" strike="noStrike" spc="-1">
              <a:solidFill>
                <a:srgbClr val="000000"/>
              </a:solidFill>
              <a:latin typeface="Arial" panose="020B0604020202090204"/>
            </a:endParaRPr>
          </a:p>
          <a:p>
            <a:pPr marL="742950" lvl="1" indent="-285750" algn="just">
              <a:lnSpc>
                <a:spcPct val="100000"/>
              </a:lnSpc>
              <a:spcBef>
                <a:spcPts val="630"/>
              </a:spcBef>
              <a:buClr>
                <a:srgbClr val="CC6600"/>
              </a:buClr>
              <a:buFont typeface="Arial" panose="020B0604020202090204"/>
              <a:buChar char="●"/>
            </a:pPr>
            <a:r>
              <a:rPr lang="en-US" sz="1800" b="0" strike="noStrike" spc="-1">
                <a:solidFill>
                  <a:schemeClr val="dk1"/>
                </a:solidFill>
                <a:latin typeface="Helvetica Neue" panose="02000503000000020004"/>
                <a:ea typeface="Helvetica Neue" panose="02000503000000020004"/>
              </a:rPr>
              <a:t>Application programs</a:t>
            </a:r>
            <a:endParaRPr lang="en-US" sz="1800" b="0" strike="noStrike" spc="-1">
              <a:solidFill>
                <a:srgbClr val="000000"/>
              </a:solidFill>
              <a:latin typeface="Arial" panose="020B0604020202090204"/>
            </a:endParaRPr>
          </a:p>
          <a:p>
            <a:pPr marL="342900" indent="-342900" algn="just">
              <a:lnSpc>
                <a:spcPct val="100000"/>
              </a:lnSpc>
              <a:spcBef>
                <a:spcPts val="630"/>
              </a:spcBef>
              <a:buClr>
                <a:srgbClr val="993300"/>
              </a:buClr>
              <a:buFont typeface="Arial" panose="020B0604020202090204"/>
              <a:buChar char="●"/>
            </a:pPr>
            <a:r>
              <a:rPr lang="en-US" sz="1800" b="0" strike="noStrike" spc="-1">
                <a:solidFill>
                  <a:schemeClr val="dk1"/>
                </a:solidFill>
                <a:latin typeface="Helvetica Neue" panose="02000503000000020004"/>
                <a:ea typeface="Helvetica Neue" panose="02000503000000020004"/>
              </a:rPr>
              <a:t>Most users’ view of the operation system is defined by system programs, not the actual system calls</a:t>
            </a:r>
            <a:endParaRPr lang="en-US" sz="1800" b="0" strike="noStrike" spc="-1">
              <a:solidFill>
                <a:srgbClr val="000000"/>
              </a:solidFill>
              <a:latin typeface="Arial" panose="020B0604020202090204"/>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1" name="PlaceHolder 1"/>
          <p:cNvSpPr>
            <a:spLocks noGrp="1"/>
          </p:cNvSpPr>
          <p:nvPr>
            <p:ph type="title"/>
          </p:nvPr>
        </p:nvSpPr>
        <p:spPr>
          <a:xfrm>
            <a:off x="457200" y="198360"/>
            <a:ext cx="8228520" cy="575280"/>
          </a:xfrm>
          <a:prstGeom prst="rect">
            <a:avLst/>
          </a:prstGeom>
          <a:noFill/>
          <a:ln w="0">
            <a:noFill/>
          </a:ln>
        </p:spPr>
        <p:txBody>
          <a:bodyPr lIns="90000" tIns="45000" rIns="90000" bIns="45000" anchor="b">
            <a:noAutofit/>
          </a:bodyPr>
          <a:lstStyle/>
          <a:p>
            <a:pPr indent="0">
              <a:lnSpc>
                <a:spcPct val="100000"/>
              </a:lnSpc>
              <a:buNone/>
              <a:tabLst>
                <a:tab pos="0" algn="l"/>
              </a:tabLst>
            </a:pPr>
            <a:r>
              <a:rPr lang="en-US" sz="3200" b="1" strike="noStrike" spc="-1">
                <a:solidFill>
                  <a:srgbClr val="006699"/>
                </a:solidFill>
                <a:latin typeface="Arial" panose="020B0604020202090204"/>
                <a:ea typeface="Arial" panose="020B0604020202090204"/>
              </a:rPr>
              <a:t>System Programs</a:t>
            </a:r>
            <a:endParaRPr lang="en-US" sz="3200" b="0" strike="noStrike" spc="-1">
              <a:solidFill>
                <a:srgbClr val="000000"/>
              </a:solidFill>
              <a:latin typeface="Arial" panose="020B0604020202090204"/>
            </a:endParaRPr>
          </a:p>
        </p:txBody>
      </p:sp>
      <p:sp>
        <p:nvSpPr>
          <p:cNvPr id="332" name="PlaceHolder 2"/>
          <p:cNvSpPr>
            <a:spLocks noGrp="1"/>
          </p:cNvSpPr>
          <p:nvPr>
            <p:ph/>
          </p:nvPr>
        </p:nvSpPr>
        <p:spPr>
          <a:xfrm>
            <a:off x="203040" y="1092240"/>
            <a:ext cx="8708760" cy="5026680"/>
          </a:xfrm>
          <a:prstGeom prst="rect">
            <a:avLst/>
          </a:prstGeom>
          <a:noFill/>
          <a:ln w="0">
            <a:noFill/>
          </a:ln>
        </p:spPr>
        <p:txBody>
          <a:bodyPr lIns="90000" tIns="45000" rIns="90000" bIns="45000" anchor="t">
            <a:noAutofit/>
          </a:bodyPr>
          <a:lstStyle/>
          <a:p>
            <a:pPr marL="342900" indent="-342900" algn="just">
              <a:lnSpc>
                <a:spcPct val="90000"/>
              </a:lnSpc>
              <a:spcBef>
                <a:spcPts val="1000"/>
              </a:spcBef>
              <a:buClr>
                <a:srgbClr val="993300"/>
              </a:buClr>
              <a:buFont typeface="Arial" panose="020B0604020202090204"/>
              <a:buChar char="●"/>
            </a:pPr>
            <a:r>
              <a:rPr lang="en-US" sz="1800" b="0" strike="noStrike" spc="-1">
                <a:solidFill>
                  <a:schemeClr val="dk1"/>
                </a:solidFill>
                <a:latin typeface="Helvetica Neue" panose="02000503000000020004"/>
                <a:ea typeface="Helvetica Neue" panose="02000503000000020004"/>
              </a:rPr>
              <a:t>Provide a convenient environment for program development and execution</a:t>
            </a:r>
            <a:endParaRPr lang="en-US" sz="1800" b="0" strike="noStrike" spc="-1">
              <a:solidFill>
                <a:srgbClr val="000000"/>
              </a:solidFill>
              <a:latin typeface="Arial" panose="020B0604020202090204"/>
            </a:endParaRPr>
          </a:p>
          <a:p>
            <a:pPr marL="742950" lvl="1" indent="-285750" algn="just">
              <a:lnSpc>
                <a:spcPct val="90000"/>
              </a:lnSpc>
              <a:spcBef>
                <a:spcPts val="630"/>
              </a:spcBef>
              <a:buClr>
                <a:srgbClr val="CC6600"/>
              </a:buClr>
              <a:buFont typeface="Arial" panose="020B0604020202090204"/>
              <a:buChar char="●"/>
            </a:pPr>
            <a:r>
              <a:rPr lang="en-US" sz="1800" b="0" strike="noStrike" spc="-1">
                <a:solidFill>
                  <a:schemeClr val="dk1"/>
                </a:solidFill>
                <a:latin typeface="Helvetica Neue" panose="02000503000000020004"/>
                <a:ea typeface="Helvetica Neue" panose="02000503000000020004"/>
              </a:rPr>
              <a:t>Some of them are simply user interfaces to system calls; others are considerably more complex</a:t>
            </a:r>
            <a:endParaRPr lang="en-US" sz="1800" b="0" strike="noStrike" spc="-1">
              <a:solidFill>
                <a:srgbClr val="000000"/>
              </a:solidFill>
              <a:latin typeface="Arial" panose="020B0604020202090204"/>
            </a:endParaRPr>
          </a:p>
          <a:p>
            <a:pPr marL="742950" indent="0" algn="just">
              <a:lnSpc>
                <a:spcPct val="90000"/>
              </a:lnSpc>
              <a:spcBef>
                <a:spcPts val="280"/>
              </a:spcBef>
              <a:buNone/>
              <a:tabLst>
                <a:tab pos="0" algn="l"/>
              </a:tabLst>
            </a:pPr>
            <a:endParaRPr lang="en-US" sz="800" b="0" strike="noStrike" spc="-1">
              <a:solidFill>
                <a:srgbClr val="000000"/>
              </a:solidFill>
              <a:latin typeface="Arial" panose="020B0604020202090204"/>
            </a:endParaRPr>
          </a:p>
          <a:p>
            <a:pPr marL="342900" indent="-342900" algn="just">
              <a:lnSpc>
                <a:spcPct val="90000"/>
              </a:lnSpc>
              <a:spcBef>
                <a:spcPts val="630"/>
              </a:spcBef>
              <a:buClr>
                <a:srgbClr val="993300"/>
              </a:buClr>
              <a:buFont typeface="Arial" panose="020B0604020202090204"/>
              <a:buChar char="●"/>
              <a:tabLst>
                <a:tab pos="0" algn="l"/>
              </a:tabLst>
            </a:pPr>
            <a:r>
              <a:rPr lang="en-US" sz="1800" b="1" strike="noStrike" spc="-1">
                <a:solidFill>
                  <a:schemeClr val="dk1"/>
                </a:solidFill>
                <a:latin typeface="Helvetica Neue" panose="02000503000000020004"/>
                <a:ea typeface="Helvetica Neue" panose="02000503000000020004"/>
              </a:rPr>
              <a:t>File management </a:t>
            </a:r>
            <a:r>
              <a:rPr lang="en-US" sz="1800" b="0" strike="noStrike" spc="-1">
                <a:solidFill>
                  <a:schemeClr val="dk1"/>
                </a:solidFill>
                <a:latin typeface="Helvetica Neue" panose="02000503000000020004"/>
                <a:ea typeface="Helvetica Neue" panose="02000503000000020004"/>
              </a:rPr>
              <a:t>- Create, delete, copy, rename, print, dump, list, and generally manipulate files and directories</a:t>
            </a:r>
            <a:endParaRPr lang="en-US" sz="1800" b="0" strike="noStrike" spc="-1">
              <a:solidFill>
                <a:srgbClr val="000000"/>
              </a:solidFill>
              <a:latin typeface="Arial" panose="020B0604020202090204"/>
            </a:endParaRPr>
          </a:p>
          <a:p>
            <a:pPr marL="342900" indent="0" algn="just">
              <a:lnSpc>
                <a:spcPct val="90000"/>
              </a:lnSpc>
              <a:spcBef>
                <a:spcPts val="280"/>
              </a:spcBef>
              <a:buNone/>
              <a:tabLst>
                <a:tab pos="0" algn="l"/>
              </a:tabLst>
            </a:pPr>
            <a:endParaRPr lang="en-US" sz="800" b="0" strike="noStrike" spc="-1">
              <a:solidFill>
                <a:srgbClr val="000000"/>
              </a:solidFill>
              <a:latin typeface="Arial" panose="020B0604020202090204"/>
            </a:endParaRPr>
          </a:p>
          <a:p>
            <a:pPr marL="342900" indent="-342900" algn="just">
              <a:lnSpc>
                <a:spcPct val="90000"/>
              </a:lnSpc>
              <a:spcBef>
                <a:spcPts val="630"/>
              </a:spcBef>
              <a:buClr>
                <a:srgbClr val="993300"/>
              </a:buClr>
              <a:buFont typeface="Arial" panose="020B0604020202090204"/>
              <a:buChar char="●"/>
              <a:tabLst>
                <a:tab pos="0" algn="l"/>
              </a:tabLst>
            </a:pPr>
            <a:r>
              <a:rPr lang="en-US" sz="1800" b="1" strike="noStrike" spc="-1">
                <a:solidFill>
                  <a:schemeClr val="dk1"/>
                </a:solidFill>
                <a:latin typeface="Helvetica Neue" panose="02000503000000020004"/>
                <a:ea typeface="Helvetica Neue" panose="02000503000000020004"/>
              </a:rPr>
              <a:t>Status information</a:t>
            </a:r>
            <a:endParaRPr lang="en-US" sz="1800" b="0" strike="noStrike" spc="-1">
              <a:solidFill>
                <a:srgbClr val="000000"/>
              </a:solidFill>
              <a:latin typeface="Arial" panose="020B0604020202090204"/>
            </a:endParaRPr>
          </a:p>
          <a:p>
            <a:pPr marL="742950" lvl="1" indent="-285750" algn="just">
              <a:lnSpc>
                <a:spcPct val="90000"/>
              </a:lnSpc>
              <a:spcBef>
                <a:spcPts val="630"/>
              </a:spcBef>
              <a:buClr>
                <a:srgbClr val="CC6600"/>
              </a:buClr>
              <a:buFont typeface="Arial" panose="020B0604020202090204"/>
              <a:buChar char="●"/>
              <a:tabLst>
                <a:tab pos="0" algn="l"/>
              </a:tabLst>
            </a:pPr>
            <a:r>
              <a:rPr lang="en-US" sz="1800" b="0" strike="noStrike" spc="-1">
                <a:solidFill>
                  <a:schemeClr val="dk1"/>
                </a:solidFill>
                <a:latin typeface="Helvetica Neue" panose="02000503000000020004"/>
                <a:ea typeface="Helvetica Neue" panose="02000503000000020004"/>
              </a:rPr>
              <a:t>Some ask the system for info - date, time, amount of available memory, disk space, number of users</a:t>
            </a:r>
            <a:endParaRPr lang="en-US" sz="1800" b="0" strike="noStrike" spc="-1">
              <a:solidFill>
                <a:srgbClr val="000000"/>
              </a:solidFill>
              <a:latin typeface="Arial" panose="020B0604020202090204"/>
            </a:endParaRPr>
          </a:p>
          <a:p>
            <a:pPr marL="742950" lvl="1" indent="-285750" algn="just">
              <a:lnSpc>
                <a:spcPct val="90000"/>
              </a:lnSpc>
              <a:spcBef>
                <a:spcPts val="630"/>
              </a:spcBef>
              <a:buClr>
                <a:srgbClr val="CC6600"/>
              </a:buClr>
              <a:buFont typeface="Arial" panose="020B0604020202090204"/>
              <a:buChar char="●"/>
              <a:tabLst>
                <a:tab pos="0" algn="l"/>
              </a:tabLst>
            </a:pPr>
            <a:r>
              <a:rPr lang="en-US" sz="1800" b="0" strike="noStrike" spc="-1">
                <a:solidFill>
                  <a:schemeClr val="dk1"/>
                </a:solidFill>
                <a:latin typeface="Helvetica Neue" panose="02000503000000020004"/>
                <a:ea typeface="Helvetica Neue" panose="02000503000000020004"/>
              </a:rPr>
              <a:t>Others provide detailed performance, logging, and debugging information</a:t>
            </a:r>
            <a:endParaRPr lang="en-US" sz="1800" b="0" strike="noStrike" spc="-1">
              <a:solidFill>
                <a:srgbClr val="000000"/>
              </a:solidFill>
              <a:latin typeface="Arial" panose="020B0604020202090204"/>
            </a:endParaRPr>
          </a:p>
          <a:p>
            <a:pPr marL="742950" lvl="1" indent="-285750" algn="just">
              <a:lnSpc>
                <a:spcPct val="90000"/>
              </a:lnSpc>
              <a:spcBef>
                <a:spcPts val="630"/>
              </a:spcBef>
              <a:buClr>
                <a:srgbClr val="CC6600"/>
              </a:buClr>
              <a:buFont typeface="Arial" panose="020B0604020202090204"/>
              <a:buChar char="●"/>
              <a:tabLst>
                <a:tab pos="0" algn="l"/>
              </a:tabLst>
            </a:pPr>
            <a:r>
              <a:rPr lang="en-US" sz="1800" b="0" strike="noStrike" spc="-1">
                <a:solidFill>
                  <a:schemeClr val="dk1"/>
                </a:solidFill>
                <a:latin typeface="Helvetica Neue" panose="02000503000000020004"/>
                <a:ea typeface="Helvetica Neue" panose="02000503000000020004"/>
              </a:rPr>
              <a:t>Typically, these programs format and print the output to the terminal or other output devices</a:t>
            </a:r>
            <a:endParaRPr lang="en-US" sz="1800" b="0" strike="noStrike" spc="-1">
              <a:solidFill>
                <a:srgbClr val="000000"/>
              </a:solidFill>
              <a:latin typeface="Arial" panose="020B0604020202090204"/>
            </a:endParaRPr>
          </a:p>
          <a:p>
            <a:pPr marL="742950" lvl="1" indent="-285750" algn="just">
              <a:lnSpc>
                <a:spcPct val="90000"/>
              </a:lnSpc>
              <a:spcBef>
                <a:spcPts val="630"/>
              </a:spcBef>
              <a:buClr>
                <a:srgbClr val="CC6600"/>
              </a:buClr>
              <a:buFont typeface="Arial" panose="020B0604020202090204"/>
              <a:buChar char="●"/>
              <a:tabLst>
                <a:tab pos="0" algn="l"/>
              </a:tabLst>
            </a:pPr>
            <a:r>
              <a:rPr lang="en-US" sz="1800" b="0" strike="noStrike" spc="-1">
                <a:solidFill>
                  <a:schemeClr val="dk1"/>
                </a:solidFill>
                <a:latin typeface="Helvetica Neue" panose="02000503000000020004"/>
                <a:ea typeface="Helvetica Neue" panose="02000503000000020004"/>
              </a:rPr>
              <a:t>Some systems implement  a </a:t>
            </a:r>
            <a:r>
              <a:rPr lang="en-US" sz="1800" b="1" strike="noStrike" spc="-1">
                <a:solidFill>
                  <a:srgbClr val="3366FF"/>
                </a:solidFill>
                <a:latin typeface="Helvetica Neue" panose="02000503000000020004"/>
                <a:ea typeface="Helvetica Neue" panose="02000503000000020004"/>
              </a:rPr>
              <a:t>registry</a:t>
            </a:r>
            <a:r>
              <a:rPr lang="en-US" sz="1800" b="0" strike="noStrike" spc="-1">
                <a:solidFill>
                  <a:schemeClr val="dk1"/>
                </a:solidFill>
                <a:latin typeface="Helvetica Neue" panose="02000503000000020004"/>
                <a:ea typeface="Helvetica Neue" panose="02000503000000020004"/>
              </a:rPr>
              <a:t> - used to store and retrieve configuration information</a:t>
            </a:r>
            <a:endParaRPr lang="en-US" sz="1800" b="0" strike="noStrike" spc="-1">
              <a:solidFill>
                <a:srgbClr val="000000"/>
              </a:solidFill>
              <a:latin typeface="Arial" panose="020B0604020202090204"/>
            </a:endParaRPr>
          </a:p>
          <a:p>
            <a:pPr marL="342900" indent="0">
              <a:lnSpc>
                <a:spcPct val="100000"/>
              </a:lnSpc>
              <a:spcBef>
                <a:spcPts val="630"/>
              </a:spcBef>
              <a:buNone/>
              <a:tabLst>
                <a:tab pos="0" algn="l"/>
              </a:tabLst>
            </a:pPr>
            <a:endParaRPr lang="en-US" sz="1800" b="0" strike="noStrike" spc="-1">
              <a:solidFill>
                <a:srgbClr val="000000"/>
              </a:solidFill>
              <a:latin typeface="Arial" panose="020B0604020202090204"/>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3" name="PlaceHolder 1"/>
          <p:cNvSpPr>
            <a:spLocks noGrp="1"/>
          </p:cNvSpPr>
          <p:nvPr>
            <p:ph type="title"/>
          </p:nvPr>
        </p:nvSpPr>
        <p:spPr>
          <a:xfrm>
            <a:off x="141840" y="69120"/>
            <a:ext cx="7666560" cy="575280"/>
          </a:xfrm>
          <a:prstGeom prst="rect">
            <a:avLst/>
          </a:prstGeom>
          <a:noFill/>
          <a:ln w="0">
            <a:noFill/>
          </a:ln>
        </p:spPr>
        <p:txBody>
          <a:bodyPr lIns="90000" tIns="45000" rIns="90000" bIns="45000" anchor="b">
            <a:noAutofit/>
          </a:bodyPr>
          <a:lstStyle/>
          <a:p>
            <a:pPr indent="0">
              <a:lnSpc>
                <a:spcPct val="100000"/>
              </a:lnSpc>
              <a:buNone/>
              <a:tabLst>
                <a:tab pos="0" algn="l"/>
              </a:tabLst>
            </a:pPr>
            <a:r>
              <a:rPr lang="en-US" sz="3200" b="1" strike="noStrike" spc="-1">
                <a:solidFill>
                  <a:srgbClr val="006699"/>
                </a:solidFill>
                <a:latin typeface="Arial" panose="020B0604020202090204"/>
                <a:ea typeface="Arial" panose="020B0604020202090204"/>
              </a:rPr>
              <a:t>System Programs (Cont.)</a:t>
            </a:r>
            <a:endParaRPr lang="en-US" sz="3200" b="0" strike="noStrike" spc="-1">
              <a:solidFill>
                <a:srgbClr val="000000"/>
              </a:solidFill>
              <a:latin typeface="Arial" panose="020B0604020202090204"/>
            </a:endParaRPr>
          </a:p>
        </p:txBody>
      </p:sp>
      <p:sp>
        <p:nvSpPr>
          <p:cNvPr id="334" name="PlaceHolder 2"/>
          <p:cNvSpPr>
            <a:spLocks noGrp="1"/>
          </p:cNvSpPr>
          <p:nvPr>
            <p:ph/>
          </p:nvPr>
        </p:nvSpPr>
        <p:spPr>
          <a:xfrm>
            <a:off x="277200" y="1029960"/>
            <a:ext cx="8496360" cy="5186880"/>
          </a:xfrm>
          <a:prstGeom prst="rect">
            <a:avLst/>
          </a:prstGeom>
          <a:noFill/>
          <a:ln w="0">
            <a:noFill/>
          </a:ln>
        </p:spPr>
        <p:txBody>
          <a:bodyPr lIns="90000" tIns="45000" rIns="90000" bIns="45000" anchor="t">
            <a:noAutofit/>
          </a:bodyPr>
          <a:lstStyle/>
          <a:p>
            <a:pPr marL="342900" indent="-342900" algn="just">
              <a:lnSpc>
                <a:spcPct val="90000"/>
              </a:lnSpc>
              <a:spcBef>
                <a:spcPts val="1000"/>
              </a:spcBef>
              <a:buClr>
                <a:srgbClr val="993300"/>
              </a:buClr>
              <a:buFont typeface="Arial" panose="020B0604020202090204"/>
              <a:buChar char="●"/>
            </a:pPr>
            <a:r>
              <a:rPr lang="en-US" sz="1800" b="1" strike="noStrike" spc="-1">
                <a:solidFill>
                  <a:schemeClr val="dk1"/>
                </a:solidFill>
                <a:latin typeface="Helvetica Neue" panose="02000503000000020004"/>
                <a:ea typeface="Helvetica Neue" panose="02000503000000020004"/>
              </a:rPr>
              <a:t>File modification</a:t>
            </a:r>
            <a:endParaRPr lang="en-US" sz="1800" b="0" strike="noStrike" spc="-1">
              <a:solidFill>
                <a:srgbClr val="000000"/>
              </a:solidFill>
              <a:latin typeface="Arial" panose="020B0604020202090204"/>
            </a:endParaRPr>
          </a:p>
          <a:p>
            <a:pPr marL="742950" lvl="1" indent="-285750" algn="just">
              <a:lnSpc>
                <a:spcPct val="90000"/>
              </a:lnSpc>
              <a:spcBef>
                <a:spcPts val="630"/>
              </a:spcBef>
              <a:buClr>
                <a:srgbClr val="CC6600"/>
              </a:buClr>
              <a:buFont typeface="Arial" panose="020B0604020202090204"/>
              <a:buChar char="●"/>
            </a:pPr>
            <a:r>
              <a:rPr lang="en-US" sz="1800" b="0" strike="noStrike" spc="-1">
                <a:solidFill>
                  <a:schemeClr val="dk1"/>
                </a:solidFill>
                <a:latin typeface="Helvetica Neue" panose="02000503000000020004"/>
                <a:ea typeface="Helvetica Neue" panose="02000503000000020004"/>
              </a:rPr>
              <a:t>Text editors to create and modify files</a:t>
            </a:r>
            <a:endParaRPr lang="en-US" sz="1800" b="0" strike="noStrike" spc="-1">
              <a:solidFill>
                <a:srgbClr val="000000"/>
              </a:solidFill>
              <a:latin typeface="Arial" panose="020B0604020202090204"/>
            </a:endParaRPr>
          </a:p>
          <a:p>
            <a:pPr marL="742950" lvl="1" indent="-285750" algn="just">
              <a:lnSpc>
                <a:spcPct val="90000"/>
              </a:lnSpc>
              <a:spcBef>
                <a:spcPts val="630"/>
              </a:spcBef>
              <a:buClr>
                <a:srgbClr val="CC6600"/>
              </a:buClr>
              <a:buFont typeface="Arial" panose="020B0604020202090204"/>
              <a:buChar char="●"/>
            </a:pPr>
            <a:r>
              <a:rPr lang="en-US" sz="1800" b="0" strike="noStrike" spc="-1">
                <a:solidFill>
                  <a:schemeClr val="dk1"/>
                </a:solidFill>
                <a:latin typeface="Helvetica Neue" panose="02000503000000020004"/>
                <a:ea typeface="Helvetica Neue" panose="02000503000000020004"/>
              </a:rPr>
              <a:t>Special commands to search contents of files or perform transformations of the text</a:t>
            </a:r>
            <a:endParaRPr lang="en-US" sz="1800" b="0" strike="noStrike" spc="-1">
              <a:solidFill>
                <a:srgbClr val="000000"/>
              </a:solidFill>
              <a:latin typeface="Arial" panose="020B0604020202090204"/>
            </a:endParaRPr>
          </a:p>
          <a:p>
            <a:pPr marL="342900" indent="-342900" algn="just">
              <a:lnSpc>
                <a:spcPct val="90000"/>
              </a:lnSpc>
              <a:spcBef>
                <a:spcPts val="630"/>
              </a:spcBef>
              <a:buClr>
                <a:srgbClr val="993300"/>
              </a:buClr>
              <a:buFont typeface="Arial" panose="020B0604020202090204"/>
              <a:buChar char="●"/>
            </a:pPr>
            <a:r>
              <a:rPr lang="en-US" sz="1800" b="1" strike="noStrike" spc="-1">
                <a:solidFill>
                  <a:schemeClr val="dk1"/>
                </a:solidFill>
                <a:latin typeface="Helvetica Neue" panose="02000503000000020004"/>
                <a:ea typeface="Helvetica Neue" panose="02000503000000020004"/>
              </a:rPr>
              <a:t>Programming-language support </a:t>
            </a:r>
            <a:r>
              <a:rPr lang="en-US" sz="1800" b="0" strike="noStrike" spc="-1">
                <a:solidFill>
                  <a:schemeClr val="dk1"/>
                </a:solidFill>
                <a:latin typeface="Helvetica Neue" panose="02000503000000020004"/>
                <a:ea typeface="Helvetica Neue" panose="02000503000000020004"/>
              </a:rPr>
              <a:t>- Compilers, assemblers, debuggers and interpreters sometimes provided</a:t>
            </a:r>
            <a:endParaRPr lang="en-US" sz="1800" b="0" strike="noStrike" spc="-1">
              <a:solidFill>
                <a:srgbClr val="000000"/>
              </a:solidFill>
              <a:latin typeface="Arial" panose="020B0604020202090204"/>
            </a:endParaRPr>
          </a:p>
          <a:p>
            <a:pPr marL="342900" indent="-342900" algn="just">
              <a:lnSpc>
                <a:spcPct val="90000"/>
              </a:lnSpc>
              <a:spcBef>
                <a:spcPts val="630"/>
              </a:spcBef>
              <a:buClr>
                <a:srgbClr val="993300"/>
              </a:buClr>
              <a:buFont typeface="Arial" panose="020B0604020202090204"/>
              <a:buChar char="●"/>
            </a:pPr>
            <a:r>
              <a:rPr lang="en-US" sz="1800" b="1" strike="noStrike" spc="-1">
                <a:solidFill>
                  <a:schemeClr val="dk1"/>
                </a:solidFill>
                <a:latin typeface="Helvetica Neue" panose="02000503000000020004"/>
                <a:ea typeface="Helvetica Neue" panose="02000503000000020004"/>
              </a:rPr>
              <a:t>Program loading and execution</a:t>
            </a:r>
            <a:r>
              <a:rPr lang="en-US" sz="1800" b="0" strike="noStrike" spc="-1">
                <a:solidFill>
                  <a:schemeClr val="dk1"/>
                </a:solidFill>
                <a:latin typeface="Helvetica Neue" panose="02000503000000020004"/>
                <a:ea typeface="Helvetica Neue" panose="02000503000000020004"/>
              </a:rPr>
              <a:t>- Absolute loaders, relocatable loaders, linkage editors, and overlay-loaders, debugging systems for higher-level and machine language</a:t>
            </a:r>
            <a:endParaRPr lang="en-US" sz="1800" b="0" strike="noStrike" spc="-1">
              <a:solidFill>
                <a:srgbClr val="000000"/>
              </a:solidFill>
              <a:latin typeface="Arial" panose="020B0604020202090204"/>
            </a:endParaRPr>
          </a:p>
          <a:p>
            <a:pPr marL="342900" indent="-342900" algn="just">
              <a:lnSpc>
                <a:spcPct val="90000"/>
              </a:lnSpc>
              <a:spcBef>
                <a:spcPts val="630"/>
              </a:spcBef>
              <a:buClr>
                <a:srgbClr val="993300"/>
              </a:buClr>
              <a:buFont typeface="Arial" panose="020B0604020202090204"/>
              <a:buChar char="●"/>
            </a:pPr>
            <a:r>
              <a:rPr lang="en-US" sz="1800" b="1" strike="noStrike" spc="-1">
                <a:solidFill>
                  <a:schemeClr val="dk1"/>
                </a:solidFill>
                <a:latin typeface="Helvetica Neue" panose="02000503000000020004"/>
                <a:ea typeface="Helvetica Neue" panose="02000503000000020004"/>
              </a:rPr>
              <a:t>Communications</a:t>
            </a:r>
            <a:r>
              <a:rPr lang="en-US" sz="1800" b="0" strike="noStrike" spc="-1">
                <a:solidFill>
                  <a:schemeClr val="dk1"/>
                </a:solidFill>
                <a:latin typeface="Helvetica Neue" panose="02000503000000020004"/>
                <a:ea typeface="Helvetica Neue" panose="02000503000000020004"/>
              </a:rPr>
              <a:t> - Provide the mechanism for creating virtual connections among processes, users, and computer systems</a:t>
            </a:r>
            <a:endParaRPr lang="en-US" sz="1800" b="0" strike="noStrike" spc="-1">
              <a:solidFill>
                <a:srgbClr val="000000"/>
              </a:solidFill>
              <a:latin typeface="Arial" panose="020B0604020202090204"/>
            </a:endParaRPr>
          </a:p>
          <a:p>
            <a:pPr marL="742950" lvl="1" indent="-285750" algn="just">
              <a:lnSpc>
                <a:spcPct val="90000"/>
              </a:lnSpc>
              <a:spcBef>
                <a:spcPts val="630"/>
              </a:spcBef>
              <a:buClr>
                <a:srgbClr val="CC6600"/>
              </a:buClr>
              <a:buFont typeface="Arial" panose="020B0604020202090204"/>
              <a:buChar char="●"/>
            </a:pPr>
            <a:r>
              <a:rPr lang="en-US" sz="1800" b="0" strike="noStrike" spc="-1">
                <a:solidFill>
                  <a:schemeClr val="dk1"/>
                </a:solidFill>
                <a:latin typeface="Helvetica Neue" panose="02000503000000020004"/>
                <a:ea typeface="Helvetica Neue" panose="02000503000000020004"/>
              </a:rPr>
              <a:t>Allow users to send messages to one another’s screens, browse web pages, send electronic-mail messages, log in remotely, transfer files from one machine to another</a:t>
            </a:r>
            <a:endParaRPr lang="en-US" sz="1800" b="0" strike="noStrike" spc="-1">
              <a:solidFill>
                <a:srgbClr val="000000"/>
              </a:solidFill>
              <a:latin typeface="Arial" panose="020B0604020202090204"/>
            </a:endParaRPr>
          </a:p>
          <a:p>
            <a:pPr marL="342900" indent="0">
              <a:lnSpc>
                <a:spcPct val="100000"/>
              </a:lnSpc>
              <a:spcBef>
                <a:spcPts val="630"/>
              </a:spcBef>
              <a:buNone/>
              <a:tabLst>
                <a:tab pos="0" algn="l"/>
              </a:tabLst>
            </a:pPr>
            <a:endParaRPr lang="en-US" sz="1800" b="0" strike="noStrike" spc="-1">
              <a:solidFill>
                <a:srgbClr val="000000"/>
              </a:solidFill>
              <a:latin typeface="Arial" panose="020B0604020202090204"/>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5" name="PlaceHolder 1"/>
          <p:cNvSpPr>
            <a:spLocks noGrp="1"/>
          </p:cNvSpPr>
          <p:nvPr>
            <p:ph type="title"/>
          </p:nvPr>
        </p:nvSpPr>
        <p:spPr>
          <a:xfrm>
            <a:off x="123120" y="142920"/>
            <a:ext cx="7666560" cy="575280"/>
          </a:xfrm>
          <a:prstGeom prst="rect">
            <a:avLst/>
          </a:prstGeom>
          <a:noFill/>
          <a:ln w="0">
            <a:noFill/>
          </a:ln>
        </p:spPr>
        <p:txBody>
          <a:bodyPr lIns="90000" tIns="45000" rIns="90000" bIns="45000" anchor="b">
            <a:noAutofit/>
          </a:bodyPr>
          <a:lstStyle/>
          <a:p>
            <a:pPr indent="0">
              <a:lnSpc>
                <a:spcPct val="100000"/>
              </a:lnSpc>
              <a:buNone/>
              <a:tabLst>
                <a:tab pos="0" algn="l"/>
              </a:tabLst>
            </a:pPr>
            <a:r>
              <a:rPr lang="en-US" sz="3200" b="1" strike="noStrike" spc="-1">
                <a:solidFill>
                  <a:srgbClr val="006699"/>
                </a:solidFill>
                <a:latin typeface="Arial" panose="020B0604020202090204"/>
                <a:ea typeface="Arial" panose="020B0604020202090204"/>
              </a:rPr>
              <a:t>System Programs (Cont.)</a:t>
            </a:r>
            <a:endParaRPr lang="en-US" sz="3200" b="0" strike="noStrike" spc="-1">
              <a:solidFill>
                <a:srgbClr val="000000"/>
              </a:solidFill>
              <a:latin typeface="Arial" panose="020B0604020202090204"/>
            </a:endParaRPr>
          </a:p>
        </p:txBody>
      </p:sp>
      <p:sp>
        <p:nvSpPr>
          <p:cNvPr id="336" name="PlaceHolder 2"/>
          <p:cNvSpPr>
            <a:spLocks noGrp="1"/>
          </p:cNvSpPr>
          <p:nvPr>
            <p:ph/>
          </p:nvPr>
        </p:nvSpPr>
        <p:spPr>
          <a:xfrm>
            <a:off x="271080" y="997200"/>
            <a:ext cx="8357760" cy="5186880"/>
          </a:xfrm>
          <a:prstGeom prst="rect">
            <a:avLst/>
          </a:prstGeom>
          <a:noFill/>
          <a:ln w="0">
            <a:noFill/>
          </a:ln>
        </p:spPr>
        <p:txBody>
          <a:bodyPr lIns="90000" tIns="45000" rIns="90000" bIns="45000" anchor="t">
            <a:noAutofit/>
          </a:bodyPr>
          <a:lstStyle/>
          <a:p>
            <a:pPr marL="342900" indent="-342900" algn="just">
              <a:lnSpc>
                <a:spcPct val="90000"/>
              </a:lnSpc>
              <a:spcBef>
                <a:spcPts val="1000"/>
              </a:spcBef>
              <a:buClr>
                <a:srgbClr val="993300"/>
              </a:buClr>
              <a:buFont typeface="Arial" panose="020B0604020202090204"/>
              <a:buChar char="●"/>
            </a:pPr>
            <a:r>
              <a:rPr lang="en-US" sz="1800" b="1" strike="noStrike" spc="-1">
                <a:solidFill>
                  <a:schemeClr val="dk1"/>
                </a:solidFill>
                <a:latin typeface="Helvetica Neue" panose="02000503000000020004"/>
                <a:ea typeface="Helvetica Neue" panose="02000503000000020004"/>
              </a:rPr>
              <a:t>Background Services</a:t>
            </a:r>
            <a:endParaRPr lang="en-US" sz="1800" b="0" strike="noStrike" spc="-1">
              <a:solidFill>
                <a:srgbClr val="000000"/>
              </a:solidFill>
              <a:latin typeface="Arial" panose="020B0604020202090204"/>
            </a:endParaRPr>
          </a:p>
          <a:p>
            <a:pPr marL="742950" lvl="1" indent="-285750" algn="just">
              <a:lnSpc>
                <a:spcPct val="90000"/>
              </a:lnSpc>
              <a:spcBef>
                <a:spcPts val="630"/>
              </a:spcBef>
              <a:buClr>
                <a:srgbClr val="CC6600"/>
              </a:buClr>
              <a:buFont typeface="Arial" panose="020B0604020202090204"/>
              <a:buChar char="●"/>
            </a:pPr>
            <a:r>
              <a:rPr lang="en-US" sz="1800" b="0" strike="noStrike" spc="-1">
                <a:solidFill>
                  <a:schemeClr val="dk1"/>
                </a:solidFill>
                <a:latin typeface="Helvetica Neue" panose="02000503000000020004"/>
                <a:ea typeface="Helvetica Neue" panose="02000503000000020004"/>
              </a:rPr>
              <a:t>Launch at boot time</a:t>
            </a:r>
            <a:endParaRPr lang="en-US" sz="1800" b="0" strike="noStrike" spc="-1">
              <a:solidFill>
                <a:srgbClr val="000000"/>
              </a:solidFill>
              <a:latin typeface="Arial" panose="020B0604020202090204"/>
            </a:endParaRPr>
          </a:p>
          <a:p>
            <a:pPr marL="1085850" lvl="2" indent="-228600" algn="just">
              <a:lnSpc>
                <a:spcPct val="90000"/>
              </a:lnSpc>
              <a:spcBef>
                <a:spcPts val="630"/>
              </a:spcBef>
              <a:buClr>
                <a:srgbClr val="009900"/>
              </a:buClr>
              <a:buFont typeface="Arimo"/>
              <a:buChar char="4"/>
            </a:pPr>
            <a:r>
              <a:rPr lang="en-US" sz="1800" b="0" strike="noStrike" spc="-1">
                <a:solidFill>
                  <a:schemeClr val="dk1"/>
                </a:solidFill>
                <a:latin typeface="Helvetica Neue" panose="02000503000000020004"/>
                <a:ea typeface="Helvetica Neue" panose="02000503000000020004"/>
              </a:rPr>
              <a:t>Some for system startup, then terminate</a:t>
            </a:r>
            <a:endParaRPr lang="en-US" sz="1800" b="0" strike="noStrike" spc="-1">
              <a:solidFill>
                <a:srgbClr val="000000"/>
              </a:solidFill>
              <a:latin typeface="Arial" panose="020B0604020202090204"/>
            </a:endParaRPr>
          </a:p>
          <a:p>
            <a:pPr marL="1085850" lvl="2" indent="-228600" algn="just">
              <a:lnSpc>
                <a:spcPct val="90000"/>
              </a:lnSpc>
              <a:spcBef>
                <a:spcPts val="630"/>
              </a:spcBef>
              <a:buClr>
                <a:srgbClr val="009900"/>
              </a:buClr>
              <a:buFont typeface="Arimo"/>
              <a:buChar char="4"/>
            </a:pPr>
            <a:r>
              <a:rPr lang="en-US" sz="1800" b="0" strike="noStrike" spc="-1">
                <a:solidFill>
                  <a:schemeClr val="dk1"/>
                </a:solidFill>
                <a:latin typeface="Helvetica Neue" panose="02000503000000020004"/>
                <a:ea typeface="Helvetica Neue" panose="02000503000000020004"/>
              </a:rPr>
              <a:t>Some from system boot to shutdown</a:t>
            </a:r>
            <a:endParaRPr lang="en-US" sz="1800" b="0" strike="noStrike" spc="-1">
              <a:solidFill>
                <a:srgbClr val="000000"/>
              </a:solidFill>
              <a:latin typeface="Arial" panose="020B0604020202090204"/>
            </a:endParaRPr>
          </a:p>
          <a:p>
            <a:pPr marL="742950" lvl="1" indent="-285750" algn="just">
              <a:lnSpc>
                <a:spcPct val="90000"/>
              </a:lnSpc>
              <a:spcBef>
                <a:spcPts val="630"/>
              </a:spcBef>
              <a:buClr>
                <a:srgbClr val="CC6600"/>
              </a:buClr>
              <a:buFont typeface="Arial" panose="020B0604020202090204"/>
              <a:buChar char="●"/>
            </a:pPr>
            <a:r>
              <a:rPr lang="en-US" sz="1800" b="0" strike="noStrike" spc="-1">
                <a:solidFill>
                  <a:schemeClr val="dk1"/>
                </a:solidFill>
                <a:latin typeface="Helvetica Neue" panose="02000503000000020004"/>
                <a:ea typeface="Helvetica Neue" panose="02000503000000020004"/>
              </a:rPr>
              <a:t>Provide facilities like disk checking, process scheduling, error logging, printing</a:t>
            </a:r>
            <a:endParaRPr lang="en-US" sz="1800" b="0" strike="noStrike" spc="-1">
              <a:solidFill>
                <a:srgbClr val="000000"/>
              </a:solidFill>
              <a:latin typeface="Arial" panose="020B0604020202090204"/>
            </a:endParaRPr>
          </a:p>
          <a:p>
            <a:pPr marL="742950" lvl="1" indent="-285750" algn="just">
              <a:lnSpc>
                <a:spcPct val="90000"/>
              </a:lnSpc>
              <a:spcBef>
                <a:spcPts val="630"/>
              </a:spcBef>
              <a:buClr>
                <a:srgbClr val="CC6600"/>
              </a:buClr>
              <a:buFont typeface="Arial" panose="020B0604020202090204"/>
              <a:buChar char="●"/>
            </a:pPr>
            <a:r>
              <a:rPr lang="en-US" sz="1800" b="0" strike="noStrike" spc="-1">
                <a:solidFill>
                  <a:schemeClr val="dk1"/>
                </a:solidFill>
                <a:latin typeface="Helvetica Neue" panose="02000503000000020004"/>
                <a:ea typeface="Helvetica Neue" panose="02000503000000020004"/>
              </a:rPr>
              <a:t>Run in user context not kernel context</a:t>
            </a:r>
            <a:endParaRPr lang="en-US" sz="1800" b="0" strike="noStrike" spc="-1">
              <a:solidFill>
                <a:srgbClr val="000000"/>
              </a:solidFill>
              <a:latin typeface="Arial" panose="020B0604020202090204"/>
            </a:endParaRPr>
          </a:p>
          <a:p>
            <a:pPr marL="742950" lvl="1" indent="-285750" algn="just">
              <a:lnSpc>
                <a:spcPct val="90000"/>
              </a:lnSpc>
              <a:spcBef>
                <a:spcPts val="630"/>
              </a:spcBef>
              <a:buClr>
                <a:srgbClr val="CC6600"/>
              </a:buClr>
              <a:buFont typeface="Arial" panose="020B0604020202090204"/>
              <a:buChar char="●"/>
            </a:pPr>
            <a:r>
              <a:rPr lang="en-US" sz="1800" b="0" strike="noStrike" spc="-1">
                <a:solidFill>
                  <a:schemeClr val="dk1"/>
                </a:solidFill>
                <a:latin typeface="Helvetica Neue" panose="02000503000000020004"/>
                <a:ea typeface="Helvetica Neue" panose="02000503000000020004"/>
              </a:rPr>
              <a:t>Known as </a:t>
            </a:r>
            <a:r>
              <a:rPr lang="en-US" sz="1800" b="1" strike="noStrike" spc="-1">
                <a:solidFill>
                  <a:srgbClr val="3366FF"/>
                </a:solidFill>
                <a:latin typeface="Helvetica Neue" panose="02000503000000020004"/>
                <a:ea typeface="Helvetica Neue" panose="02000503000000020004"/>
              </a:rPr>
              <a:t>services</a:t>
            </a:r>
            <a:r>
              <a:rPr lang="en-US" sz="1800" b="0" strike="noStrike" spc="-1">
                <a:solidFill>
                  <a:schemeClr val="dk1"/>
                </a:solidFill>
                <a:latin typeface="Helvetica Neue" panose="02000503000000020004"/>
                <a:ea typeface="Helvetica Neue" panose="02000503000000020004"/>
              </a:rPr>
              <a:t>, </a:t>
            </a:r>
            <a:r>
              <a:rPr lang="en-US" sz="1800" b="1" strike="noStrike" spc="-1">
                <a:solidFill>
                  <a:srgbClr val="3366FF"/>
                </a:solidFill>
                <a:latin typeface="Helvetica Neue" panose="02000503000000020004"/>
                <a:ea typeface="Helvetica Neue" panose="02000503000000020004"/>
              </a:rPr>
              <a:t>subsystems</a:t>
            </a:r>
            <a:r>
              <a:rPr lang="en-US" sz="1800" b="0" strike="noStrike" spc="-1">
                <a:solidFill>
                  <a:schemeClr val="dk1"/>
                </a:solidFill>
                <a:latin typeface="Helvetica Neue" panose="02000503000000020004"/>
                <a:ea typeface="Helvetica Neue" panose="02000503000000020004"/>
              </a:rPr>
              <a:t>, </a:t>
            </a:r>
            <a:r>
              <a:rPr lang="en-US" sz="1800" b="1" strike="noStrike" spc="-1">
                <a:solidFill>
                  <a:srgbClr val="3366FF"/>
                </a:solidFill>
                <a:latin typeface="Helvetica Neue" panose="02000503000000020004"/>
                <a:ea typeface="Helvetica Neue" panose="02000503000000020004"/>
              </a:rPr>
              <a:t>daemons</a:t>
            </a:r>
            <a:r>
              <a:rPr lang="en-US" sz="1800" b="0" strike="noStrike" spc="-1">
                <a:solidFill>
                  <a:schemeClr val="dk1"/>
                </a:solidFill>
                <a:latin typeface="Helvetica Neue" panose="02000503000000020004"/>
                <a:ea typeface="Helvetica Neue" panose="02000503000000020004"/>
              </a:rPr>
              <a:t> </a:t>
            </a:r>
            <a:endParaRPr lang="en-US" sz="1800" b="0" strike="noStrike" spc="-1">
              <a:solidFill>
                <a:srgbClr val="000000"/>
              </a:solidFill>
              <a:latin typeface="Arial" panose="020B0604020202090204"/>
            </a:endParaRPr>
          </a:p>
          <a:p>
            <a:pPr marL="742950" indent="0" algn="just">
              <a:lnSpc>
                <a:spcPct val="90000"/>
              </a:lnSpc>
              <a:spcBef>
                <a:spcPts val="280"/>
              </a:spcBef>
              <a:buNone/>
              <a:tabLst>
                <a:tab pos="0" algn="l"/>
              </a:tabLst>
            </a:pPr>
            <a:endParaRPr lang="en-US" sz="800" b="0" strike="noStrike" spc="-1">
              <a:solidFill>
                <a:srgbClr val="000000"/>
              </a:solidFill>
              <a:latin typeface="Arial" panose="020B0604020202090204"/>
            </a:endParaRPr>
          </a:p>
          <a:p>
            <a:pPr marL="342900" indent="-342900" algn="just">
              <a:lnSpc>
                <a:spcPct val="90000"/>
              </a:lnSpc>
              <a:spcBef>
                <a:spcPts val="630"/>
              </a:spcBef>
              <a:buClr>
                <a:srgbClr val="993300"/>
              </a:buClr>
              <a:buFont typeface="Arial" panose="020B0604020202090204"/>
              <a:buChar char="●"/>
              <a:tabLst>
                <a:tab pos="0" algn="l"/>
              </a:tabLst>
            </a:pPr>
            <a:r>
              <a:rPr lang="en-US" sz="1800" b="1" strike="noStrike" spc="-1">
                <a:solidFill>
                  <a:schemeClr val="dk1"/>
                </a:solidFill>
                <a:latin typeface="Helvetica Neue" panose="02000503000000020004"/>
                <a:ea typeface="Helvetica Neue" panose="02000503000000020004"/>
              </a:rPr>
              <a:t>Application programs</a:t>
            </a:r>
            <a:endParaRPr lang="en-US" sz="1800" b="0" strike="noStrike" spc="-1">
              <a:solidFill>
                <a:srgbClr val="000000"/>
              </a:solidFill>
              <a:latin typeface="Arial" panose="020B0604020202090204"/>
            </a:endParaRPr>
          </a:p>
          <a:p>
            <a:pPr marL="742950" lvl="1" indent="-285750" algn="just">
              <a:lnSpc>
                <a:spcPct val="90000"/>
              </a:lnSpc>
              <a:spcBef>
                <a:spcPts val="630"/>
              </a:spcBef>
              <a:buClr>
                <a:srgbClr val="CC6600"/>
              </a:buClr>
              <a:buFont typeface="Arial" panose="020B0604020202090204"/>
              <a:buChar char="●"/>
              <a:tabLst>
                <a:tab pos="0" algn="l"/>
              </a:tabLst>
            </a:pPr>
            <a:r>
              <a:rPr lang="en-US" sz="1800" b="0" strike="noStrike" spc="-1">
                <a:solidFill>
                  <a:schemeClr val="dk1"/>
                </a:solidFill>
                <a:latin typeface="Helvetica Neue" panose="02000503000000020004"/>
                <a:ea typeface="Helvetica Neue" panose="02000503000000020004"/>
              </a:rPr>
              <a:t>Don’t pertain to system</a:t>
            </a:r>
            <a:endParaRPr lang="en-US" sz="1800" b="0" strike="noStrike" spc="-1">
              <a:solidFill>
                <a:srgbClr val="000000"/>
              </a:solidFill>
              <a:latin typeface="Arial" panose="020B0604020202090204"/>
            </a:endParaRPr>
          </a:p>
          <a:p>
            <a:pPr marL="742950" lvl="1" indent="-285750" algn="just">
              <a:lnSpc>
                <a:spcPct val="90000"/>
              </a:lnSpc>
              <a:spcBef>
                <a:spcPts val="630"/>
              </a:spcBef>
              <a:buClr>
                <a:srgbClr val="CC6600"/>
              </a:buClr>
              <a:buFont typeface="Arial" panose="020B0604020202090204"/>
              <a:buChar char="●"/>
              <a:tabLst>
                <a:tab pos="0" algn="l"/>
              </a:tabLst>
            </a:pPr>
            <a:r>
              <a:rPr lang="en-US" sz="1800" b="0" strike="noStrike" spc="-1">
                <a:solidFill>
                  <a:schemeClr val="dk1"/>
                </a:solidFill>
                <a:latin typeface="Helvetica Neue" panose="02000503000000020004"/>
                <a:ea typeface="Helvetica Neue" panose="02000503000000020004"/>
              </a:rPr>
              <a:t>Run by users</a:t>
            </a:r>
            <a:endParaRPr lang="en-US" sz="1800" b="0" strike="noStrike" spc="-1">
              <a:solidFill>
                <a:srgbClr val="000000"/>
              </a:solidFill>
              <a:latin typeface="Arial" panose="020B0604020202090204"/>
            </a:endParaRPr>
          </a:p>
          <a:p>
            <a:pPr marL="742950" lvl="1" indent="-285750" algn="just">
              <a:lnSpc>
                <a:spcPct val="90000"/>
              </a:lnSpc>
              <a:spcBef>
                <a:spcPts val="630"/>
              </a:spcBef>
              <a:buClr>
                <a:srgbClr val="CC6600"/>
              </a:buClr>
              <a:buFont typeface="Arial" panose="020B0604020202090204"/>
              <a:buChar char="●"/>
              <a:tabLst>
                <a:tab pos="0" algn="l"/>
              </a:tabLst>
            </a:pPr>
            <a:r>
              <a:rPr lang="en-US" sz="1800" b="0" strike="noStrike" spc="-1">
                <a:solidFill>
                  <a:schemeClr val="dk1"/>
                </a:solidFill>
                <a:latin typeface="Helvetica Neue" panose="02000503000000020004"/>
                <a:ea typeface="Helvetica Neue" panose="02000503000000020004"/>
              </a:rPr>
              <a:t>Not typically considered part of OS</a:t>
            </a:r>
            <a:endParaRPr lang="en-US" sz="1800" b="0" strike="noStrike" spc="-1">
              <a:solidFill>
                <a:srgbClr val="000000"/>
              </a:solidFill>
              <a:latin typeface="Arial" panose="020B0604020202090204"/>
            </a:endParaRPr>
          </a:p>
          <a:p>
            <a:pPr marL="742950" lvl="1" indent="-285750" algn="just">
              <a:lnSpc>
                <a:spcPct val="90000"/>
              </a:lnSpc>
              <a:spcBef>
                <a:spcPts val="630"/>
              </a:spcBef>
              <a:buClr>
                <a:srgbClr val="CC6600"/>
              </a:buClr>
              <a:buFont typeface="Arial" panose="020B0604020202090204"/>
              <a:buChar char="●"/>
              <a:tabLst>
                <a:tab pos="0" algn="l"/>
              </a:tabLst>
            </a:pPr>
            <a:r>
              <a:rPr lang="en-US" sz="1800" b="0" strike="noStrike" spc="-1">
                <a:solidFill>
                  <a:schemeClr val="dk1"/>
                </a:solidFill>
                <a:latin typeface="Helvetica Neue" panose="02000503000000020004"/>
                <a:ea typeface="Helvetica Neue" panose="02000503000000020004"/>
              </a:rPr>
              <a:t>Launched by command line, mouse click, finger poke</a:t>
            </a:r>
            <a:endParaRPr lang="en-US" sz="1800" b="0" strike="noStrike" spc="-1">
              <a:solidFill>
                <a:srgbClr val="000000"/>
              </a:solidFill>
              <a:latin typeface="Arial" panose="020B0604020202090204"/>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 name="Google Shape;244;p37"/>
          <p:cNvSpPr/>
          <p:nvPr/>
        </p:nvSpPr>
        <p:spPr>
          <a:xfrm>
            <a:off x="2428560" y="2505600"/>
            <a:ext cx="4059000" cy="912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tabLst>
                <a:tab pos="0" algn="l"/>
              </a:tabLst>
            </a:pPr>
            <a:r>
              <a:rPr lang="en-US" sz="5400" b="1" i="1" strike="noStrike" spc="-1">
                <a:solidFill>
                  <a:schemeClr val="dk2"/>
                </a:solidFill>
                <a:latin typeface="Libre Baskerville"/>
                <a:ea typeface="Libre Baskerville"/>
              </a:rPr>
              <a:t>MCQs</a:t>
            </a:r>
            <a:endParaRPr lang="en-IN" sz="5400" b="0" strike="noStrike" spc="-1">
              <a:solidFill>
                <a:srgbClr val="000000"/>
              </a:solidFill>
              <a:latin typeface="Arial" panose="020B0604020202090204"/>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8" name="PlaceHolder 1"/>
          <p:cNvSpPr>
            <a:spLocks noGrp="1"/>
          </p:cNvSpPr>
          <p:nvPr>
            <p:ph type="title"/>
          </p:nvPr>
        </p:nvSpPr>
        <p:spPr>
          <a:xfrm>
            <a:off x="457200" y="180000"/>
            <a:ext cx="7771320" cy="540000"/>
          </a:xfrm>
          <a:prstGeom prst="rect">
            <a:avLst/>
          </a:prstGeom>
          <a:noFill/>
          <a:ln w="0">
            <a:noFill/>
          </a:ln>
        </p:spPr>
        <p:txBody>
          <a:bodyPr lIns="0" tIns="0" rIns="0" bIns="0" anchor="ctr">
            <a:noAutofit/>
          </a:bodyPr>
          <a:lstStyle/>
          <a:p>
            <a:pPr indent="0">
              <a:lnSpc>
                <a:spcPct val="90000"/>
              </a:lnSpc>
              <a:buNone/>
            </a:pPr>
            <a:r>
              <a:rPr lang="en-US" sz="4400" b="0" strike="noStrike" spc="-1" dirty="0">
                <a:solidFill>
                  <a:srgbClr val="000000"/>
                </a:solidFill>
                <a:latin typeface="Arial" panose="020B0604020202090204"/>
              </a:rPr>
              <a:t>MCQs </a:t>
            </a:r>
            <a:endParaRPr lang="en-US" sz="4400" b="0" strike="noStrike" spc="-1" dirty="0">
              <a:solidFill>
                <a:srgbClr val="000000"/>
              </a:solidFill>
              <a:latin typeface="Arial" panose="020B0604020202090204"/>
              <a:ea typeface="DejaVu Sans"/>
            </a:endParaRPr>
          </a:p>
        </p:txBody>
      </p:sp>
      <p:sp>
        <p:nvSpPr>
          <p:cNvPr id="339" name="PlaceHolder 2"/>
          <p:cNvSpPr>
            <a:spLocks noGrp="1"/>
          </p:cNvSpPr>
          <p:nvPr>
            <p:ph/>
          </p:nvPr>
        </p:nvSpPr>
        <p:spPr>
          <a:xfrm>
            <a:off x="457200" y="819000"/>
            <a:ext cx="8228880" cy="5220000"/>
          </a:xfrm>
          <a:prstGeom prst="rect">
            <a:avLst/>
          </a:prstGeom>
          <a:noFill/>
          <a:ln w="0">
            <a:noFill/>
          </a:ln>
        </p:spPr>
        <p:txBody>
          <a:bodyPr lIns="0" tIns="0" rIns="0" bIns="0" anchor="t">
            <a:noAutofit/>
          </a:bodyPr>
          <a:lstStyle/>
          <a:p>
            <a:pPr marL="0" indent="0">
              <a:buNone/>
            </a:pPr>
            <a:r>
              <a:rPr lang="en-IN" sz="1200" b="1" dirty="0">
                <a:effectLst/>
              </a:rPr>
              <a:t>Which kernel design places most OS services in kernel space?</a:t>
            </a:r>
            <a:br>
              <a:rPr lang="en-IN" sz="1200" dirty="0">
                <a:effectLst/>
              </a:rPr>
            </a:br>
            <a:r>
              <a:rPr lang="en-IN" sz="1200" dirty="0">
                <a:effectLst/>
              </a:rPr>
              <a:t>A. Microkernel</a:t>
            </a:r>
            <a:br>
              <a:rPr lang="en-IN" sz="1200" dirty="0">
                <a:effectLst/>
              </a:rPr>
            </a:br>
            <a:r>
              <a:rPr lang="en-IN" sz="1200" b="1" dirty="0">
                <a:effectLst/>
              </a:rPr>
              <a:t>B. Monolithic kernel</a:t>
            </a:r>
            <a:br>
              <a:rPr lang="en-IN" sz="1200" dirty="0">
                <a:effectLst/>
              </a:rPr>
            </a:br>
            <a:r>
              <a:rPr lang="en-IN" sz="1200" dirty="0">
                <a:effectLst/>
              </a:rPr>
              <a:t>C. Hybrid kernel</a:t>
            </a:r>
            <a:br>
              <a:rPr lang="en-IN" sz="1200" dirty="0">
                <a:effectLst/>
              </a:rPr>
            </a:br>
            <a:r>
              <a:rPr lang="en-IN" sz="1200" dirty="0">
                <a:effectLst/>
              </a:rPr>
              <a:t>D. Exokernel</a:t>
            </a:r>
          </a:p>
          <a:p>
            <a:pPr marL="0" indent="0">
              <a:buNone/>
            </a:pPr>
            <a:r>
              <a:rPr lang="en-IN" sz="1200" b="1" dirty="0">
                <a:effectLst/>
              </a:rPr>
              <a:t>In which kernel type are device drivers, file systems, and system services implemented as user-level processes?</a:t>
            </a:r>
            <a:br>
              <a:rPr lang="en-IN" sz="1200" dirty="0">
                <a:effectLst/>
              </a:rPr>
            </a:br>
            <a:r>
              <a:rPr lang="en-IN" sz="1200" dirty="0">
                <a:effectLst/>
              </a:rPr>
              <a:t>A. Monolithic kernel</a:t>
            </a:r>
            <a:br>
              <a:rPr lang="en-IN" sz="1200" dirty="0">
                <a:effectLst/>
              </a:rPr>
            </a:br>
            <a:r>
              <a:rPr lang="en-IN" sz="1200" dirty="0">
                <a:effectLst/>
              </a:rPr>
              <a:t>B. Hybrid kernel</a:t>
            </a:r>
            <a:br>
              <a:rPr lang="en-IN" sz="1200" dirty="0">
                <a:effectLst/>
              </a:rPr>
            </a:br>
            <a:r>
              <a:rPr lang="en-IN" sz="1200" b="1" dirty="0">
                <a:effectLst/>
              </a:rPr>
              <a:t>C. Microkernel</a:t>
            </a:r>
            <a:br>
              <a:rPr lang="en-IN" sz="1200" dirty="0">
                <a:effectLst/>
              </a:rPr>
            </a:br>
            <a:r>
              <a:rPr lang="en-IN" sz="1200" dirty="0">
                <a:effectLst/>
              </a:rPr>
              <a:t>D. Nanokernel</a:t>
            </a:r>
          </a:p>
          <a:p>
            <a:pPr marL="0" indent="0">
              <a:buNone/>
            </a:pPr>
            <a:r>
              <a:rPr lang="en-IN" sz="1200" b="1" dirty="0">
                <a:effectLst/>
              </a:rPr>
              <a:t>Which of the following is an advantage of a microkernel architecture?</a:t>
            </a:r>
            <a:br>
              <a:rPr lang="en-IN" sz="1200" dirty="0">
                <a:effectLst/>
              </a:rPr>
            </a:br>
            <a:r>
              <a:rPr lang="en-IN" sz="1200" dirty="0">
                <a:effectLst/>
              </a:rPr>
              <a:t>A. Faster system calls</a:t>
            </a:r>
            <a:br>
              <a:rPr lang="en-IN" sz="1200" dirty="0">
                <a:effectLst/>
              </a:rPr>
            </a:br>
            <a:r>
              <a:rPr lang="en-IN" sz="1200" dirty="0">
                <a:effectLst/>
              </a:rPr>
              <a:t>B. Larger kernel size</a:t>
            </a:r>
            <a:br>
              <a:rPr lang="en-IN" sz="1200" dirty="0">
                <a:effectLst/>
              </a:rPr>
            </a:br>
            <a:r>
              <a:rPr lang="en-IN" sz="1200" b="1" dirty="0">
                <a:effectLst/>
              </a:rPr>
              <a:t>C. Improved system stability</a:t>
            </a:r>
            <a:br>
              <a:rPr lang="en-IN" sz="1200" dirty="0">
                <a:effectLst/>
              </a:rPr>
            </a:br>
            <a:r>
              <a:rPr lang="en-IN" sz="1200" dirty="0">
                <a:effectLst/>
              </a:rPr>
              <a:t>D. Direct hardware access for applications</a:t>
            </a:r>
            <a:br>
              <a:rPr lang="en-IN" sz="1200" dirty="0">
                <a:effectLst/>
              </a:rPr>
            </a:br>
            <a:br>
              <a:rPr lang="en-IN" sz="1200" dirty="0">
                <a:effectLst/>
              </a:rPr>
            </a:br>
            <a:r>
              <a:rPr lang="en-IN" sz="1200" b="1" dirty="0">
                <a:effectLst/>
              </a:rPr>
              <a:t>Linux operating system uses which type of kernel?</a:t>
            </a:r>
            <a:br>
              <a:rPr lang="en-IN" sz="1200" dirty="0">
                <a:effectLst/>
              </a:rPr>
            </a:br>
            <a:r>
              <a:rPr lang="en-IN" sz="1200" dirty="0">
                <a:effectLst/>
              </a:rPr>
              <a:t>A. Microkernel</a:t>
            </a:r>
            <a:br>
              <a:rPr lang="en-IN" sz="1200" dirty="0">
                <a:effectLst/>
              </a:rPr>
            </a:br>
            <a:r>
              <a:rPr lang="en-IN" sz="1200" b="1" dirty="0">
                <a:effectLst/>
              </a:rPr>
              <a:t>B. Monolithic kernel</a:t>
            </a:r>
            <a:br>
              <a:rPr lang="en-IN" sz="1200" dirty="0">
                <a:effectLst/>
              </a:rPr>
            </a:br>
            <a:r>
              <a:rPr lang="en-IN" sz="1200" dirty="0">
                <a:effectLst/>
              </a:rPr>
              <a:t>C. Hybrid kernel</a:t>
            </a:r>
            <a:br>
              <a:rPr lang="en-IN" sz="1200" dirty="0">
                <a:effectLst/>
              </a:rPr>
            </a:br>
            <a:r>
              <a:rPr lang="en-IN" sz="1200" dirty="0">
                <a:effectLst/>
              </a:rPr>
              <a:t>D. Exokernel</a:t>
            </a:r>
          </a:p>
          <a:p>
            <a:pPr marL="0" indent="0">
              <a:buNone/>
            </a:pPr>
            <a:r>
              <a:rPr lang="en-IN" sz="1200" b="1" dirty="0">
                <a:effectLst/>
              </a:rPr>
              <a:t>5. Which kernel type allows only basic services like IPC and scheduling in kernel space?</a:t>
            </a:r>
            <a:br>
              <a:rPr lang="en-IN" sz="1200" dirty="0">
                <a:effectLst/>
              </a:rPr>
            </a:br>
            <a:r>
              <a:rPr lang="en-IN" sz="1200" dirty="0">
                <a:effectLst/>
              </a:rPr>
              <a:t>A. Monolithic</a:t>
            </a:r>
            <a:br>
              <a:rPr lang="en-IN" sz="1200" dirty="0">
                <a:effectLst/>
              </a:rPr>
            </a:br>
            <a:r>
              <a:rPr lang="en-IN" sz="1200" dirty="0">
                <a:effectLst/>
              </a:rPr>
              <a:t>B. Hybrid</a:t>
            </a:r>
            <a:br>
              <a:rPr lang="en-IN" sz="1200" dirty="0">
                <a:effectLst/>
              </a:rPr>
            </a:br>
            <a:r>
              <a:rPr lang="en-IN" sz="1200" b="1" dirty="0">
                <a:effectLst/>
              </a:rPr>
              <a:t>C. Microkernel</a:t>
            </a:r>
            <a:br>
              <a:rPr lang="en-IN" sz="1200" dirty="0">
                <a:effectLst/>
              </a:rPr>
            </a:br>
            <a:r>
              <a:rPr lang="en-IN" sz="1200" dirty="0">
                <a:effectLst/>
              </a:rPr>
              <a:t>D. </a:t>
            </a:r>
            <a:r>
              <a:rPr lang="en-IN" sz="1200" dirty="0" err="1">
                <a:effectLst/>
              </a:rPr>
              <a:t>Multikernel</a:t>
            </a:r>
            <a:endParaRPr lang="en-IN" sz="1200" dirty="0">
              <a:effectLst/>
            </a:endParaRPr>
          </a:p>
          <a:p>
            <a:pPr marL="0" indent="0">
              <a:buNone/>
            </a:pPr>
            <a:r>
              <a:rPr lang="en-IN" sz="1200" b="1" dirty="0">
                <a:effectLst/>
              </a:rPr>
              <a:t>6. Windows NT kernel is best described as a:</a:t>
            </a:r>
            <a:br>
              <a:rPr lang="en-IN" sz="1200" dirty="0">
                <a:effectLst/>
              </a:rPr>
            </a:br>
            <a:r>
              <a:rPr lang="en-IN" sz="1200" dirty="0">
                <a:effectLst/>
              </a:rPr>
              <a:t>A. Monolithic kernel</a:t>
            </a:r>
            <a:br>
              <a:rPr lang="en-IN" sz="1200" dirty="0">
                <a:effectLst/>
              </a:rPr>
            </a:br>
            <a:r>
              <a:rPr lang="en-IN" sz="1200" dirty="0">
                <a:effectLst/>
              </a:rPr>
              <a:t>B. Microkernel</a:t>
            </a:r>
            <a:br>
              <a:rPr lang="en-IN" sz="1200" dirty="0">
                <a:effectLst/>
              </a:rPr>
            </a:br>
            <a:r>
              <a:rPr lang="en-IN" sz="1200" b="1" dirty="0">
                <a:effectLst/>
              </a:rPr>
              <a:t>C. Hybrid kernel</a:t>
            </a:r>
            <a:br>
              <a:rPr lang="en-IN" sz="1200" dirty="0">
                <a:effectLst/>
              </a:rPr>
            </a:br>
            <a:r>
              <a:rPr lang="en-IN" sz="1200" dirty="0">
                <a:effectLst/>
              </a:rPr>
              <a:t>D. Exokernel</a:t>
            </a:r>
            <a:br>
              <a:rPr lang="en-IN" sz="1200" dirty="0">
                <a:effectLst/>
              </a:rPr>
            </a:br>
            <a:endParaRPr lang="en-IN" sz="1200" dirty="0">
              <a:effectLst/>
            </a:endParaRPr>
          </a:p>
          <a:p>
            <a:pPr marL="0" indent="0">
              <a:buNone/>
            </a:pPr>
            <a:br>
              <a:rPr lang="en-IN" sz="1200" dirty="0">
                <a:effectLst/>
              </a:rPr>
            </a:br>
            <a:br>
              <a:rPr lang="en-IN" sz="1200" dirty="0">
                <a:effectLst/>
              </a:rPr>
            </a:br>
            <a:endParaRPr lang="en-IN" sz="1200" dirty="0">
              <a:effectLst/>
            </a:endParaRPr>
          </a:p>
          <a:p>
            <a:pPr marL="431800" indent="0">
              <a:lnSpc>
                <a:spcPct val="100000"/>
              </a:lnSpc>
              <a:spcBef>
                <a:spcPts val="815"/>
              </a:spcBef>
              <a:buNone/>
            </a:pPr>
            <a:endParaRPr lang="en-IN" sz="1200" spc="-1" dirty="0">
              <a:solidFill>
                <a:srgbClr val="000000"/>
              </a:solidFill>
              <a:latin typeface="Arial" panose="020B0604020202090204"/>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p:nvPr>
        </p:nvSpPr>
        <p:spPr>
          <a:xfrm>
            <a:off x="457200" y="834887"/>
            <a:ext cx="8228880" cy="5843113"/>
          </a:xfrm>
        </p:spPr>
        <p:txBody>
          <a:bodyPr/>
          <a:lstStyle/>
          <a:p>
            <a:pPr marL="0" indent="0">
              <a:buNone/>
            </a:pPr>
            <a:r>
              <a:rPr lang="en-IN" sz="1200" b="1" dirty="0"/>
              <a:t>7. Which kernel architecture aims to provide minimal abstractions and allow applications direct control over hardware resources?</a:t>
            </a:r>
            <a:br>
              <a:rPr lang="en-IN" sz="1200" dirty="0"/>
            </a:br>
            <a:r>
              <a:rPr lang="en-IN" sz="1200" dirty="0"/>
              <a:t>A. Microkernel</a:t>
            </a:r>
            <a:br>
              <a:rPr lang="en-IN" sz="1200" dirty="0"/>
            </a:br>
            <a:r>
              <a:rPr lang="en-IN" sz="1200" dirty="0"/>
              <a:t>B. Hybrid kernel</a:t>
            </a:r>
            <a:br>
              <a:rPr lang="en-IN" sz="1200" dirty="0"/>
            </a:br>
            <a:r>
              <a:rPr lang="en-IN" sz="1200" b="1" dirty="0"/>
              <a:t>C. Exokernel</a:t>
            </a:r>
            <a:br>
              <a:rPr lang="en-IN" sz="1200" dirty="0"/>
            </a:br>
            <a:r>
              <a:rPr lang="en-IN" sz="1200" dirty="0"/>
              <a:t>D. Monolithic kernel</a:t>
            </a:r>
          </a:p>
          <a:p>
            <a:pPr marL="0" indent="0">
              <a:buNone/>
            </a:pPr>
            <a:r>
              <a:rPr lang="en-IN" sz="1200" b="1" dirty="0"/>
              <a:t>8. Which of the following is a key disadvantage of monolithic kernels?</a:t>
            </a:r>
            <a:br>
              <a:rPr lang="en-IN" sz="1200" dirty="0"/>
            </a:br>
            <a:r>
              <a:rPr lang="en-IN" sz="1200" dirty="0"/>
              <a:t>A. Poor performance</a:t>
            </a:r>
            <a:br>
              <a:rPr lang="en-IN" sz="1200" dirty="0"/>
            </a:br>
            <a:r>
              <a:rPr lang="en-IN" sz="1200" dirty="0"/>
              <a:t>B. Limited scalability</a:t>
            </a:r>
            <a:br>
              <a:rPr lang="en-IN" sz="1200" dirty="0"/>
            </a:br>
            <a:r>
              <a:rPr lang="en-IN" sz="1200" b="1" dirty="0"/>
              <a:t>C. Low fault tolerance</a:t>
            </a:r>
            <a:br>
              <a:rPr lang="en-IN" sz="1200" dirty="0"/>
            </a:br>
            <a:r>
              <a:rPr lang="en-IN" sz="1200" dirty="0"/>
              <a:t>D. High context switching overhead</a:t>
            </a:r>
          </a:p>
          <a:p>
            <a:pPr marL="0" indent="0">
              <a:buNone/>
            </a:pPr>
            <a:r>
              <a:rPr lang="en-IN" sz="1200" b="1" dirty="0"/>
              <a:t>9. In a hybrid kernel, the design philosophy is to:</a:t>
            </a:r>
            <a:br>
              <a:rPr lang="en-IN" sz="1200" dirty="0"/>
            </a:br>
            <a:r>
              <a:rPr lang="en-IN" sz="1200" dirty="0"/>
              <a:t>A. Eliminate kernel mode</a:t>
            </a:r>
            <a:br>
              <a:rPr lang="en-IN" sz="1200" dirty="0"/>
            </a:br>
            <a:r>
              <a:rPr lang="en-IN" sz="1200" b="1" dirty="0"/>
              <a:t>B. Combine features of monolithic and microkernel designs</a:t>
            </a:r>
            <a:br>
              <a:rPr lang="en-IN" sz="1200" dirty="0"/>
            </a:br>
            <a:r>
              <a:rPr lang="en-IN" sz="1200" dirty="0"/>
              <a:t>C. Move all services to user space</a:t>
            </a:r>
            <a:br>
              <a:rPr lang="en-IN" sz="1200" dirty="0"/>
            </a:br>
            <a:r>
              <a:rPr lang="en-IN" sz="1200" dirty="0"/>
              <a:t>D. Minimize hardware abstraction</a:t>
            </a:r>
          </a:p>
          <a:p>
            <a:pPr marL="0" indent="0">
              <a:buNone/>
            </a:pPr>
            <a:r>
              <a:rPr lang="en-IN" sz="1200" b="1" dirty="0"/>
              <a:t>10. Which kernel type is most suitable for research and experimental operating systems?</a:t>
            </a:r>
            <a:br>
              <a:rPr lang="en-IN" sz="1200" dirty="0"/>
            </a:br>
            <a:r>
              <a:rPr lang="en-IN" sz="1200" dirty="0"/>
              <a:t>A. Monolithic kernel</a:t>
            </a:r>
            <a:br>
              <a:rPr lang="en-IN" sz="1200" dirty="0"/>
            </a:br>
            <a:r>
              <a:rPr lang="en-IN" sz="1200" dirty="0"/>
              <a:t>B. Hybrid kernel</a:t>
            </a:r>
            <a:br>
              <a:rPr lang="en-IN" sz="1200" dirty="0"/>
            </a:br>
            <a:r>
              <a:rPr lang="en-IN" sz="1200" dirty="0"/>
              <a:t>C. Microkernel</a:t>
            </a:r>
            <a:br>
              <a:rPr lang="en-IN" sz="1200" dirty="0"/>
            </a:br>
            <a:r>
              <a:rPr lang="en-IN" sz="1200" b="1" dirty="0"/>
              <a:t>D. Exokernel</a:t>
            </a:r>
          </a:p>
          <a:p>
            <a:pPr marL="0" indent="0">
              <a:buNone/>
            </a:pPr>
            <a:r>
              <a:rPr lang="en-IN" sz="1200" b="1" dirty="0">
                <a:effectLst/>
              </a:rPr>
              <a:t>11. Which kernel type generally results in faster execution due to fewer context switches?</a:t>
            </a:r>
            <a:br>
              <a:rPr lang="en-IN" sz="1200" dirty="0">
                <a:effectLst/>
              </a:rPr>
            </a:br>
            <a:r>
              <a:rPr lang="en-IN" sz="1200" dirty="0">
                <a:effectLst/>
              </a:rPr>
              <a:t>A. Microkernel</a:t>
            </a:r>
            <a:br>
              <a:rPr lang="en-IN" sz="1200" dirty="0">
                <a:effectLst/>
              </a:rPr>
            </a:br>
            <a:r>
              <a:rPr lang="en-IN" sz="1200" dirty="0">
                <a:effectLst/>
              </a:rPr>
              <a:t>B. Hybrid kernel</a:t>
            </a:r>
            <a:br>
              <a:rPr lang="en-IN" sz="1200" dirty="0">
                <a:effectLst/>
              </a:rPr>
            </a:br>
            <a:r>
              <a:rPr lang="en-IN" sz="1200" b="1" dirty="0">
                <a:effectLst/>
              </a:rPr>
              <a:t>C. Monolithic kernel</a:t>
            </a:r>
            <a:br>
              <a:rPr lang="en-IN" sz="1200" dirty="0">
                <a:effectLst/>
              </a:rPr>
            </a:br>
            <a:r>
              <a:rPr lang="en-IN" sz="1200" dirty="0">
                <a:effectLst/>
              </a:rPr>
              <a:t>D. Exokernel</a:t>
            </a:r>
          </a:p>
          <a:p>
            <a:pPr marL="0" indent="0">
              <a:buNone/>
            </a:pPr>
            <a:r>
              <a:rPr lang="en-IN" sz="1200" b="1" dirty="0">
                <a:effectLst/>
              </a:rPr>
              <a:t>12. Which of the following kernels is commonly used in embedded and real-time systems?</a:t>
            </a:r>
            <a:br>
              <a:rPr lang="en-IN" sz="1200" dirty="0">
                <a:effectLst/>
              </a:rPr>
            </a:br>
            <a:r>
              <a:rPr lang="en-IN" sz="1200" dirty="0">
                <a:effectLst/>
              </a:rPr>
              <a:t>A. Hybrid kernel</a:t>
            </a:r>
            <a:br>
              <a:rPr lang="en-IN" sz="1200" dirty="0">
                <a:effectLst/>
              </a:rPr>
            </a:br>
            <a:r>
              <a:rPr lang="en-IN" sz="1200" b="1" dirty="0">
                <a:effectLst/>
              </a:rPr>
              <a:t>B. Microkernel</a:t>
            </a:r>
            <a:br>
              <a:rPr lang="en-IN" sz="1200" dirty="0">
                <a:effectLst/>
              </a:rPr>
            </a:br>
            <a:r>
              <a:rPr lang="en-IN" sz="1200" dirty="0">
                <a:effectLst/>
              </a:rPr>
              <a:t>C. Exokernel</a:t>
            </a:r>
            <a:br>
              <a:rPr lang="en-IN" sz="1200" dirty="0">
                <a:effectLst/>
              </a:rPr>
            </a:br>
            <a:r>
              <a:rPr lang="en-IN" sz="1200" dirty="0">
                <a:effectLst/>
              </a:rPr>
              <a:t>D. Monolithic kernel</a:t>
            </a:r>
            <a:br>
              <a:rPr lang="en-IN" sz="1200" dirty="0"/>
            </a:br>
            <a:endParaRPr lang="en-US" sz="1200" dirty="0"/>
          </a:p>
        </p:txBody>
      </p:sp>
      <p:sp>
        <p:nvSpPr>
          <p:cNvPr id="4" name="PlaceHolder 1"/>
          <p:cNvSpPr txBox="1"/>
          <p:nvPr/>
        </p:nvSpPr>
        <p:spPr>
          <a:xfrm>
            <a:off x="457200" y="180000"/>
            <a:ext cx="7771320" cy="540000"/>
          </a:xfrm>
          <a:prstGeom prst="rect">
            <a:avLst/>
          </a:prstGeom>
          <a:noFill/>
          <a:ln w="0">
            <a:noFill/>
          </a:ln>
        </p:spPr>
        <p:txBody>
          <a:bodyPr lIns="0" tIns="0" rIns="0" bIns="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pc="-1" dirty="0">
                <a:solidFill>
                  <a:srgbClr val="000000"/>
                </a:solidFill>
                <a:latin typeface="Arial" panose="020B0604020202090204"/>
              </a:rPr>
              <a:t>MCQs </a:t>
            </a:r>
            <a:endParaRPr lang="en-US" spc="-1" dirty="0">
              <a:solidFill>
                <a:srgbClr val="000000"/>
              </a:solidFill>
              <a:latin typeface="Arial" panose="020B0604020202090204"/>
              <a:ea typeface="DejaVu Sans"/>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p:nvPr>
        </p:nvSpPr>
        <p:spPr>
          <a:xfrm>
            <a:off x="457560" y="1187165"/>
            <a:ext cx="8228880" cy="5670835"/>
          </a:xfrm>
        </p:spPr>
        <p:txBody>
          <a:bodyPr/>
          <a:lstStyle/>
          <a:p>
            <a:pPr marL="0" indent="0">
              <a:buNone/>
            </a:pPr>
            <a:r>
              <a:rPr lang="en-IN" sz="1200" b="1" dirty="0"/>
              <a:t>13. The kernel of an operating system is responsible for:</a:t>
            </a:r>
            <a:br>
              <a:rPr lang="en-IN" sz="1200" dirty="0"/>
            </a:br>
            <a:r>
              <a:rPr lang="en-IN" sz="1200" dirty="0"/>
              <a:t>A. User interface design</a:t>
            </a:r>
            <a:br>
              <a:rPr lang="en-IN" sz="1200" dirty="0"/>
            </a:br>
            <a:r>
              <a:rPr lang="en-IN" sz="1200" b="1" dirty="0"/>
              <a:t>B. Managing hardware resources</a:t>
            </a:r>
            <a:br>
              <a:rPr lang="en-IN" sz="1200" dirty="0"/>
            </a:br>
            <a:r>
              <a:rPr lang="en-IN" sz="1200" dirty="0"/>
              <a:t>C. Compiling programs</a:t>
            </a:r>
            <a:br>
              <a:rPr lang="en-IN" sz="1200" dirty="0"/>
            </a:br>
            <a:r>
              <a:rPr lang="en-IN" sz="1200" dirty="0"/>
              <a:t>D. Editing files</a:t>
            </a:r>
          </a:p>
          <a:p>
            <a:pPr marL="0" indent="0">
              <a:buNone/>
            </a:pPr>
            <a:r>
              <a:rPr lang="en-IN" sz="1200" b="1" dirty="0">
                <a:effectLst/>
              </a:rPr>
              <a:t>14. Which of the following is NOT a function of the kernel?</a:t>
            </a:r>
            <a:br>
              <a:rPr lang="en-IN" sz="1200" dirty="0">
                <a:effectLst/>
              </a:rPr>
            </a:br>
            <a:r>
              <a:rPr lang="en-IN" sz="1200" dirty="0">
                <a:effectLst/>
              </a:rPr>
              <a:t>A. Process management</a:t>
            </a:r>
            <a:br>
              <a:rPr lang="en-IN" sz="1200" dirty="0">
                <a:effectLst/>
              </a:rPr>
            </a:br>
            <a:r>
              <a:rPr lang="en-IN" sz="1200" dirty="0">
                <a:effectLst/>
              </a:rPr>
              <a:t>B. Memory management</a:t>
            </a:r>
            <a:br>
              <a:rPr lang="en-IN" sz="1200" dirty="0">
                <a:effectLst/>
              </a:rPr>
            </a:br>
            <a:r>
              <a:rPr lang="en-IN" sz="1200" dirty="0">
                <a:effectLst/>
              </a:rPr>
              <a:t>C. File management</a:t>
            </a:r>
            <a:br>
              <a:rPr lang="en-IN" sz="1200" dirty="0">
                <a:effectLst/>
              </a:rPr>
            </a:br>
            <a:r>
              <a:rPr lang="en-IN" sz="1200" b="1" dirty="0">
                <a:effectLst/>
              </a:rPr>
              <a:t>D. Command interpretation</a:t>
            </a:r>
            <a:endParaRPr lang="en-IN" sz="1200" dirty="0">
              <a:effectLst/>
            </a:endParaRPr>
          </a:p>
          <a:p>
            <a:pPr marL="0" indent="0">
              <a:buNone/>
            </a:pPr>
            <a:r>
              <a:rPr lang="en-IN" sz="1200" b="1" dirty="0">
                <a:effectLst/>
              </a:rPr>
              <a:t>15. Which mode does the kernel operate in?</a:t>
            </a:r>
            <a:br>
              <a:rPr lang="en-IN" sz="1200" dirty="0">
                <a:effectLst/>
              </a:rPr>
            </a:br>
            <a:r>
              <a:rPr lang="en-IN" sz="1200" dirty="0">
                <a:effectLst/>
              </a:rPr>
              <a:t>A. User mode</a:t>
            </a:r>
            <a:br>
              <a:rPr lang="en-IN" sz="1200" dirty="0">
                <a:effectLst/>
              </a:rPr>
            </a:br>
            <a:r>
              <a:rPr lang="en-IN" sz="1200" dirty="0">
                <a:effectLst/>
              </a:rPr>
              <a:t>B. Supervisor mode</a:t>
            </a:r>
            <a:br>
              <a:rPr lang="en-IN" sz="1200" dirty="0">
                <a:effectLst/>
              </a:rPr>
            </a:br>
            <a:r>
              <a:rPr lang="en-IN" sz="1200" dirty="0">
                <a:effectLst/>
              </a:rPr>
              <a:t>C. Kernel mode</a:t>
            </a:r>
            <a:br>
              <a:rPr lang="en-IN" sz="1200" dirty="0">
                <a:effectLst/>
              </a:rPr>
            </a:br>
            <a:r>
              <a:rPr lang="en-IN" sz="1200" b="1" dirty="0">
                <a:effectLst/>
              </a:rPr>
              <a:t>D. Both B and C</a:t>
            </a:r>
            <a:endParaRPr lang="en-IN" sz="1200" dirty="0">
              <a:effectLst/>
            </a:endParaRPr>
          </a:p>
          <a:p>
            <a:pPr marL="0" indent="0">
              <a:buNone/>
            </a:pPr>
            <a:r>
              <a:rPr lang="en-IN" sz="1200" b="1" dirty="0">
                <a:effectLst/>
              </a:rPr>
              <a:t>16. The kernel acts as a bridge between:</a:t>
            </a:r>
            <a:br>
              <a:rPr lang="en-IN" sz="1200" dirty="0">
                <a:effectLst/>
              </a:rPr>
            </a:br>
            <a:r>
              <a:rPr lang="en-IN" sz="1200" b="1" dirty="0">
                <a:effectLst/>
              </a:rPr>
              <a:t>A. Hardware and application software</a:t>
            </a:r>
            <a:br>
              <a:rPr lang="en-IN" sz="1200" dirty="0">
                <a:effectLst/>
              </a:rPr>
            </a:br>
            <a:r>
              <a:rPr lang="en-IN" sz="1200" dirty="0">
                <a:effectLst/>
              </a:rPr>
              <a:t>B. User and shell</a:t>
            </a:r>
            <a:br>
              <a:rPr lang="en-IN" sz="1200" dirty="0">
                <a:effectLst/>
              </a:rPr>
            </a:br>
            <a:r>
              <a:rPr lang="en-IN" sz="1200" dirty="0">
                <a:effectLst/>
              </a:rPr>
              <a:t>C. Compiler and hardware</a:t>
            </a:r>
            <a:br>
              <a:rPr lang="en-IN" sz="1200" dirty="0">
                <a:effectLst/>
              </a:rPr>
            </a:br>
            <a:r>
              <a:rPr lang="en-IN" sz="1200" dirty="0">
                <a:effectLst/>
              </a:rPr>
              <a:t>D. Memory and CPU</a:t>
            </a:r>
          </a:p>
          <a:p>
            <a:pPr marL="0" indent="0">
              <a:buNone/>
            </a:pPr>
            <a:r>
              <a:rPr lang="en-IN" sz="1200" b="1" dirty="0">
                <a:effectLst/>
              </a:rPr>
              <a:t>17. Which of the following kernel components manages CPU scheduling?</a:t>
            </a:r>
            <a:br>
              <a:rPr lang="en-IN" sz="1200" dirty="0">
                <a:effectLst/>
              </a:rPr>
            </a:br>
            <a:r>
              <a:rPr lang="en-IN" sz="1200" dirty="0">
                <a:effectLst/>
              </a:rPr>
              <a:t>A. Memory manager</a:t>
            </a:r>
            <a:br>
              <a:rPr lang="en-IN" sz="1200" dirty="0">
                <a:effectLst/>
              </a:rPr>
            </a:br>
            <a:r>
              <a:rPr lang="en-IN" sz="1200" b="1" dirty="0">
                <a:effectLst/>
              </a:rPr>
              <a:t>B. Process manager</a:t>
            </a:r>
            <a:br>
              <a:rPr lang="en-IN" sz="1200" dirty="0">
                <a:effectLst/>
              </a:rPr>
            </a:br>
            <a:r>
              <a:rPr lang="en-IN" sz="1200" dirty="0">
                <a:effectLst/>
              </a:rPr>
              <a:t>C. I/O manager</a:t>
            </a:r>
            <a:br>
              <a:rPr lang="en-IN" sz="1200" dirty="0">
                <a:effectLst/>
              </a:rPr>
            </a:br>
            <a:r>
              <a:rPr lang="en-IN" sz="1200" dirty="0">
                <a:effectLst/>
              </a:rPr>
              <a:t>D. File manager</a:t>
            </a:r>
          </a:p>
          <a:p>
            <a:pPr marL="0" indent="0">
              <a:buNone/>
            </a:pPr>
            <a:r>
              <a:rPr lang="en-IN" sz="1200" b="1" dirty="0">
                <a:effectLst/>
              </a:rPr>
              <a:t>18. Which kernel component handles allocation and deallocation of memory?</a:t>
            </a:r>
            <a:br>
              <a:rPr lang="en-IN" sz="1200" dirty="0">
                <a:effectLst/>
              </a:rPr>
            </a:br>
            <a:r>
              <a:rPr lang="en-IN" sz="1200" dirty="0">
                <a:effectLst/>
              </a:rPr>
              <a:t>A. Scheduler</a:t>
            </a:r>
            <a:br>
              <a:rPr lang="en-IN" sz="1200" dirty="0">
                <a:effectLst/>
              </a:rPr>
            </a:br>
            <a:r>
              <a:rPr lang="en-IN" sz="1200" dirty="0">
                <a:effectLst/>
              </a:rPr>
              <a:t>B. Dispatcher</a:t>
            </a:r>
            <a:br>
              <a:rPr lang="en-IN" sz="1200" dirty="0">
                <a:effectLst/>
              </a:rPr>
            </a:br>
            <a:r>
              <a:rPr lang="en-IN" sz="1200" b="1" dirty="0">
                <a:effectLst/>
              </a:rPr>
              <a:t>C. Memory manager</a:t>
            </a:r>
            <a:br>
              <a:rPr lang="en-IN" sz="1200" dirty="0">
                <a:effectLst/>
              </a:rPr>
            </a:br>
            <a:r>
              <a:rPr lang="en-IN" sz="1200" dirty="0">
                <a:effectLst/>
              </a:rPr>
              <a:t>D. Device driver</a:t>
            </a:r>
          </a:p>
          <a:p>
            <a:endParaRPr lang="en-US" dirty="0"/>
          </a:p>
        </p:txBody>
      </p:sp>
      <p:sp>
        <p:nvSpPr>
          <p:cNvPr id="4" name="PlaceHolder 1"/>
          <p:cNvSpPr txBox="1"/>
          <p:nvPr/>
        </p:nvSpPr>
        <p:spPr>
          <a:xfrm>
            <a:off x="457200" y="180000"/>
            <a:ext cx="7771320" cy="540000"/>
          </a:xfrm>
          <a:prstGeom prst="rect">
            <a:avLst/>
          </a:prstGeom>
          <a:noFill/>
          <a:ln w="0">
            <a:noFill/>
          </a:ln>
        </p:spPr>
        <p:txBody>
          <a:bodyPr lIns="0" tIns="0" rIns="0" bIns="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pc="-1" dirty="0">
                <a:solidFill>
                  <a:srgbClr val="000000"/>
                </a:solidFill>
                <a:latin typeface="Arial" panose="020B0604020202090204"/>
              </a:rPr>
              <a:t>MCQs </a:t>
            </a:r>
            <a:endParaRPr lang="en-US" spc="-1" dirty="0">
              <a:solidFill>
                <a:srgbClr val="000000"/>
              </a:solidFill>
              <a:latin typeface="Arial" panose="020B0604020202090204"/>
              <a:ea typeface="DejaVu Sans"/>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p:nvPr>
        </p:nvSpPr>
        <p:spPr>
          <a:xfrm>
            <a:off x="457560" y="1563757"/>
            <a:ext cx="8228880" cy="4508014"/>
          </a:xfrm>
        </p:spPr>
        <p:txBody>
          <a:bodyPr/>
          <a:lstStyle/>
          <a:p>
            <a:pPr marL="0" indent="0">
              <a:buNone/>
            </a:pPr>
            <a:r>
              <a:rPr lang="en-IN" sz="1200" b="1" dirty="0">
                <a:effectLst/>
              </a:rPr>
              <a:t>19. The shell in an operating system primarily acts as a:</a:t>
            </a:r>
            <a:br>
              <a:rPr lang="en-IN" sz="1200" dirty="0">
                <a:effectLst/>
              </a:rPr>
            </a:br>
            <a:r>
              <a:rPr lang="en-IN" sz="1200" dirty="0">
                <a:effectLst/>
              </a:rPr>
              <a:t>A. Hardware controller</a:t>
            </a:r>
            <a:br>
              <a:rPr lang="en-IN" sz="1200" dirty="0">
                <a:effectLst/>
              </a:rPr>
            </a:br>
            <a:r>
              <a:rPr lang="en-IN" sz="1200" b="1" dirty="0">
                <a:effectLst/>
              </a:rPr>
              <a:t>B. Command interpreter</a:t>
            </a:r>
            <a:br>
              <a:rPr lang="en-IN" sz="1200" dirty="0">
                <a:effectLst/>
              </a:rPr>
            </a:br>
            <a:r>
              <a:rPr lang="en-IN" sz="1200" dirty="0">
                <a:effectLst/>
              </a:rPr>
              <a:t>C. Process scheduler</a:t>
            </a:r>
            <a:br>
              <a:rPr lang="en-IN" sz="1200" dirty="0">
                <a:effectLst/>
              </a:rPr>
            </a:br>
            <a:r>
              <a:rPr lang="en-IN" sz="1200" dirty="0">
                <a:effectLst/>
              </a:rPr>
              <a:t>D. Memory allocator</a:t>
            </a:r>
          </a:p>
          <a:p>
            <a:pPr marL="0" indent="0">
              <a:buNone/>
            </a:pPr>
            <a:r>
              <a:rPr lang="en-IN" sz="1200" b="1" dirty="0">
                <a:effectLst/>
              </a:rPr>
              <a:t>20. Which of the following is an example of a shell?</a:t>
            </a:r>
            <a:br>
              <a:rPr lang="en-IN" sz="1200" dirty="0">
                <a:effectLst/>
              </a:rPr>
            </a:br>
            <a:r>
              <a:rPr lang="en-IN" sz="1200" dirty="0">
                <a:effectLst/>
              </a:rPr>
              <a:t>A. Kernel</a:t>
            </a:r>
            <a:br>
              <a:rPr lang="en-IN" sz="1200" dirty="0">
                <a:effectLst/>
              </a:rPr>
            </a:br>
            <a:r>
              <a:rPr lang="en-IN" sz="1200" dirty="0">
                <a:effectLst/>
              </a:rPr>
              <a:t>B. BIOS</a:t>
            </a:r>
            <a:br>
              <a:rPr lang="en-IN" sz="1200" dirty="0">
                <a:effectLst/>
              </a:rPr>
            </a:br>
            <a:r>
              <a:rPr lang="en-IN" sz="1200" b="1" dirty="0">
                <a:effectLst/>
              </a:rPr>
              <a:t>C. Bash</a:t>
            </a:r>
            <a:br>
              <a:rPr lang="en-IN" sz="1200" dirty="0">
                <a:effectLst/>
              </a:rPr>
            </a:br>
            <a:r>
              <a:rPr lang="en-IN" sz="1200" dirty="0">
                <a:effectLst/>
              </a:rPr>
              <a:t>D. Loader</a:t>
            </a:r>
          </a:p>
          <a:p>
            <a:pPr marL="0" indent="0">
              <a:buNone/>
            </a:pPr>
            <a:r>
              <a:rPr lang="en-IN" sz="1200" b="1" dirty="0">
                <a:effectLst/>
              </a:rPr>
              <a:t>21. The shell communicates directly with the:</a:t>
            </a:r>
            <a:br>
              <a:rPr lang="en-IN" sz="1200" dirty="0">
                <a:effectLst/>
              </a:rPr>
            </a:br>
            <a:r>
              <a:rPr lang="en-IN" sz="1200" dirty="0">
                <a:effectLst/>
              </a:rPr>
              <a:t>A. Hardware</a:t>
            </a:r>
            <a:br>
              <a:rPr lang="en-IN" sz="1200" dirty="0">
                <a:effectLst/>
              </a:rPr>
            </a:br>
            <a:r>
              <a:rPr lang="en-IN" sz="1200" dirty="0">
                <a:effectLst/>
              </a:rPr>
              <a:t>B. Compiler</a:t>
            </a:r>
            <a:br>
              <a:rPr lang="en-IN" sz="1200" dirty="0">
                <a:effectLst/>
              </a:rPr>
            </a:br>
            <a:r>
              <a:rPr lang="en-IN" sz="1200" b="1" dirty="0">
                <a:effectLst/>
              </a:rPr>
              <a:t>C. Kernel</a:t>
            </a:r>
            <a:br>
              <a:rPr lang="en-IN" sz="1200" dirty="0">
                <a:effectLst/>
              </a:rPr>
            </a:br>
            <a:r>
              <a:rPr lang="en-IN" sz="1200" dirty="0">
                <a:effectLst/>
              </a:rPr>
              <a:t>D. User applications</a:t>
            </a:r>
          </a:p>
          <a:p>
            <a:pPr marL="0" indent="0">
              <a:buNone/>
            </a:pPr>
            <a:r>
              <a:rPr lang="en-IN" sz="1200" b="1" dirty="0">
                <a:effectLst/>
              </a:rPr>
              <a:t>22. Which of the following is NOT a type of shell?</a:t>
            </a:r>
            <a:br>
              <a:rPr lang="en-IN" sz="1200" dirty="0">
                <a:effectLst/>
              </a:rPr>
            </a:br>
            <a:r>
              <a:rPr lang="en-IN" sz="1200" dirty="0">
                <a:effectLst/>
              </a:rPr>
              <a:t>A. Bourne shell</a:t>
            </a:r>
            <a:br>
              <a:rPr lang="en-IN" sz="1200" dirty="0">
                <a:effectLst/>
              </a:rPr>
            </a:br>
            <a:r>
              <a:rPr lang="en-IN" sz="1200" dirty="0">
                <a:effectLst/>
              </a:rPr>
              <a:t>B. C shell</a:t>
            </a:r>
            <a:br>
              <a:rPr lang="en-IN" sz="1200" dirty="0">
                <a:effectLst/>
              </a:rPr>
            </a:br>
            <a:r>
              <a:rPr lang="en-IN" sz="1200" dirty="0">
                <a:effectLst/>
              </a:rPr>
              <a:t>C. PowerShell</a:t>
            </a:r>
            <a:br>
              <a:rPr lang="en-IN" sz="1200" dirty="0">
                <a:effectLst/>
              </a:rPr>
            </a:br>
            <a:r>
              <a:rPr lang="en-IN" sz="1200" b="1" dirty="0">
                <a:effectLst/>
              </a:rPr>
              <a:t>D. Monolithic shell</a:t>
            </a:r>
            <a:endParaRPr lang="en-IN" sz="1200" dirty="0">
              <a:effectLst/>
            </a:endParaRPr>
          </a:p>
          <a:p>
            <a:pPr marL="0" indent="0">
              <a:buNone/>
            </a:pPr>
            <a:r>
              <a:rPr lang="en-IN" sz="1200" b="1" dirty="0">
                <a:effectLst/>
              </a:rPr>
              <a:t>23. Which statement is TRUE about kernel and shell?</a:t>
            </a:r>
            <a:br>
              <a:rPr lang="en-IN" sz="1200" dirty="0">
                <a:effectLst/>
              </a:rPr>
            </a:br>
            <a:r>
              <a:rPr lang="en-IN" sz="1200" dirty="0">
                <a:effectLst/>
              </a:rPr>
              <a:t>A. Both interact directly with hardware</a:t>
            </a:r>
            <a:br>
              <a:rPr lang="en-IN" sz="1200" dirty="0">
                <a:effectLst/>
              </a:rPr>
            </a:br>
            <a:r>
              <a:rPr lang="en-IN" sz="1200" dirty="0">
                <a:effectLst/>
              </a:rPr>
              <a:t>B. Shell is a part of kernel</a:t>
            </a:r>
            <a:br>
              <a:rPr lang="en-IN" sz="1200" dirty="0">
                <a:effectLst/>
              </a:rPr>
            </a:br>
            <a:r>
              <a:rPr lang="en-IN" sz="1200" b="1" dirty="0">
                <a:effectLst/>
              </a:rPr>
              <a:t>C. Kernel is mandatory, shell is optional</a:t>
            </a:r>
            <a:br>
              <a:rPr lang="en-IN" sz="1200" dirty="0">
                <a:effectLst/>
              </a:rPr>
            </a:br>
            <a:r>
              <a:rPr lang="en-IN" sz="1200" dirty="0">
                <a:effectLst/>
              </a:rPr>
              <a:t>D. Kernel and shell are the same</a:t>
            </a:r>
          </a:p>
          <a:p>
            <a:pPr marL="0" indent="0">
              <a:buNone/>
            </a:pPr>
            <a:r>
              <a:rPr lang="en-IN" sz="1200" b="1" dirty="0">
                <a:effectLst/>
              </a:rPr>
              <a:t>24. The kernel is loaded into memory:</a:t>
            </a:r>
            <a:br>
              <a:rPr lang="en-IN" sz="1200" dirty="0">
                <a:effectLst/>
              </a:rPr>
            </a:br>
            <a:r>
              <a:rPr lang="en-IN" sz="1200" dirty="0">
                <a:effectLst/>
              </a:rPr>
              <a:t>A. When a user logs in</a:t>
            </a:r>
            <a:br>
              <a:rPr lang="en-IN" sz="1200" dirty="0">
                <a:effectLst/>
              </a:rPr>
            </a:br>
            <a:r>
              <a:rPr lang="en-IN" sz="1200" b="1" dirty="0">
                <a:effectLst/>
              </a:rPr>
              <a:t>B. At system boot time</a:t>
            </a:r>
            <a:br>
              <a:rPr lang="en-IN" sz="1200" dirty="0">
                <a:effectLst/>
              </a:rPr>
            </a:br>
            <a:r>
              <a:rPr lang="en-IN" sz="1200" dirty="0">
                <a:effectLst/>
              </a:rPr>
              <a:t>C. When shell starts</a:t>
            </a:r>
            <a:br>
              <a:rPr lang="en-IN" sz="1200" dirty="0">
                <a:effectLst/>
              </a:rPr>
            </a:br>
            <a:r>
              <a:rPr lang="en-IN" sz="1200" dirty="0">
                <a:effectLst/>
              </a:rPr>
              <a:t>D. When an application runs</a:t>
            </a:r>
          </a:p>
          <a:p>
            <a:endParaRPr lang="en-US" sz="1200" dirty="0"/>
          </a:p>
        </p:txBody>
      </p:sp>
      <p:sp>
        <p:nvSpPr>
          <p:cNvPr id="4" name="PlaceHolder 1"/>
          <p:cNvSpPr txBox="1"/>
          <p:nvPr/>
        </p:nvSpPr>
        <p:spPr>
          <a:xfrm>
            <a:off x="457200" y="180000"/>
            <a:ext cx="7771320" cy="540000"/>
          </a:xfrm>
          <a:prstGeom prst="rect">
            <a:avLst/>
          </a:prstGeom>
          <a:noFill/>
          <a:ln w="0">
            <a:noFill/>
          </a:ln>
        </p:spPr>
        <p:txBody>
          <a:bodyPr lIns="0" tIns="0" rIns="0" bIns="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pc="-1" dirty="0">
                <a:solidFill>
                  <a:srgbClr val="000000"/>
                </a:solidFill>
                <a:latin typeface="Arial" panose="020B0604020202090204"/>
              </a:rPr>
              <a:t>MCQs </a:t>
            </a:r>
            <a:endParaRPr lang="en-US" spc="-1" dirty="0">
              <a:solidFill>
                <a:srgbClr val="000000"/>
              </a:solidFill>
              <a:latin typeface="Arial" panose="020B0604020202090204"/>
              <a:ea typeface="DejaVu Sans"/>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p:nvPr>
        </p:nvSpPr>
        <p:spPr>
          <a:xfrm>
            <a:off x="457200" y="1073426"/>
            <a:ext cx="8228880" cy="4508014"/>
          </a:xfrm>
        </p:spPr>
        <p:txBody>
          <a:bodyPr/>
          <a:lstStyle/>
          <a:p>
            <a:r>
              <a:rPr lang="en-IN" sz="1200" b="1" dirty="0">
                <a:effectLst/>
              </a:rPr>
              <a:t>25. Shell scripts are mainly used to:</a:t>
            </a:r>
            <a:br>
              <a:rPr lang="en-IN" sz="1200" dirty="0">
                <a:effectLst/>
              </a:rPr>
            </a:br>
            <a:r>
              <a:rPr lang="en-IN" sz="1200" dirty="0">
                <a:effectLst/>
              </a:rPr>
              <a:t>A. Manage memory</a:t>
            </a:r>
            <a:br>
              <a:rPr lang="en-IN" sz="1200" dirty="0">
                <a:effectLst/>
              </a:rPr>
            </a:br>
            <a:r>
              <a:rPr lang="en-IN" sz="1200" dirty="0">
                <a:effectLst/>
              </a:rPr>
              <a:t>B. Control hardware</a:t>
            </a:r>
            <a:br>
              <a:rPr lang="en-IN" sz="1200" dirty="0">
                <a:effectLst/>
              </a:rPr>
            </a:br>
            <a:r>
              <a:rPr lang="en-IN" sz="1200" b="1" dirty="0">
                <a:effectLst/>
              </a:rPr>
              <a:t>C. Automate command execution</a:t>
            </a:r>
            <a:br>
              <a:rPr lang="en-IN" sz="1200" dirty="0">
                <a:effectLst/>
              </a:rPr>
            </a:br>
            <a:r>
              <a:rPr lang="en-IN" sz="1200" dirty="0">
                <a:effectLst/>
              </a:rPr>
              <a:t>D. Schedule processes</a:t>
            </a:r>
            <a:br>
              <a:rPr lang="en-IN" sz="1200" dirty="0">
                <a:effectLst/>
              </a:rPr>
            </a:br>
            <a:endParaRPr lang="en-IN" sz="1200" dirty="0">
              <a:effectLst/>
            </a:endParaRPr>
          </a:p>
          <a:p>
            <a:r>
              <a:rPr lang="en-IN" sz="1200" b="1" dirty="0">
                <a:effectLst/>
              </a:rPr>
              <a:t>26. Which of the following provides security and access control in OS?</a:t>
            </a:r>
            <a:br>
              <a:rPr lang="en-IN" sz="1200" dirty="0">
                <a:effectLst/>
              </a:rPr>
            </a:br>
            <a:r>
              <a:rPr lang="en-IN" sz="1200" dirty="0">
                <a:effectLst/>
              </a:rPr>
              <a:t>A. Shell</a:t>
            </a:r>
            <a:br>
              <a:rPr lang="en-IN" sz="1200" dirty="0">
                <a:effectLst/>
              </a:rPr>
            </a:br>
            <a:r>
              <a:rPr lang="en-IN" sz="1200" b="1" dirty="0">
                <a:effectLst/>
              </a:rPr>
              <a:t>B. Kernel</a:t>
            </a:r>
            <a:br>
              <a:rPr lang="en-IN" sz="1200" dirty="0">
                <a:effectLst/>
              </a:rPr>
            </a:br>
            <a:r>
              <a:rPr lang="en-IN" sz="1200" dirty="0">
                <a:effectLst/>
              </a:rPr>
              <a:t>C. Compiler</a:t>
            </a:r>
            <a:br>
              <a:rPr lang="en-IN" sz="1200" dirty="0">
                <a:effectLst/>
              </a:rPr>
            </a:br>
            <a:r>
              <a:rPr lang="en-IN" sz="1200" dirty="0">
                <a:effectLst/>
              </a:rPr>
              <a:t>D. Loader</a:t>
            </a:r>
            <a:br>
              <a:rPr lang="en-IN" sz="1200" dirty="0">
                <a:effectLst/>
              </a:rPr>
            </a:br>
            <a:endParaRPr lang="en-IN" sz="1200" dirty="0">
              <a:effectLst/>
            </a:endParaRPr>
          </a:p>
          <a:p>
            <a:r>
              <a:rPr lang="en-IN" sz="1200" b="1" dirty="0">
                <a:effectLst/>
              </a:rPr>
              <a:t>27. In Linux, system calls provide an interface between:</a:t>
            </a:r>
            <a:br>
              <a:rPr lang="en-IN" sz="1200" dirty="0">
                <a:effectLst/>
              </a:rPr>
            </a:br>
            <a:r>
              <a:rPr lang="en-IN" sz="1200" dirty="0">
                <a:effectLst/>
              </a:rPr>
              <a:t>A. Shell and user</a:t>
            </a:r>
            <a:br>
              <a:rPr lang="en-IN" sz="1200" dirty="0">
                <a:effectLst/>
              </a:rPr>
            </a:br>
            <a:r>
              <a:rPr lang="en-IN" sz="1200" b="1" dirty="0">
                <a:effectLst/>
              </a:rPr>
              <a:t>B. Application and kernel</a:t>
            </a:r>
            <a:br>
              <a:rPr lang="en-IN" sz="1200" dirty="0">
                <a:effectLst/>
              </a:rPr>
            </a:br>
            <a:r>
              <a:rPr lang="en-IN" sz="1200" dirty="0">
                <a:effectLst/>
              </a:rPr>
              <a:t>C. Kernel and hardware</a:t>
            </a:r>
            <a:br>
              <a:rPr lang="en-IN" sz="1200" dirty="0">
                <a:effectLst/>
              </a:rPr>
            </a:br>
            <a:r>
              <a:rPr lang="en-IN" sz="1200" dirty="0">
                <a:effectLst/>
              </a:rPr>
              <a:t>D. Shell and compiler</a:t>
            </a:r>
            <a:br>
              <a:rPr lang="en-IN" sz="1200" dirty="0">
                <a:effectLst/>
              </a:rPr>
            </a:br>
            <a:endParaRPr lang="en-IN" sz="1200" dirty="0">
              <a:effectLst/>
            </a:endParaRPr>
          </a:p>
          <a:p>
            <a:r>
              <a:rPr lang="en-IN" sz="1200" b="1" dirty="0">
                <a:effectLst/>
              </a:rPr>
              <a:t>28. Assertion (A): Kernel is the core of the operating system.</a:t>
            </a:r>
            <a:br>
              <a:rPr lang="en-IN" sz="1200" dirty="0">
                <a:effectLst/>
              </a:rPr>
            </a:br>
            <a:r>
              <a:rPr lang="en-IN" sz="1200" b="1" dirty="0">
                <a:effectLst/>
              </a:rPr>
              <a:t>Reason (R): Kernel manages hardware resources and system calls.</a:t>
            </a:r>
            <a:endParaRPr lang="en-IN" sz="1200" dirty="0">
              <a:effectLst/>
            </a:endParaRPr>
          </a:p>
          <a:p>
            <a:r>
              <a:rPr lang="en-IN" sz="1200" b="1" dirty="0">
                <a:effectLst/>
              </a:rPr>
              <a:t>A. Both A and R are true, and R explains A</a:t>
            </a:r>
            <a:br>
              <a:rPr lang="en-IN" sz="1200" dirty="0">
                <a:effectLst/>
              </a:rPr>
            </a:br>
            <a:r>
              <a:rPr lang="en-IN" sz="1200" dirty="0">
                <a:effectLst/>
              </a:rPr>
              <a:t>B. Both A and R are true, but R does not explain A</a:t>
            </a:r>
            <a:br>
              <a:rPr lang="en-IN" sz="1200" dirty="0">
                <a:effectLst/>
              </a:rPr>
            </a:br>
            <a:r>
              <a:rPr lang="en-IN" sz="1200" dirty="0">
                <a:effectLst/>
              </a:rPr>
              <a:t>C. A is true, R is false</a:t>
            </a:r>
            <a:br>
              <a:rPr lang="en-IN" sz="1200" dirty="0">
                <a:effectLst/>
              </a:rPr>
            </a:br>
            <a:r>
              <a:rPr lang="en-IN" sz="1200" dirty="0">
                <a:effectLst/>
              </a:rPr>
              <a:t>D. A is false, R is true</a:t>
            </a:r>
            <a:br>
              <a:rPr lang="en-IN" sz="1200" dirty="0">
                <a:effectLst/>
              </a:rPr>
            </a:br>
            <a:br>
              <a:rPr lang="en-IN" sz="1200" dirty="0">
                <a:effectLst/>
              </a:rPr>
            </a:br>
            <a:br>
              <a:rPr lang="en-IN" sz="1200" dirty="0">
                <a:effectLst/>
              </a:rPr>
            </a:br>
            <a:endParaRPr lang="en-IN" sz="1200" dirty="0">
              <a:effectLst/>
            </a:endParaRPr>
          </a:p>
          <a:p>
            <a:endParaRPr lang="en-US" sz="1200" dirty="0"/>
          </a:p>
        </p:txBody>
      </p:sp>
      <p:sp>
        <p:nvSpPr>
          <p:cNvPr id="4" name="PlaceHolder 1"/>
          <p:cNvSpPr txBox="1"/>
          <p:nvPr/>
        </p:nvSpPr>
        <p:spPr>
          <a:xfrm>
            <a:off x="457200" y="180000"/>
            <a:ext cx="7771320" cy="540000"/>
          </a:xfrm>
          <a:prstGeom prst="rect">
            <a:avLst/>
          </a:prstGeom>
          <a:noFill/>
          <a:ln w="0">
            <a:noFill/>
          </a:ln>
        </p:spPr>
        <p:txBody>
          <a:bodyPr lIns="0" tIns="0" rIns="0" bIns="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pc="-1" dirty="0">
                <a:solidFill>
                  <a:srgbClr val="000000"/>
                </a:solidFill>
                <a:latin typeface="Arial" panose="020B0604020202090204"/>
              </a:rPr>
              <a:t>MCQs </a:t>
            </a:r>
            <a:endParaRPr lang="en-US" spc="-1" dirty="0">
              <a:solidFill>
                <a:srgbClr val="000000"/>
              </a:solidFill>
              <a:latin typeface="Arial" panose="020B0604020202090204"/>
              <a:ea typeface="DejaVu Sans"/>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p:nvPr>
        </p:nvSpPr>
        <p:spPr>
          <a:xfrm>
            <a:off x="457200" y="1220207"/>
            <a:ext cx="8228880" cy="3976920"/>
          </a:xfrm>
        </p:spPr>
        <p:txBody>
          <a:bodyPr/>
          <a:lstStyle/>
          <a:p>
            <a:pPr marL="0" indent="0">
              <a:buNone/>
            </a:pPr>
            <a:r>
              <a:rPr lang="en-IN" sz="1200" b="1" dirty="0"/>
              <a:t>29</a:t>
            </a:r>
            <a:r>
              <a:rPr lang="en-IN" sz="1200" b="1" dirty="0">
                <a:effectLst/>
              </a:rPr>
              <a:t>. What is the output of the following code: </a:t>
            </a:r>
            <a:endParaRPr lang="en-IN" sz="1200" dirty="0">
              <a:effectLst/>
            </a:endParaRPr>
          </a:p>
          <a:p>
            <a:pPr marL="0" indent="0">
              <a:buNone/>
            </a:pPr>
            <a:r>
              <a:rPr lang="en-IN" sz="1200" b="0" dirty="0">
                <a:effectLst/>
              </a:rPr>
              <a:t>	#include &lt;</a:t>
            </a:r>
            <a:r>
              <a:rPr lang="en-IN" sz="1200" b="0" dirty="0" err="1">
                <a:effectLst/>
              </a:rPr>
              <a:t>stdio.h</a:t>
            </a:r>
            <a:r>
              <a:rPr lang="en-IN" sz="1200" b="0" dirty="0">
                <a:effectLst/>
              </a:rPr>
              <a:t>&gt;</a:t>
            </a:r>
            <a:endParaRPr lang="en-IN" sz="1200" dirty="0"/>
          </a:p>
          <a:p>
            <a:pPr marL="0" indent="0">
              <a:buNone/>
            </a:pPr>
            <a:r>
              <a:rPr lang="en-IN" sz="1200" b="0" dirty="0">
                <a:effectLst/>
              </a:rPr>
              <a:t>	#include &lt;</a:t>
            </a:r>
            <a:r>
              <a:rPr lang="en-IN" sz="1200" b="0" dirty="0" err="1">
                <a:effectLst/>
              </a:rPr>
              <a:t>unistd.h</a:t>
            </a:r>
            <a:r>
              <a:rPr lang="en-IN" sz="1200" b="0" dirty="0">
                <a:effectLst/>
              </a:rPr>
              <a:t>&gt;</a:t>
            </a:r>
          </a:p>
          <a:p>
            <a:pPr marL="0" indent="0">
              <a:buNone/>
            </a:pPr>
            <a:r>
              <a:rPr lang="en-IN" sz="1200" dirty="0"/>
              <a:t>	</a:t>
            </a:r>
            <a:r>
              <a:rPr lang="en-IN" sz="1200" b="0" dirty="0">
                <a:effectLst/>
              </a:rPr>
              <a:t>int main()</a:t>
            </a:r>
          </a:p>
          <a:p>
            <a:pPr marL="0" indent="0">
              <a:buNone/>
            </a:pPr>
            <a:r>
              <a:rPr lang="en-IN" sz="1200" dirty="0"/>
              <a:t>	</a:t>
            </a:r>
            <a:r>
              <a:rPr lang="en-IN" sz="1200" b="0" dirty="0">
                <a:effectLst/>
              </a:rPr>
              <a:t>{</a:t>
            </a:r>
          </a:p>
          <a:p>
            <a:pPr marL="0" indent="0">
              <a:buNone/>
            </a:pPr>
            <a:r>
              <a:rPr lang="en-IN" sz="1200" dirty="0"/>
              <a:t>	</a:t>
            </a:r>
            <a:r>
              <a:rPr lang="en-IN" sz="1200" b="0" dirty="0">
                <a:effectLst/>
              </a:rPr>
              <a:t>if (fork() || fork()):</a:t>
            </a:r>
          </a:p>
          <a:p>
            <a:pPr marL="0" indent="0">
              <a:buNone/>
            </a:pPr>
            <a:r>
              <a:rPr lang="en-IN" sz="1200" dirty="0"/>
              <a:t>	     </a:t>
            </a:r>
            <a:r>
              <a:rPr lang="en-IN" sz="1200" b="0" dirty="0">
                <a:effectLst/>
              </a:rPr>
              <a:t>fork();</a:t>
            </a:r>
          </a:p>
          <a:p>
            <a:pPr marL="0" indent="0">
              <a:buNone/>
            </a:pPr>
            <a:r>
              <a:rPr lang="en-IN" sz="1200" dirty="0"/>
              <a:t>	</a:t>
            </a:r>
            <a:r>
              <a:rPr lang="en-IN" sz="1200" b="0" dirty="0" err="1">
                <a:effectLst/>
              </a:rPr>
              <a:t>printf</a:t>
            </a:r>
            <a:r>
              <a:rPr lang="en-IN" sz="1200" b="0" dirty="0">
                <a:effectLst/>
              </a:rPr>
              <a:t>("1 ");</a:t>
            </a:r>
          </a:p>
          <a:p>
            <a:pPr marL="0" indent="0">
              <a:buNone/>
            </a:pPr>
            <a:r>
              <a:rPr lang="en-IN" sz="1200" dirty="0"/>
              <a:t>	return 0; }</a:t>
            </a:r>
          </a:p>
          <a:p>
            <a:pPr marL="0" indent="0">
              <a:buNone/>
            </a:pPr>
            <a:r>
              <a:rPr lang="en-IN" sz="1200" b="1" dirty="0">
                <a:effectLst/>
              </a:rPr>
              <a:t>Answer: 1 1 1 1 1 </a:t>
            </a:r>
          </a:p>
          <a:p>
            <a:pPr marL="0" indent="0">
              <a:buNone/>
            </a:pPr>
            <a:r>
              <a:rPr lang="en-IN" sz="1200" b="1" dirty="0">
                <a:effectLst/>
              </a:rPr>
              <a:t>30. Which of the following is NOT a category of system calls?</a:t>
            </a:r>
            <a:br>
              <a:rPr lang="en-IN" sz="1200" b="1" dirty="0">
                <a:effectLst/>
              </a:rPr>
            </a:br>
            <a:r>
              <a:rPr lang="en-IN" sz="1200" b="1" dirty="0">
                <a:effectLst/>
              </a:rPr>
              <a:t>	</a:t>
            </a:r>
            <a:r>
              <a:rPr lang="en-IN" sz="1200" b="0" dirty="0">
                <a:effectLst/>
              </a:rPr>
              <a:t>A. Process control</a:t>
            </a:r>
            <a:br>
              <a:rPr lang="en-IN" sz="1200" b="0" dirty="0">
                <a:effectLst/>
              </a:rPr>
            </a:br>
            <a:r>
              <a:rPr lang="en-IN" sz="1200" b="0" dirty="0">
                <a:effectLst/>
              </a:rPr>
              <a:t>	B. File management</a:t>
            </a:r>
            <a:br>
              <a:rPr lang="en-IN" sz="1200" b="0" dirty="0">
                <a:effectLst/>
              </a:rPr>
            </a:br>
            <a:r>
              <a:rPr lang="en-IN" sz="1200" b="0" dirty="0">
                <a:effectLst/>
              </a:rPr>
              <a:t>	C. Memory management</a:t>
            </a:r>
            <a:br>
              <a:rPr lang="en-IN" sz="1200" b="0" dirty="0">
                <a:effectLst/>
              </a:rPr>
            </a:br>
            <a:r>
              <a:rPr lang="en-IN" sz="1200" b="0" dirty="0">
                <a:effectLst/>
              </a:rPr>
              <a:t>	</a:t>
            </a:r>
            <a:r>
              <a:rPr lang="en-IN" sz="1200" b="1" dirty="0">
                <a:effectLst/>
              </a:rPr>
              <a:t>D. Compiler control</a:t>
            </a:r>
            <a:endParaRPr lang="en-IN" sz="1200" dirty="0">
              <a:effectLst/>
            </a:endParaRPr>
          </a:p>
          <a:p>
            <a:endParaRPr lang="en-IN" sz="1200" dirty="0">
              <a:effectLst/>
            </a:endParaRPr>
          </a:p>
          <a:p>
            <a:endParaRPr lang="en-US" sz="1200" dirty="0"/>
          </a:p>
        </p:txBody>
      </p:sp>
      <p:sp>
        <p:nvSpPr>
          <p:cNvPr id="4" name="PlaceHolder 1"/>
          <p:cNvSpPr txBox="1"/>
          <p:nvPr/>
        </p:nvSpPr>
        <p:spPr>
          <a:xfrm>
            <a:off x="457200" y="180000"/>
            <a:ext cx="7771320" cy="540000"/>
          </a:xfrm>
          <a:prstGeom prst="rect">
            <a:avLst/>
          </a:prstGeom>
          <a:noFill/>
          <a:ln w="0">
            <a:noFill/>
          </a:ln>
        </p:spPr>
        <p:txBody>
          <a:bodyPr lIns="0" tIns="0" rIns="0" bIns="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pc="-1" dirty="0">
                <a:solidFill>
                  <a:srgbClr val="000000"/>
                </a:solidFill>
                <a:latin typeface="Arial" panose="020B0604020202090204"/>
              </a:rPr>
              <a:t>MCQs </a:t>
            </a:r>
            <a:endParaRPr lang="en-US" spc="-1" dirty="0">
              <a:solidFill>
                <a:srgbClr val="000000"/>
              </a:solidFill>
              <a:latin typeface="Arial" panose="020B0604020202090204"/>
              <a:ea typeface="DejaVu Sans"/>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TotalTime>
  <Words>4561</Words>
  <Application>Microsoft Office PowerPoint</Application>
  <PresentationFormat>On-screen Show (4:3)</PresentationFormat>
  <Paragraphs>419</Paragraphs>
  <Slides>51</Slides>
  <Notes>24</Notes>
  <HiddenSlides>0</HiddenSlides>
  <MMClips>0</MMClips>
  <ScaleCrop>false</ScaleCrop>
  <HeadingPairs>
    <vt:vector size="6" baseType="variant">
      <vt:variant>
        <vt:lpstr>Fonts Used</vt:lpstr>
      </vt:variant>
      <vt:variant>
        <vt:i4>9</vt:i4>
      </vt:variant>
      <vt:variant>
        <vt:lpstr>Theme</vt:lpstr>
      </vt:variant>
      <vt:variant>
        <vt:i4>4</vt:i4>
      </vt:variant>
      <vt:variant>
        <vt:lpstr>Slide Titles</vt:lpstr>
      </vt:variant>
      <vt:variant>
        <vt:i4>51</vt:i4>
      </vt:variant>
    </vt:vector>
  </HeadingPairs>
  <TitlesOfParts>
    <vt:vector size="64" baseType="lpstr">
      <vt:lpstr>Arial</vt:lpstr>
      <vt:lpstr>Arimo</vt:lpstr>
      <vt:lpstr>Calibri</vt:lpstr>
      <vt:lpstr>Helvetica Neue</vt:lpstr>
      <vt:lpstr>Libre Baskerville</vt:lpstr>
      <vt:lpstr>Noto Sans Symbols</vt:lpstr>
      <vt:lpstr>Symbol</vt:lpstr>
      <vt:lpstr>Times New Roman</vt:lpstr>
      <vt:lpstr>Wingdings</vt:lpstr>
      <vt:lpstr>Office Theme</vt:lpstr>
      <vt:lpstr>Office Theme</vt:lpstr>
      <vt:lpstr>Office Theme</vt:lpstr>
      <vt:lpstr>Office Theme</vt:lpstr>
      <vt:lpstr>PowerPoint Presentation</vt:lpstr>
      <vt:lpstr>Content</vt:lpstr>
      <vt:lpstr>Operating Systems Structures</vt:lpstr>
      <vt:lpstr>Types of Operating Systems Structures</vt:lpstr>
      <vt:lpstr>Simple Structure </vt:lpstr>
      <vt:lpstr>Cont…….</vt:lpstr>
      <vt:lpstr>Monolithic Structure</vt:lpstr>
      <vt:lpstr>PowerPoint Presentation</vt:lpstr>
      <vt:lpstr>Micro-Kernel Structure</vt:lpstr>
      <vt:lpstr>Hybrid-Kernel Structure </vt:lpstr>
      <vt:lpstr>Exo-Kernel Structure</vt:lpstr>
      <vt:lpstr>Cont….</vt:lpstr>
      <vt:lpstr>Layered Structure</vt:lpstr>
      <vt:lpstr>Cont…….</vt:lpstr>
      <vt:lpstr>Modular Structure</vt:lpstr>
      <vt:lpstr>Virtual Machines (VMs)</vt:lpstr>
      <vt:lpstr>Components of an Operating Systems  </vt:lpstr>
      <vt:lpstr>Cont……</vt:lpstr>
      <vt:lpstr>Operating System Services</vt:lpstr>
      <vt:lpstr>Operating System Services (Cont.)</vt:lpstr>
      <vt:lpstr>Operating System Services (Cont.)</vt:lpstr>
      <vt:lpstr>A View of Operating System Services</vt:lpstr>
      <vt:lpstr>User Operating System Interface - CLI</vt:lpstr>
      <vt:lpstr>User Operating System Interface - GUI</vt:lpstr>
      <vt:lpstr>Touchscreen Interfaces</vt:lpstr>
      <vt:lpstr>The Mac OS X GUI</vt:lpstr>
      <vt:lpstr>System Calls</vt:lpstr>
      <vt:lpstr>Example of System Calls</vt:lpstr>
      <vt:lpstr>Example of Standard API</vt:lpstr>
      <vt:lpstr>System Call Implementation</vt:lpstr>
      <vt:lpstr>API – System Call – OS Relationship</vt:lpstr>
      <vt:lpstr>System Call Parameter Passing</vt:lpstr>
      <vt:lpstr>Parameter Passing via Table</vt:lpstr>
      <vt:lpstr>Types of System Calls</vt:lpstr>
      <vt:lpstr>Types of System Calls</vt:lpstr>
      <vt:lpstr>Types of System Calls (Cont.)</vt:lpstr>
      <vt:lpstr>Types of System Calls (Cont.)</vt:lpstr>
      <vt:lpstr>Examples of Windows and  Unix System Calls</vt:lpstr>
      <vt:lpstr>Standard C Library Example</vt:lpstr>
      <vt:lpstr>Example: MS-DOS</vt:lpstr>
      <vt:lpstr>System Programs</vt:lpstr>
      <vt:lpstr>System Programs</vt:lpstr>
      <vt:lpstr>System Programs (Cont.)</vt:lpstr>
      <vt:lpstr>System Programs (Cont.)</vt:lpstr>
      <vt:lpstr>PowerPoint Presentation</vt:lpstr>
      <vt:lpstr>MCQs </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ABC</dc:creator>
  <cp:lastModifiedBy>Tanish Singla</cp:lastModifiedBy>
  <cp:revision>18</cp:revision>
  <dcterms:created xsi:type="dcterms:W3CDTF">2026-01-21T10:10:58Z</dcterms:created>
  <dcterms:modified xsi:type="dcterms:W3CDTF">2026-03-05T08:21:32Z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77C75C994B4C446DB33EAD35C783E0D7_12</vt:lpwstr>
  </property>
  <property fmtid="{D5CDD505-2E9C-101B-9397-08002B2CF9AE}" pid="3" name="KSOProductBuildVer">
    <vt:lpwstr>1033-6.15.0.8733</vt:lpwstr>
  </property>
  <property fmtid="{D5CDD505-2E9C-101B-9397-08002B2CF9AE}" pid="4" name="Notes">
    <vt:i4>24</vt:i4>
  </property>
  <property fmtid="{D5CDD505-2E9C-101B-9397-08002B2CF9AE}" pid="5" name="PresentationFormat">
    <vt:lpwstr>On-screen Show (4:3)</vt:lpwstr>
  </property>
  <property fmtid="{D5CDD505-2E9C-101B-9397-08002B2CF9AE}" pid="6" name="Slides">
    <vt:i4>48</vt:i4>
  </property>
</Properties>
</file>