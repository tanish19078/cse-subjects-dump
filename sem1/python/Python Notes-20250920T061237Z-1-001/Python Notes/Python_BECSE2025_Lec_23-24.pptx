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cP8nJoIKFej/qn49/1jKeyjQ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566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 txBox="1">
            <a:spLocks noGrp="1"/>
          </p:cNvSpPr>
          <p:nvPr>
            <p:ph type="body" idx="1"/>
          </p:nvPr>
        </p:nvSpPr>
        <p:spPr>
          <a:xfrm>
            <a:off x="535940" y="1392377"/>
            <a:ext cx="5281930" cy="139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 extrusionOk="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55891"/>
            <a:ext cx="899388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 extrusionOk="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755891"/>
            <a:ext cx="899388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3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6"/>
          <p:cNvSpPr/>
          <p:nvPr/>
        </p:nvSpPr>
        <p:spPr>
          <a:xfrm>
            <a:off x="6146291" y="0"/>
            <a:ext cx="2997835" cy="838200"/>
          </a:xfrm>
          <a:custGeom>
            <a:avLst/>
            <a:gdLst/>
            <a:ahLst/>
            <a:cxnLst/>
            <a:rect l="l" t="t" r="r" b="b"/>
            <a:pathLst>
              <a:path w="2997834" h="838200" extrusionOk="0">
                <a:moveTo>
                  <a:pt x="2997708" y="0"/>
                </a:moveTo>
                <a:lnTo>
                  <a:pt x="0" y="0"/>
                </a:lnTo>
                <a:lnTo>
                  <a:pt x="0" y="838200"/>
                </a:lnTo>
                <a:lnTo>
                  <a:pt x="2997708" y="838200"/>
                </a:lnTo>
                <a:lnTo>
                  <a:pt x="2997708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6"/>
          <p:cNvSpPr/>
          <p:nvPr/>
        </p:nvSpPr>
        <p:spPr>
          <a:xfrm>
            <a:off x="6527291" y="190500"/>
            <a:ext cx="2077720" cy="685800"/>
          </a:xfrm>
          <a:custGeom>
            <a:avLst/>
            <a:gdLst/>
            <a:ahLst/>
            <a:cxnLst/>
            <a:rect l="l" t="t" r="r" b="b"/>
            <a:pathLst>
              <a:path w="2077720" h="685800" extrusionOk="0">
                <a:moveTo>
                  <a:pt x="2077211" y="0"/>
                </a:moveTo>
                <a:lnTo>
                  <a:pt x="0" y="0"/>
                </a:lnTo>
                <a:lnTo>
                  <a:pt x="0" y="685800"/>
                </a:lnTo>
                <a:lnTo>
                  <a:pt x="2077211" y="685800"/>
                </a:lnTo>
                <a:lnTo>
                  <a:pt x="20772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6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body" idx="1"/>
          </p:nvPr>
        </p:nvSpPr>
        <p:spPr>
          <a:xfrm>
            <a:off x="535940" y="1392377"/>
            <a:ext cx="5281930" cy="139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381000" y="1524001"/>
            <a:ext cx="5176622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392FF9"/>
                </a:solidFill>
              </a:rPr>
              <a:t>Problem Solving  using Python  Programming</a:t>
            </a:r>
            <a:br>
              <a:rPr lang="en-US" sz="4000" dirty="0">
                <a:solidFill>
                  <a:srgbClr val="392FF9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(25CSE0101)</a:t>
            </a:r>
            <a:endParaRPr sz="4000" dirty="0">
              <a:solidFill>
                <a:srgbClr val="C00000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1066800" y="5028197"/>
            <a:ext cx="7086600" cy="108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54735" marR="5080" lvl="0" indent="-1042669" algn="ctr" rtl="0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 </a:t>
            </a: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54735" marR="5080" lvl="0" indent="-1042669" algn="ctr" rtl="0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600" y="1143000"/>
            <a:ext cx="3581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29361" y="144131"/>
            <a:ext cx="2222755" cy="56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grpSp>
        <p:nvGrpSpPr>
          <p:cNvPr id="64" name="Google Shape;64;p2"/>
          <p:cNvGrpSpPr/>
          <p:nvPr/>
        </p:nvGrpSpPr>
        <p:grpSpPr>
          <a:xfrm>
            <a:off x="152400" y="1308411"/>
            <a:ext cx="7239000" cy="4482788"/>
            <a:chOff x="-762" y="1349502"/>
            <a:chExt cx="7459979" cy="4922837"/>
          </a:xfrm>
        </p:grpSpPr>
        <p:pic>
          <p:nvPicPr>
            <p:cNvPr id="65" name="Google Shape;65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444" y="1448054"/>
              <a:ext cx="2349947" cy="4824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2"/>
            <p:cNvSpPr/>
            <p:nvPr/>
          </p:nvSpPr>
          <p:spPr>
            <a:xfrm>
              <a:off x="-762" y="1859280"/>
              <a:ext cx="1965325" cy="4032885"/>
            </a:xfrm>
            <a:custGeom>
              <a:avLst/>
              <a:gdLst/>
              <a:ahLst/>
              <a:cxnLst/>
              <a:rect l="l" t="t" r="r" b="b"/>
              <a:pathLst>
                <a:path w="1965325" h="4032885" extrusionOk="0">
                  <a:moveTo>
                    <a:pt x="0" y="0"/>
                  </a:moveTo>
                  <a:lnTo>
                    <a:pt x="181" y="2005838"/>
                  </a:lnTo>
                  <a:lnTo>
                    <a:pt x="5640" y="2005965"/>
                  </a:lnTo>
                  <a:lnTo>
                    <a:pt x="10371" y="2010664"/>
                  </a:lnTo>
                  <a:lnTo>
                    <a:pt x="10189" y="2022094"/>
                  </a:lnTo>
                  <a:lnTo>
                    <a:pt x="5640" y="2026666"/>
                  </a:lnTo>
                  <a:lnTo>
                    <a:pt x="0" y="2026666"/>
                  </a:lnTo>
                  <a:lnTo>
                    <a:pt x="0" y="4032504"/>
                  </a:lnTo>
                  <a:lnTo>
                    <a:pt x="47750" y="4031920"/>
                  </a:lnTo>
                  <a:lnTo>
                    <a:pt x="95220" y="4030179"/>
                  </a:lnTo>
                  <a:lnTo>
                    <a:pt x="142398" y="4027293"/>
                  </a:lnTo>
                  <a:lnTo>
                    <a:pt x="189270" y="4023275"/>
                  </a:lnTo>
                  <a:lnTo>
                    <a:pt x="235824" y="4018139"/>
                  </a:lnTo>
                  <a:lnTo>
                    <a:pt x="282047" y="4011897"/>
                  </a:lnTo>
                  <a:lnTo>
                    <a:pt x="327926" y="4004564"/>
                  </a:lnTo>
                  <a:lnTo>
                    <a:pt x="373448" y="3996152"/>
                  </a:lnTo>
                  <a:lnTo>
                    <a:pt x="418601" y="3986674"/>
                  </a:lnTo>
                  <a:lnTo>
                    <a:pt x="463371" y="3976144"/>
                  </a:lnTo>
                  <a:lnTo>
                    <a:pt x="507745" y="3964574"/>
                  </a:lnTo>
                  <a:lnTo>
                    <a:pt x="551711" y="3951979"/>
                  </a:lnTo>
                  <a:lnTo>
                    <a:pt x="595256" y="3938371"/>
                  </a:lnTo>
                  <a:lnTo>
                    <a:pt x="638367" y="3923763"/>
                  </a:lnTo>
                  <a:lnTo>
                    <a:pt x="681031" y="3908168"/>
                  </a:lnTo>
                  <a:lnTo>
                    <a:pt x="723236" y="3891601"/>
                  </a:lnTo>
                  <a:lnTo>
                    <a:pt x="764967" y="3874073"/>
                  </a:lnTo>
                  <a:lnTo>
                    <a:pt x="806213" y="3855598"/>
                  </a:lnTo>
                  <a:lnTo>
                    <a:pt x="846961" y="3836190"/>
                  </a:lnTo>
                  <a:lnTo>
                    <a:pt x="887198" y="3815862"/>
                  </a:lnTo>
                  <a:lnTo>
                    <a:pt x="926910" y="3794626"/>
                  </a:lnTo>
                  <a:lnTo>
                    <a:pt x="966086" y="3772496"/>
                  </a:lnTo>
                  <a:lnTo>
                    <a:pt x="1004711" y="3749485"/>
                  </a:lnTo>
                  <a:lnTo>
                    <a:pt x="1042774" y="3725606"/>
                  </a:lnTo>
                  <a:lnTo>
                    <a:pt x="1080262" y="3700873"/>
                  </a:lnTo>
                  <a:lnTo>
                    <a:pt x="1117161" y="3675299"/>
                  </a:lnTo>
                  <a:lnTo>
                    <a:pt x="1153458" y="3648896"/>
                  </a:lnTo>
                  <a:lnTo>
                    <a:pt x="1189142" y="3621679"/>
                  </a:lnTo>
                  <a:lnTo>
                    <a:pt x="1224198" y="3593660"/>
                  </a:lnTo>
                  <a:lnTo>
                    <a:pt x="1258615" y="3564853"/>
                  </a:lnTo>
                  <a:lnTo>
                    <a:pt x="1292379" y="3535270"/>
                  </a:lnTo>
                  <a:lnTo>
                    <a:pt x="1325477" y="3504925"/>
                  </a:lnTo>
                  <a:lnTo>
                    <a:pt x="1357897" y="3473831"/>
                  </a:lnTo>
                  <a:lnTo>
                    <a:pt x="1389626" y="3442001"/>
                  </a:lnTo>
                  <a:lnTo>
                    <a:pt x="1420650" y="3409449"/>
                  </a:lnTo>
                  <a:lnTo>
                    <a:pt x="1450957" y="3376187"/>
                  </a:lnTo>
                  <a:lnTo>
                    <a:pt x="1480535" y="3342230"/>
                  </a:lnTo>
                  <a:lnTo>
                    <a:pt x="1509369" y="3307589"/>
                  </a:lnTo>
                  <a:lnTo>
                    <a:pt x="1537448" y="3272279"/>
                  </a:lnTo>
                  <a:lnTo>
                    <a:pt x="1564758" y="3236312"/>
                  </a:lnTo>
                  <a:lnTo>
                    <a:pt x="1591287" y="3199702"/>
                  </a:lnTo>
                  <a:lnTo>
                    <a:pt x="1617022" y="3162461"/>
                  </a:lnTo>
                  <a:lnTo>
                    <a:pt x="1641950" y="3124604"/>
                  </a:lnTo>
                  <a:lnTo>
                    <a:pt x="1666057" y="3086143"/>
                  </a:lnTo>
                  <a:lnTo>
                    <a:pt x="1689332" y="3047091"/>
                  </a:lnTo>
                  <a:lnTo>
                    <a:pt x="1711761" y="3007462"/>
                  </a:lnTo>
                  <a:lnTo>
                    <a:pt x="1733332" y="2967269"/>
                  </a:lnTo>
                  <a:lnTo>
                    <a:pt x="1754031" y="2926524"/>
                  </a:lnTo>
                  <a:lnTo>
                    <a:pt x="1773846" y="2885242"/>
                  </a:lnTo>
                  <a:lnTo>
                    <a:pt x="1792763" y="2843436"/>
                  </a:lnTo>
                  <a:lnTo>
                    <a:pt x="1810771" y="2801117"/>
                  </a:lnTo>
                  <a:lnTo>
                    <a:pt x="1827855" y="2758301"/>
                  </a:lnTo>
                  <a:lnTo>
                    <a:pt x="1844004" y="2715000"/>
                  </a:lnTo>
                  <a:lnTo>
                    <a:pt x="1859204" y="2671227"/>
                  </a:lnTo>
                  <a:lnTo>
                    <a:pt x="1873443" y="2626995"/>
                  </a:lnTo>
                  <a:lnTo>
                    <a:pt x="1886708" y="2582318"/>
                  </a:lnTo>
                  <a:lnTo>
                    <a:pt x="1898985" y="2537208"/>
                  </a:lnTo>
                  <a:lnTo>
                    <a:pt x="1910262" y="2491680"/>
                  </a:lnTo>
                  <a:lnTo>
                    <a:pt x="1920526" y="2445746"/>
                  </a:lnTo>
                  <a:lnTo>
                    <a:pt x="1929764" y="2399419"/>
                  </a:lnTo>
                  <a:lnTo>
                    <a:pt x="1937964" y="2352712"/>
                  </a:lnTo>
                  <a:lnTo>
                    <a:pt x="1945112" y="2305640"/>
                  </a:lnTo>
                  <a:lnTo>
                    <a:pt x="1951196" y="2258214"/>
                  </a:lnTo>
                  <a:lnTo>
                    <a:pt x="1956202" y="2210448"/>
                  </a:lnTo>
                  <a:lnTo>
                    <a:pt x="1960118" y="2162356"/>
                  </a:lnTo>
                  <a:lnTo>
                    <a:pt x="1962932" y="2113951"/>
                  </a:lnTo>
                  <a:lnTo>
                    <a:pt x="1964629" y="2065245"/>
                  </a:lnTo>
                  <a:lnTo>
                    <a:pt x="1965198" y="2016252"/>
                  </a:lnTo>
                  <a:lnTo>
                    <a:pt x="1964629" y="1967269"/>
                  </a:lnTo>
                  <a:lnTo>
                    <a:pt x="1962932" y="1918574"/>
                  </a:lnTo>
                  <a:lnTo>
                    <a:pt x="1960118" y="1870178"/>
                  </a:lnTo>
                  <a:lnTo>
                    <a:pt x="1956202" y="1822094"/>
                  </a:lnTo>
                  <a:lnTo>
                    <a:pt x="1951196" y="1774337"/>
                  </a:lnTo>
                  <a:lnTo>
                    <a:pt x="1945112" y="1726919"/>
                  </a:lnTo>
                  <a:lnTo>
                    <a:pt x="1937964" y="1679854"/>
                  </a:lnTo>
                  <a:lnTo>
                    <a:pt x="1929764" y="1633154"/>
                  </a:lnTo>
                  <a:lnTo>
                    <a:pt x="1920526" y="1586833"/>
                  </a:lnTo>
                  <a:lnTo>
                    <a:pt x="1910262" y="1540905"/>
                  </a:lnTo>
                  <a:lnTo>
                    <a:pt x="1898985" y="1495381"/>
                  </a:lnTo>
                  <a:lnTo>
                    <a:pt x="1886708" y="1450276"/>
                  </a:lnTo>
                  <a:lnTo>
                    <a:pt x="1873443" y="1405603"/>
                  </a:lnTo>
                  <a:lnTo>
                    <a:pt x="1859204" y="1361375"/>
                  </a:lnTo>
                  <a:lnTo>
                    <a:pt x="1844004" y="1317605"/>
                  </a:lnTo>
                  <a:lnTo>
                    <a:pt x="1827855" y="1274307"/>
                  </a:lnTo>
                  <a:lnTo>
                    <a:pt x="1810771" y="1231493"/>
                  </a:lnTo>
                  <a:lnTo>
                    <a:pt x="1792763" y="1189177"/>
                  </a:lnTo>
                  <a:lnTo>
                    <a:pt x="1773846" y="1147371"/>
                  </a:lnTo>
                  <a:lnTo>
                    <a:pt x="1754031" y="1106090"/>
                  </a:lnTo>
                  <a:lnTo>
                    <a:pt x="1733332" y="1065347"/>
                  </a:lnTo>
                  <a:lnTo>
                    <a:pt x="1711761" y="1025154"/>
                  </a:lnTo>
                  <a:lnTo>
                    <a:pt x="1689332" y="985525"/>
                  </a:lnTo>
                  <a:lnTo>
                    <a:pt x="1666057" y="946473"/>
                  </a:lnTo>
                  <a:lnTo>
                    <a:pt x="1641950" y="908011"/>
                  </a:lnTo>
                  <a:lnTo>
                    <a:pt x="1617022" y="870153"/>
                  </a:lnTo>
                  <a:lnTo>
                    <a:pt x="1591287" y="832911"/>
                  </a:lnTo>
                  <a:lnTo>
                    <a:pt x="1564758" y="796300"/>
                  </a:lnTo>
                  <a:lnTo>
                    <a:pt x="1537448" y="760331"/>
                  </a:lnTo>
                  <a:lnTo>
                    <a:pt x="1509369" y="725019"/>
                  </a:lnTo>
                  <a:lnTo>
                    <a:pt x="1480535" y="690376"/>
                  </a:lnTo>
                  <a:lnTo>
                    <a:pt x="1450957" y="656416"/>
                  </a:lnTo>
                  <a:lnTo>
                    <a:pt x="1420650" y="623152"/>
                  </a:lnTo>
                  <a:lnTo>
                    <a:pt x="1389626" y="590597"/>
                  </a:lnTo>
                  <a:lnTo>
                    <a:pt x="1357897" y="558765"/>
                  </a:lnTo>
                  <a:lnTo>
                    <a:pt x="1325477" y="527668"/>
                  </a:lnTo>
                  <a:lnTo>
                    <a:pt x="1292379" y="497320"/>
                  </a:lnTo>
                  <a:lnTo>
                    <a:pt x="1258615" y="467733"/>
                  </a:lnTo>
                  <a:lnTo>
                    <a:pt x="1224198" y="438922"/>
                  </a:lnTo>
                  <a:lnTo>
                    <a:pt x="1189142" y="410900"/>
                  </a:lnTo>
                  <a:lnTo>
                    <a:pt x="1153458" y="383679"/>
                  </a:lnTo>
                  <a:lnTo>
                    <a:pt x="1117161" y="357273"/>
                  </a:lnTo>
                  <a:lnTo>
                    <a:pt x="1080262" y="331695"/>
                  </a:lnTo>
                  <a:lnTo>
                    <a:pt x="1042774" y="306958"/>
                  </a:lnTo>
                  <a:lnTo>
                    <a:pt x="1004711" y="283076"/>
                  </a:lnTo>
                  <a:lnTo>
                    <a:pt x="966086" y="260061"/>
                  </a:lnTo>
                  <a:lnTo>
                    <a:pt x="926910" y="237928"/>
                  </a:lnTo>
                  <a:lnTo>
                    <a:pt x="887198" y="216688"/>
                  </a:lnTo>
                  <a:lnTo>
                    <a:pt x="846961" y="196356"/>
                  </a:lnTo>
                  <a:lnTo>
                    <a:pt x="806213" y="176944"/>
                  </a:lnTo>
                  <a:lnTo>
                    <a:pt x="764967" y="158466"/>
                  </a:lnTo>
                  <a:lnTo>
                    <a:pt x="723236" y="140935"/>
                  </a:lnTo>
                  <a:lnTo>
                    <a:pt x="681031" y="124364"/>
                  </a:lnTo>
                  <a:lnTo>
                    <a:pt x="638367" y="108766"/>
                  </a:lnTo>
                  <a:lnTo>
                    <a:pt x="595256" y="94155"/>
                  </a:lnTo>
                  <a:lnTo>
                    <a:pt x="551711" y="80544"/>
                  </a:lnTo>
                  <a:lnTo>
                    <a:pt x="507745" y="67945"/>
                  </a:lnTo>
                  <a:lnTo>
                    <a:pt x="463371" y="56373"/>
                  </a:lnTo>
                  <a:lnTo>
                    <a:pt x="418601" y="45841"/>
                  </a:lnTo>
                  <a:lnTo>
                    <a:pt x="373448" y="36361"/>
                  </a:lnTo>
                  <a:lnTo>
                    <a:pt x="327926" y="27946"/>
                  </a:lnTo>
                  <a:lnTo>
                    <a:pt x="282047" y="20611"/>
                  </a:lnTo>
                  <a:lnTo>
                    <a:pt x="235824" y="14368"/>
                  </a:lnTo>
                  <a:lnTo>
                    <a:pt x="189270" y="9231"/>
                  </a:lnTo>
                  <a:lnTo>
                    <a:pt x="142398" y="5212"/>
                  </a:lnTo>
                  <a:lnTo>
                    <a:pt x="95220" y="2325"/>
                  </a:lnTo>
                  <a:lnTo>
                    <a:pt x="47750" y="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3568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081277" y="1349502"/>
              <a:ext cx="6377940" cy="1945005"/>
            </a:xfrm>
            <a:custGeom>
              <a:avLst/>
              <a:gdLst/>
              <a:ahLst/>
              <a:cxnLst/>
              <a:rect l="l" t="t" r="r" b="b"/>
              <a:pathLst>
                <a:path w="6377940" h="1945004" extrusionOk="0">
                  <a:moveTo>
                    <a:pt x="1348740" y="1690877"/>
                  </a:moveTo>
                  <a:lnTo>
                    <a:pt x="1352830" y="1645282"/>
                  </a:lnTo>
                  <a:lnTo>
                    <a:pt x="1364621" y="1602361"/>
                  </a:lnTo>
                  <a:lnTo>
                    <a:pt x="1383396" y="1562833"/>
                  </a:lnTo>
                  <a:lnTo>
                    <a:pt x="1408437" y="1527416"/>
                  </a:lnTo>
                  <a:lnTo>
                    <a:pt x="1439024" y="1496829"/>
                  </a:lnTo>
                  <a:lnTo>
                    <a:pt x="1474441" y="1471788"/>
                  </a:lnTo>
                  <a:lnTo>
                    <a:pt x="1513969" y="1453013"/>
                  </a:lnTo>
                  <a:lnTo>
                    <a:pt x="1556890" y="1441222"/>
                  </a:lnTo>
                  <a:lnTo>
                    <a:pt x="1602486" y="1437132"/>
                  </a:lnTo>
                  <a:lnTo>
                    <a:pt x="6124194" y="1437132"/>
                  </a:lnTo>
                  <a:lnTo>
                    <a:pt x="6169789" y="1441222"/>
                  </a:lnTo>
                  <a:lnTo>
                    <a:pt x="6212710" y="1453013"/>
                  </a:lnTo>
                  <a:lnTo>
                    <a:pt x="6252238" y="1471788"/>
                  </a:lnTo>
                  <a:lnTo>
                    <a:pt x="6287655" y="1496829"/>
                  </a:lnTo>
                  <a:lnTo>
                    <a:pt x="6318242" y="1527416"/>
                  </a:lnTo>
                  <a:lnTo>
                    <a:pt x="6343283" y="1562833"/>
                  </a:lnTo>
                  <a:lnTo>
                    <a:pt x="6362058" y="1602361"/>
                  </a:lnTo>
                  <a:lnTo>
                    <a:pt x="6373849" y="1645282"/>
                  </a:lnTo>
                  <a:lnTo>
                    <a:pt x="6377940" y="1690877"/>
                  </a:lnTo>
                  <a:lnTo>
                    <a:pt x="6373849" y="1736473"/>
                  </a:lnTo>
                  <a:lnTo>
                    <a:pt x="6362058" y="1779394"/>
                  </a:lnTo>
                  <a:lnTo>
                    <a:pt x="6343283" y="1818922"/>
                  </a:lnTo>
                  <a:lnTo>
                    <a:pt x="6318242" y="1854339"/>
                  </a:lnTo>
                  <a:lnTo>
                    <a:pt x="6287655" y="1884926"/>
                  </a:lnTo>
                  <a:lnTo>
                    <a:pt x="6252238" y="1909967"/>
                  </a:lnTo>
                  <a:lnTo>
                    <a:pt x="6212710" y="1928742"/>
                  </a:lnTo>
                  <a:lnTo>
                    <a:pt x="6169789" y="1940533"/>
                  </a:lnTo>
                  <a:lnTo>
                    <a:pt x="6124194" y="1944624"/>
                  </a:lnTo>
                  <a:lnTo>
                    <a:pt x="1602486" y="1944624"/>
                  </a:lnTo>
                  <a:lnTo>
                    <a:pt x="1556890" y="1940533"/>
                  </a:lnTo>
                  <a:lnTo>
                    <a:pt x="1513969" y="1928742"/>
                  </a:lnTo>
                  <a:lnTo>
                    <a:pt x="1474441" y="1909967"/>
                  </a:lnTo>
                  <a:lnTo>
                    <a:pt x="1439024" y="1884926"/>
                  </a:lnTo>
                  <a:lnTo>
                    <a:pt x="1408437" y="1854339"/>
                  </a:lnTo>
                  <a:lnTo>
                    <a:pt x="1383396" y="1818922"/>
                  </a:lnTo>
                  <a:lnTo>
                    <a:pt x="1364621" y="1779394"/>
                  </a:lnTo>
                  <a:lnTo>
                    <a:pt x="1352830" y="1736473"/>
                  </a:lnTo>
                  <a:lnTo>
                    <a:pt x="1348740" y="1690877"/>
                  </a:lnTo>
                  <a:close/>
                </a:path>
                <a:path w="6377940" h="1945004" extrusionOk="0">
                  <a:moveTo>
                    <a:pt x="918972" y="976884"/>
                  </a:moveTo>
                  <a:lnTo>
                    <a:pt x="923071" y="931128"/>
                  </a:lnTo>
                  <a:lnTo>
                    <a:pt x="934891" y="888066"/>
                  </a:lnTo>
                  <a:lnTo>
                    <a:pt x="953713" y="848416"/>
                  </a:lnTo>
                  <a:lnTo>
                    <a:pt x="978819" y="812896"/>
                  </a:lnTo>
                  <a:lnTo>
                    <a:pt x="1009492" y="782223"/>
                  </a:lnTo>
                  <a:lnTo>
                    <a:pt x="1045012" y="757117"/>
                  </a:lnTo>
                  <a:lnTo>
                    <a:pt x="1084662" y="738295"/>
                  </a:lnTo>
                  <a:lnTo>
                    <a:pt x="1127724" y="726475"/>
                  </a:lnTo>
                  <a:lnTo>
                    <a:pt x="1173480" y="722376"/>
                  </a:lnTo>
                  <a:lnTo>
                    <a:pt x="5084064" y="722376"/>
                  </a:lnTo>
                  <a:lnTo>
                    <a:pt x="5129819" y="726475"/>
                  </a:lnTo>
                  <a:lnTo>
                    <a:pt x="5172881" y="738295"/>
                  </a:lnTo>
                  <a:lnTo>
                    <a:pt x="5212531" y="757117"/>
                  </a:lnTo>
                  <a:lnTo>
                    <a:pt x="5248051" y="782223"/>
                  </a:lnTo>
                  <a:lnTo>
                    <a:pt x="5278724" y="812896"/>
                  </a:lnTo>
                  <a:lnTo>
                    <a:pt x="5303830" y="848416"/>
                  </a:lnTo>
                  <a:lnTo>
                    <a:pt x="5322652" y="888066"/>
                  </a:lnTo>
                  <a:lnTo>
                    <a:pt x="5334472" y="931128"/>
                  </a:lnTo>
                  <a:lnTo>
                    <a:pt x="5338572" y="976884"/>
                  </a:lnTo>
                  <a:lnTo>
                    <a:pt x="5334472" y="1022639"/>
                  </a:lnTo>
                  <a:lnTo>
                    <a:pt x="5322652" y="1065701"/>
                  </a:lnTo>
                  <a:lnTo>
                    <a:pt x="5303830" y="1105351"/>
                  </a:lnTo>
                  <a:lnTo>
                    <a:pt x="5278724" y="1140871"/>
                  </a:lnTo>
                  <a:lnTo>
                    <a:pt x="5248051" y="1171544"/>
                  </a:lnTo>
                  <a:lnTo>
                    <a:pt x="5212531" y="1196650"/>
                  </a:lnTo>
                  <a:lnTo>
                    <a:pt x="5172881" y="1215472"/>
                  </a:lnTo>
                  <a:lnTo>
                    <a:pt x="5129819" y="1227292"/>
                  </a:lnTo>
                  <a:lnTo>
                    <a:pt x="5084064" y="1231392"/>
                  </a:lnTo>
                  <a:lnTo>
                    <a:pt x="1173480" y="1231392"/>
                  </a:lnTo>
                  <a:lnTo>
                    <a:pt x="1127724" y="1227292"/>
                  </a:lnTo>
                  <a:lnTo>
                    <a:pt x="1084662" y="1215472"/>
                  </a:lnTo>
                  <a:lnTo>
                    <a:pt x="1045012" y="1196650"/>
                  </a:lnTo>
                  <a:lnTo>
                    <a:pt x="1009492" y="1171544"/>
                  </a:lnTo>
                  <a:lnTo>
                    <a:pt x="978819" y="1140871"/>
                  </a:lnTo>
                  <a:lnTo>
                    <a:pt x="953713" y="1105351"/>
                  </a:lnTo>
                  <a:lnTo>
                    <a:pt x="934891" y="1065701"/>
                  </a:lnTo>
                  <a:lnTo>
                    <a:pt x="923071" y="1022639"/>
                  </a:lnTo>
                  <a:lnTo>
                    <a:pt x="918972" y="976884"/>
                  </a:lnTo>
                  <a:close/>
                </a:path>
                <a:path w="6377940" h="1945004" extrusionOk="0">
                  <a:moveTo>
                    <a:pt x="0" y="254508"/>
                  </a:moveTo>
                  <a:lnTo>
                    <a:pt x="4100" y="208752"/>
                  </a:lnTo>
                  <a:lnTo>
                    <a:pt x="15922" y="165690"/>
                  </a:lnTo>
                  <a:lnTo>
                    <a:pt x="34747" y="126040"/>
                  </a:lnTo>
                  <a:lnTo>
                    <a:pt x="59856" y="90520"/>
                  </a:lnTo>
                  <a:lnTo>
                    <a:pt x="90530" y="59847"/>
                  </a:lnTo>
                  <a:lnTo>
                    <a:pt x="126051" y="34741"/>
                  </a:lnTo>
                  <a:lnTo>
                    <a:pt x="165700" y="15919"/>
                  </a:lnTo>
                  <a:lnTo>
                    <a:pt x="208759" y="4099"/>
                  </a:lnTo>
                  <a:lnTo>
                    <a:pt x="254508" y="0"/>
                  </a:lnTo>
                  <a:lnTo>
                    <a:pt x="4165092" y="0"/>
                  </a:lnTo>
                  <a:lnTo>
                    <a:pt x="4210847" y="4099"/>
                  </a:lnTo>
                  <a:lnTo>
                    <a:pt x="4253909" y="15919"/>
                  </a:lnTo>
                  <a:lnTo>
                    <a:pt x="4293559" y="34741"/>
                  </a:lnTo>
                  <a:lnTo>
                    <a:pt x="4329079" y="59847"/>
                  </a:lnTo>
                  <a:lnTo>
                    <a:pt x="4359752" y="90520"/>
                  </a:lnTo>
                  <a:lnTo>
                    <a:pt x="4384858" y="126040"/>
                  </a:lnTo>
                  <a:lnTo>
                    <a:pt x="4403680" y="165690"/>
                  </a:lnTo>
                  <a:lnTo>
                    <a:pt x="4415500" y="208752"/>
                  </a:lnTo>
                  <a:lnTo>
                    <a:pt x="4419600" y="254508"/>
                  </a:lnTo>
                  <a:lnTo>
                    <a:pt x="4415500" y="300263"/>
                  </a:lnTo>
                  <a:lnTo>
                    <a:pt x="4403680" y="343325"/>
                  </a:lnTo>
                  <a:lnTo>
                    <a:pt x="4384858" y="382975"/>
                  </a:lnTo>
                  <a:lnTo>
                    <a:pt x="4359752" y="418495"/>
                  </a:lnTo>
                  <a:lnTo>
                    <a:pt x="4329079" y="449168"/>
                  </a:lnTo>
                  <a:lnTo>
                    <a:pt x="4293559" y="474274"/>
                  </a:lnTo>
                  <a:lnTo>
                    <a:pt x="4253909" y="493096"/>
                  </a:lnTo>
                  <a:lnTo>
                    <a:pt x="4210847" y="504916"/>
                  </a:lnTo>
                  <a:lnTo>
                    <a:pt x="4165092" y="509015"/>
                  </a:lnTo>
                  <a:lnTo>
                    <a:pt x="254508" y="509015"/>
                  </a:lnTo>
                  <a:lnTo>
                    <a:pt x="208759" y="504916"/>
                  </a:lnTo>
                  <a:lnTo>
                    <a:pt x="165700" y="493096"/>
                  </a:lnTo>
                  <a:lnTo>
                    <a:pt x="126051" y="474274"/>
                  </a:lnTo>
                  <a:lnTo>
                    <a:pt x="90530" y="449168"/>
                  </a:lnTo>
                  <a:lnTo>
                    <a:pt x="59856" y="418495"/>
                  </a:lnTo>
                  <a:lnTo>
                    <a:pt x="34747" y="382975"/>
                  </a:lnTo>
                  <a:lnTo>
                    <a:pt x="15922" y="343325"/>
                  </a:lnTo>
                  <a:lnTo>
                    <a:pt x="4100" y="300263"/>
                  </a:lnTo>
                  <a:lnTo>
                    <a:pt x="0" y="254508"/>
                  </a:lnTo>
                  <a:close/>
                </a:path>
              </a:pathLst>
            </a:custGeom>
            <a:noFill/>
            <a:ln w="28575" cap="flat" cmpd="sng">
              <a:solidFill>
                <a:srgbClr val="EDE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4755" y="13726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42872" y="229309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2"/>
            <p:cNvSpPr/>
            <p:nvPr/>
          </p:nvSpPr>
          <p:spPr>
            <a:xfrm>
              <a:off x="2571749" y="3501390"/>
              <a:ext cx="4419600" cy="508000"/>
            </a:xfrm>
            <a:custGeom>
              <a:avLst/>
              <a:gdLst/>
              <a:ahLst/>
              <a:cxnLst/>
              <a:rect l="l" t="t" r="r" b="b"/>
              <a:pathLst>
                <a:path w="4419600" h="508000" extrusionOk="0">
                  <a:moveTo>
                    <a:pt x="0" y="253746"/>
                  </a:moveTo>
                  <a:lnTo>
                    <a:pt x="4090" y="208150"/>
                  </a:lnTo>
                  <a:lnTo>
                    <a:pt x="15881" y="165229"/>
                  </a:lnTo>
                  <a:lnTo>
                    <a:pt x="34656" y="125701"/>
                  </a:lnTo>
                  <a:lnTo>
                    <a:pt x="59697" y="90284"/>
                  </a:lnTo>
                  <a:lnTo>
                    <a:pt x="90284" y="59697"/>
                  </a:lnTo>
                  <a:lnTo>
                    <a:pt x="125701" y="34656"/>
                  </a:lnTo>
                  <a:lnTo>
                    <a:pt x="165229" y="15881"/>
                  </a:lnTo>
                  <a:lnTo>
                    <a:pt x="208150" y="4090"/>
                  </a:lnTo>
                  <a:lnTo>
                    <a:pt x="253745" y="0"/>
                  </a:lnTo>
                  <a:lnTo>
                    <a:pt x="4165854" y="0"/>
                  </a:lnTo>
                  <a:lnTo>
                    <a:pt x="4211449" y="4090"/>
                  </a:lnTo>
                  <a:lnTo>
                    <a:pt x="4254370" y="15881"/>
                  </a:lnTo>
                  <a:lnTo>
                    <a:pt x="4293898" y="34656"/>
                  </a:lnTo>
                  <a:lnTo>
                    <a:pt x="4329315" y="59697"/>
                  </a:lnTo>
                  <a:lnTo>
                    <a:pt x="4359902" y="90284"/>
                  </a:lnTo>
                  <a:lnTo>
                    <a:pt x="4384943" y="125701"/>
                  </a:lnTo>
                  <a:lnTo>
                    <a:pt x="4403718" y="165229"/>
                  </a:lnTo>
                  <a:lnTo>
                    <a:pt x="4415509" y="208150"/>
                  </a:lnTo>
                  <a:lnTo>
                    <a:pt x="4419600" y="253746"/>
                  </a:lnTo>
                  <a:lnTo>
                    <a:pt x="4415509" y="299341"/>
                  </a:lnTo>
                  <a:lnTo>
                    <a:pt x="4403718" y="342262"/>
                  </a:lnTo>
                  <a:lnTo>
                    <a:pt x="4384943" y="381790"/>
                  </a:lnTo>
                  <a:lnTo>
                    <a:pt x="4359902" y="417207"/>
                  </a:lnTo>
                  <a:lnTo>
                    <a:pt x="4329315" y="447794"/>
                  </a:lnTo>
                  <a:lnTo>
                    <a:pt x="4293898" y="472835"/>
                  </a:lnTo>
                  <a:lnTo>
                    <a:pt x="4254370" y="491610"/>
                  </a:lnTo>
                  <a:lnTo>
                    <a:pt x="4211449" y="503401"/>
                  </a:lnTo>
                  <a:lnTo>
                    <a:pt x="4165854" y="507492"/>
                  </a:lnTo>
                  <a:lnTo>
                    <a:pt x="253745" y="507492"/>
                  </a:lnTo>
                  <a:lnTo>
                    <a:pt x="208150" y="503401"/>
                  </a:lnTo>
                  <a:lnTo>
                    <a:pt x="165229" y="491610"/>
                  </a:lnTo>
                  <a:lnTo>
                    <a:pt x="125701" y="472835"/>
                  </a:lnTo>
                  <a:lnTo>
                    <a:pt x="90284" y="447794"/>
                  </a:lnTo>
                  <a:lnTo>
                    <a:pt x="59697" y="417207"/>
                  </a:lnTo>
                  <a:lnTo>
                    <a:pt x="34656" y="381790"/>
                  </a:lnTo>
                  <a:lnTo>
                    <a:pt x="15881" y="342262"/>
                  </a:lnTo>
                  <a:lnTo>
                    <a:pt x="4090" y="299341"/>
                  </a:lnTo>
                  <a:lnTo>
                    <a:pt x="0" y="253746"/>
                  </a:lnTo>
                  <a:close/>
                </a:path>
              </a:pathLst>
            </a:custGeom>
            <a:noFill/>
            <a:ln w="28575" cap="flat" cmpd="sng">
              <a:solidFill>
                <a:srgbClr val="EDE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" name="Google Shape;71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61616" y="35722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2"/>
            <p:cNvSpPr/>
            <p:nvPr/>
          </p:nvSpPr>
          <p:spPr>
            <a:xfrm>
              <a:off x="2582417" y="4216146"/>
              <a:ext cx="4419600" cy="508000"/>
            </a:xfrm>
            <a:custGeom>
              <a:avLst/>
              <a:gdLst/>
              <a:ahLst/>
              <a:cxnLst/>
              <a:rect l="l" t="t" r="r" b="b"/>
              <a:pathLst>
                <a:path w="4419600" h="508000" extrusionOk="0">
                  <a:moveTo>
                    <a:pt x="0" y="253745"/>
                  </a:moveTo>
                  <a:lnTo>
                    <a:pt x="4090" y="208150"/>
                  </a:lnTo>
                  <a:lnTo>
                    <a:pt x="15881" y="165229"/>
                  </a:lnTo>
                  <a:lnTo>
                    <a:pt x="34656" y="125701"/>
                  </a:lnTo>
                  <a:lnTo>
                    <a:pt x="59697" y="90284"/>
                  </a:lnTo>
                  <a:lnTo>
                    <a:pt x="90284" y="59697"/>
                  </a:lnTo>
                  <a:lnTo>
                    <a:pt x="125701" y="34656"/>
                  </a:lnTo>
                  <a:lnTo>
                    <a:pt x="165229" y="15881"/>
                  </a:lnTo>
                  <a:lnTo>
                    <a:pt x="208150" y="4090"/>
                  </a:lnTo>
                  <a:lnTo>
                    <a:pt x="253745" y="0"/>
                  </a:lnTo>
                  <a:lnTo>
                    <a:pt x="4165854" y="0"/>
                  </a:lnTo>
                  <a:lnTo>
                    <a:pt x="4211449" y="4090"/>
                  </a:lnTo>
                  <a:lnTo>
                    <a:pt x="4254370" y="15881"/>
                  </a:lnTo>
                  <a:lnTo>
                    <a:pt x="4293898" y="34656"/>
                  </a:lnTo>
                  <a:lnTo>
                    <a:pt x="4329315" y="59697"/>
                  </a:lnTo>
                  <a:lnTo>
                    <a:pt x="4359902" y="90284"/>
                  </a:lnTo>
                  <a:lnTo>
                    <a:pt x="4384943" y="125701"/>
                  </a:lnTo>
                  <a:lnTo>
                    <a:pt x="4403718" y="165229"/>
                  </a:lnTo>
                  <a:lnTo>
                    <a:pt x="4415509" y="208150"/>
                  </a:lnTo>
                  <a:lnTo>
                    <a:pt x="4419600" y="253745"/>
                  </a:lnTo>
                  <a:lnTo>
                    <a:pt x="4415509" y="299341"/>
                  </a:lnTo>
                  <a:lnTo>
                    <a:pt x="4403718" y="342262"/>
                  </a:lnTo>
                  <a:lnTo>
                    <a:pt x="4384943" y="381790"/>
                  </a:lnTo>
                  <a:lnTo>
                    <a:pt x="4359902" y="417207"/>
                  </a:lnTo>
                  <a:lnTo>
                    <a:pt x="4329315" y="447794"/>
                  </a:lnTo>
                  <a:lnTo>
                    <a:pt x="4293898" y="472835"/>
                  </a:lnTo>
                  <a:lnTo>
                    <a:pt x="4254370" y="491610"/>
                  </a:lnTo>
                  <a:lnTo>
                    <a:pt x="4211449" y="503401"/>
                  </a:lnTo>
                  <a:lnTo>
                    <a:pt x="4165854" y="507491"/>
                  </a:lnTo>
                  <a:lnTo>
                    <a:pt x="253745" y="507491"/>
                  </a:lnTo>
                  <a:lnTo>
                    <a:pt x="208150" y="503401"/>
                  </a:lnTo>
                  <a:lnTo>
                    <a:pt x="165229" y="491610"/>
                  </a:lnTo>
                  <a:lnTo>
                    <a:pt x="125701" y="472835"/>
                  </a:lnTo>
                  <a:lnTo>
                    <a:pt x="90284" y="447794"/>
                  </a:lnTo>
                  <a:lnTo>
                    <a:pt x="59697" y="417207"/>
                  </a:lnTo>
                  <a:lnTo>
                    <a:pt x="34656" y="381790"/>
                  </a:lnTo>
                  <a:lnTo>
                    <a:pt x="15881" y="342262"/>
                  </a:lnTo>
                  <a:lnTo>
                    <a:pt x="4090" y="299341"/>
                  </a:lnTo>
                  <a:lnTo>
                    <a:pt x="0" y="253745"/>
                  </a:lnTo>
                  <a:close/>
                </a:path>
              </a:pathLst>
            </a:custGeom>
            <a:noFill/>
            <a:ln w="28575" cap="flat" cmpd="sng">
              <a:solidFill>
                <a:srgbClr val="EDE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082545" y="5001005"/>
              <a:ext cx="4419600" cy="509270"/>
            </a:xfrm>
            <a:custGeom>
              <a:avLst/>
              <a:gdLst/>
              <a:ahLst/>
              <a:cxnLst/>
              <a:rect l="l" t="t" r="r" b="b"/>
              <a:pathLst>
                <a:path w="4419600" h="509270" extrusionOk="0">
                  <a:moveTo>
                    <a:pt x="0" y="254508"/>
                  </a:moveTo>
                  <a:lnTo>
                    <a:pt x="4099" y="208752"/>
                  </a:lnTo>
                  <a:lnTo>
                    <a:pt x="15919" y="165690"/>
                  </a:lnTo>
                  <a:lnTo>
                    <a:pt x="34741" y="126040"/>
                  </a:lnTo>
                  <a:lnTo>
                    <a:pt x="59847" y="90520"/>
                  </a:lnTo>
                  <a:lnTo>
                    <a:pt x="90520" y="59847"/>
                  </a:lnTo>
                  <a:lnTo>
                    <a:pt x="126040" y="34741"/>
                  </a:lnTo>
                  <a:lnTo>
                    <a:pt x="165690" y="15919"/>
                  </a:lnTo>
                  <a:lnTo>
                    <a:pt x="208752" y="4099"/>
                  </a:lnTo>
                  <a:lnTo>
                    <a:pt x="254508" y="0"/>
                  </a:lnTo>
                  <a:lnTo>
                    <a:pt x="4165092" y="0"/>
                  </a:lnTo>
                  <a:lnTo>
                    <a:pt x="4210847" y="4099"/>
                  </a:lnTo>
                  <a:lnTo>
                    <a:pt x="4253909" y="15919"/>
                  </a:lnTo>
                  <a:lnTo>
                    <a:pt x="4293559" y="34741"/>
                  </a:lnTo>
                  <a:lnTo>
                    <a:pt x="4329079" y="59847"/>
                  </a:lnTo>
                  <a:lnTo>
                    <a:pt x="4359752" y="90520"/>
                  </a:lnTo>
                  <a:lnTo>
                    <a:pt x="4384858" y="126040"/>
                  </a:lnTo>
                  <a:lnTo>
                    <a:pt x="4403680" y="165690"/>
                  </a:lnTo>
                  <a:lnTo>
                    <a:pt x="4415500" y="208752"/>
                  </a:lnTo>
                  <a:lnTo>
                    <a:pt x="4419600" y="254508"/>
                  </a:lnTo>
                  <a:lnTo>
                    <a:pt x="4415500" y="300263"/>
                  </a:lnTo>
                  <a:lnTo>
                    <a:pt x="4403680" y="343325"/>
                  </a:lnTo>
                  <a:lnTo>
                    <a:pt x="4384858" y="382975"/>
                  </a:lnTo>
                  <a:lnTo>
                    <a:pt x="4359752" y="418495"/>
                  </a:lnTo>
                  <a:lnTo>
                    <a:pt x="4329079" y="449168"/>
                  </a:lnTo>
                  <a:lnTo>
                    <a:pt x="4293559" y="474274"/>
                  </a:lnTo>
                  <a:lnTo>
                    <a:pt x="4253909" y="493096"/>
                  </a:lnTo>
                  <a:lnTo>
                    <a:pt x="4210847" y="504916"/>
                  </a:lnTo>
                  <a:lnTo>
                    <a:pt x="4165092" y="509016"/>
                  </a:lnTo>
                  <a:lnTo>
                    <a:pt x="254508" y="509016"/>
                  </a:lnTo>
                  <a:lnTo>
                    <a:pt x="208752" y="504916"/>
                  </a:lnTo>
                  <a:lnTo>
                    <a:pt x="165690" y="493096"/>
                  </a:lnTo>
                  <a:lnTo>
                    <a:pt x="126040" y="474274"/>
                  </a:lnTo>
                  <a:lnTo>
                    <a:pt x="90520" y="449168"/>
                  </a:lnTo>
                  <a:lnTo>
                    <a:pt x="59847" y="418495"/>
                  </a:lnTo>
                  <a:lnTo>
                    <a:pt x="34741" y="382975"/>
                  </a:lnTo>
                  <a:lnTo>
                    <a:pt x="15919" y="343325"/>
                  </a:lnTo>
                  <a:lnTo>
                    <a:pt x="4099" y="300263"/>
                  </a:lnTo>
                  <a:lnTo>
                    <a:pt x="0" y="254508"/>
                  </a:lnTo>
                  <a:close/>
                </a:path>
              </a:pathLst>
            </a:custGeom>
            <a:noFill/>
            <a:ln w="28550" cap="flat" cmpd="sng">
              <a:solidFill>
                <a:srgbClr val="EDE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" name="Google Shape;74;p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659917" y="5017138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2"/>
            <p:cNvSpPr/>
            <p:nvPr/>
          </p:nvSpPr>
          <p:spPr>
            <a:xfrm>
              <a:off x="1643633" y="5644134"/>
              <a:ext cx="4419600" cy="508000"/>
            </a:xfrm>
            <a:custGeom>
              <a:avLst/>
              <a:gdLst/>
              <a:ahLst/>
              <a:cxnLst/>
              <a:rect l="l" t="t" r="r" b="b"/>
              <a:pathLst>
                <a:path w="4419600" h="508000" extrusionOk="0">
                  <a:moveTo>
                    <a:pt x="0" y="253745"/>
                  </a:moveTo>
                  <a:lnTo>
                    <a:pt x="4090" y="208133"/>
                  </a:lnTo>
                  <a:lnTo>
                    <a:pt x="15881" y="165204"/>
                  </a:lnTo>
                  <a:lnTo>
                    <a:pt x="34656" y="125673"/>
                  </a:lnTo>
                  <a:lnTo>
                    <a:pt x="59697" y="90258"/>
                  </a:lnTo>
                  <a:lnTo>
                    <a:pt x="90284" y="59676"/>
                  </a:lnTo>
                  <a:lnTo>
                    <a:pt x="125701" y="34642"/>
                  </a:lnTo>
                  <a:lnTo>
                    <a:pt x="165229" y="15874"/>
                  </a:lnTo>
                  <a:lnTo>
                    <a:pt x="208150" y="4088"/>
                  </a:lnTo>
                  <a:lnTo>
                    <a:pt x="253746" y="0"/>
                  </a:lnTo>
                  <a:lnTo>
                    <a:pt x="4165854" y="0"/>
                  </a:lnTo>
                  <a:lnTo>
                    <a:pt x="4211449" y="4088"/>
                  </a:lnTo>
                  <a:lnTo>
                    <a:pt x="4254370" y="15874"/>
                  </a:lnTo>
                  <a:lnTo>
                    <a:pt x="4293898" y="34642"/>
                  </a:lnTo>
                  <a:lnTo>
                    <a:pt x="4329315" y="59676"/>
                  </a:lnTo>
                  <a:lnTo>
                    <a:pt x="4359902" y="90258"/>
                  </a:lnTo>
                  <a:lnTo>
                    <a:pt x="4384943" y="125673"/>
                  </a:lnTo>
                  <a:lnTo>
                    <a:pt x="4403718" y="165204"/>
                  </a:lnTo>
                  <a:lnTo>
                    <a:pt x="4415509" y="208133"/>
                  </a:lnTo>
                  <a:lnTo>
                    <a:pt x="4419600" y="253745"/>
                  </a:lnTo>
                  <a:lnTo>
                    <a:pt x="4415509" y="299358"/>
                  </a:lnTo>
                  <a:lnTo>
                    <a:pt x="4403718" y="342287"/>
                  </a:lnTo>
                  <a:lnTo>
                    <a:pt x="4384943" y="381818"/>
                  </a:lnTo>
                  <a:lnTo>
                    <a:pt x="4359902" y="417233"/>
                  </a:lnTo>
                  <a:lnTo>
                    <a:pt x="4329315" y="447815"/>
                  </a:lnTo>
                  <a:lnTo>
                    <a:pt x="4293898" y="472849"/>
                  </a:lnTo>
                  <a:lnTo>
                    <a:pt x="4254370" y="491617"/>
                  </a:lnTo>
                  <a:lnTo>
                    <a:pt x="4211449" y="503403"/>
                  </a:lnTo>
                  <a:lnTo>
                    <a:pt x="4165854" y="507491"/>
                  </a:lnTo>
                  <a:lnTo>
                    <a:pt x="253746" y="507491"/>
                  </a:lnTo>
                  <a:lnTo>
                    <a:pt x="208150" y="503403"/>
                  </a:lnTo>
                  <a:lnTo>
                    <a:pt x="165229" y="491617"/>
                  </a:lnTo>
                  <a:lnTo>
                    <a:pt x="125701" y="472849"/>
                  </a:lnTo>
                  <a:lnTo>
                    <a:pt x="90284" y="447815"/>
                  </a:lnTo>
                  <a:lnTo>
                    <a:pt x="59697" y="417233"/>
                  </a:lnTo>
                  <a:lnTo>
                    <a:pt x="34656" y="381818"/>
                  </a:lnTo>
                  <a:lnTo>
                    <a:pt x="15881" y="342287"/>
                  </a:lnTo>
                  <a:lnTo>
                    <a:pt x="4090" y="299358"/>
                  </a:lnTo>
                  <a:lnTo>
                    <a:pt x="0" y="253745"/>
                  </a:lnTo>
                  <a:close/>
                </a:path>
              </a:pathLst>
            </a:custGeom>
            <a:noFill/>
            <a:ln w="28575" cap="flat" cmpd="sng">
              <a:solidFill>
                <a:srgbClr val="EDE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2"/>
          <p:cNvSpPr txBox="1"/>
          <p:nvPr/>
        </p:nvSpPr>
        <p:spPr>
          <a:xfrm>
            <a:off x="1371600" y="1143000"/>
            <a:ext cx="7391400" cy="442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List Comprehension</a:t>
            </a:r>
            <a:endParaRPr sz="28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60170" marR="1669414" lvl="0" indent="-428625" algn="l" rtl="0"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25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marL="1360170" marR="1669414" lvl="0" indent="-428625" algn="l" rtl="0"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25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sz="28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map, filter &amp; reduce  functions</a:t>
            </a:r>
            <a:endParaRPr sz="28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360170" marR="1669414" lvl="0" indent="-428625" algn="l" rtl="0">
              <a:spcBef>
                <a:spcPts val="60"/>
              </a:spcBef>
              <a:spcAft>
                <a:spcPts val="0"/>
              </a:spcAft>
              <a:buNone/>
            </a:pPr>
            <a:endParaRPr sz="29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512570" marR="5080" lvl="0" indent="-9525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5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sz="28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Two Dimensional Lists:     </a:t>
            </a:r>
            <a:endParaRPr/>
          </a:p>
          <a:p>
            <a:pPr marL="1512570" marR="5080" lvl="0" indent="-9525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Introduction and Storage</a:t>
            </a:r>
            <a:endParaRPr sz="28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512570" marR="5080" lvl="0" indent="-9525" algn="l" rtl="0">
              <a:spcBef>
                <a:spcPts val="600"/>
              </a:spcBef>
              <a:spcAft>
                <a:spcPts val="0"/>
              </a:spcAft>
              <a:buNone/>
            </a:pPr>
            <a:endParaRPr sz="30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512570" marR="5080" lvl="0" indent="-9525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b="1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Jagged Lists</a:t>
            </a:r>
            <a:endParaRPr sz="2800" b="1" i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37465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</a:t>
            </a:r>
            <a:endParaRPr sz="2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52400" y="838200"/>
            <a:ext cx="8763000" cy="581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5080" lvl="0" indent="-34353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400"/>
              <a:buFont typeface="Noto Sans Symbols"/>
              <a:buChar char="❖"/>
            </a:pP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List comprehension offers a 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shorter syntax</a:t>
            </a: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 when you want to create a 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new list </a:t>
            </a: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based on the 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values of an existing list</a:t>
            </a: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marL="355600" marR="5080" lvl="0" indent="-343535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020"/>
              </a:buClr>
              <a:buSzPts val="2400"/>
              <a:buFont typeface="Noto Sans Symbols"/>
              <a:buChar char="❖"/>
            </a:pP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It is used to define a 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list</a:t>
            </a: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 based on an existing 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iterable</a:t>
            </a:r>
            <a:r>
              <a:rPr lang="en-US" sz="24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 object, such as a list, tuple, or string, and apply an expression to each element in the iterable.</a:t>
            </a:r>
            <a:endParaRPr/>
          </a:p>
          <a:p>
            <a:pPr marL="355600" marR="5080" lvl="0" indent="-343535" algn="just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❖"/>
            </a:pPr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Syntax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newlist = [</a:t>
            </a:r>
            <a:r>
              <a:rPr lang="en-US" sz="2400" i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expression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for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i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item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i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iterable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if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 i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condition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== </a:t>
            </a: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]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return value is a new list, leaving the old list unchanged. The </a:t>
            </a:r>
            <a:r>
              <a:rPr lang="en-US" sz="24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condition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is like a filter that only accepts the items that valuate to </a:t>
            </a: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200" b="1" i="1">
              <a:solidFill>
                <a:srgbClr val="20202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28600" y="838200"/>
            <a:ext cx="86106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Example:  </a:t>
            </a:r>
            <a:r>
              <a:rPr lang="en-US" sz="2200" b="1" i="1">
                <a:solidFill>
                  <a:srgbClr val="202020"/>
                </a:solidFill>
                <a:latin typeface="Cambria"/>
                <a:ea typeface="Cambria"/>
                <a:cs typeface="Cambria"/>
                <a:sym typeface="Cambria"/>
              </a:rPr>
              <a:t>Based on a list of fruits, you want a new list, containing only the fruits with the letter "a" in the name. Without list comprehension you will have to write a for statement with a conditional test inside:</a:t>
            </a:r>
            <a:endParaRPr sz="2200" b="1" i="1">
              <a:solidFill>
                <a:srgbClr val="20202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38200" y="2362200"/>
            <a:ext cx="7543800" cy="3985706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 </a:t>
            </a: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Using List Comprehension: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Short list of fruits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 = ["apple", "pear", "plum"]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comprehension to find fruits with 'a'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fruits_with_a = [fruit for fruit in fruits if 'a' in fruit]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Print the result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print(fruits_with_a)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['apple', 'pear']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33400" y="838200"/>
            <a:ext cx="8153400" cy="595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List Comprehension (Using a for loop with if condition):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Short list of fruits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 = ["apple", "pear", "plum"]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Empty list to store the results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fruits_with_a = []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Loop through the list of fruits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for fruit in fruits: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'a' in fruit: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fruits_with_a.append(fruit)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Print the result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print(fruits_with_a)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['apple', 'pear']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81000" y="838200"/>
            <a:ext cx="84582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have list of numbers and we desire to create a new list containing the double value of each element in the list.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33400" y="1828801"/>
            <a:ext cx="82296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[1, 2, 3, 4, 5]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Using list comprehension to create a new list with double the value of each number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doubled_numbers = [number * 2 for number in numbers]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Print the result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print(doubled_numbers)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[2, 4, 6, 8, 10]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7" descr="Python List Comprehens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81200"/>
            <a:ext cx="83820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524000" y="1808946"/>
            <a:ext cx="5837752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 is how the list comprehension works:</a:t>
            </a:r>
            <a:endParaRPr sz="25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81000" y="838200"/>
            <a:ext cx="4935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Loop vs. List Comprehension</a:t>
            </a: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28600" y="1295400"/>
            <a:ext cx="86868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comprehension makes the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 cleaner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concise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than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 loop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Let's write a program to print the square of each list element using both for loop and list comprehension.</a:t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04800" y="2438400"/>
            <a:ext cx="8534400" cy="4154984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square of each list element using  </a:t>
            </a:r>
            <a:r>
              <a:rPr lang="en-US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 </a:t>
            </a:r>
            <a:r>
              <a:rPr lang="en-US" sz="22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numbers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numbers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[1, 2, 3, 4, 5]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Empty list to store the squared values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squares = []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Using a for loop to square each number and append it to the new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number in numbers: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squares.append(number ** 2)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 the squared values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print(squares)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81000" y="838200"/>
            <a:ext cx="4935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Loop vs. List Comprehension</a:t>
            </a: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1447800"/>
            <a:ext cx="8382000" cy="513986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square of each list element using  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r>
              <a:rPr lang="en-US" sz="2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[1, 2, 3, 4, 5]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# List comprehension to square each number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squares = [number ** 2 for number in numbers]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# Print the squared values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print(squares)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4, 9, 16, 25]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381000" y="838200"/>
            <a:ext cx="543123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Conditionals in List Comprehension</a:t>
            </a: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228600" y="1295400"/>
            <a:ext cx="86868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comprehension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utilize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conditional statements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 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if…else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to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filter existing lists.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see an example of an 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if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 with list comprehension. </a:t>
            </a:r>
            <a:endParaRPr sz="2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04800" y="5562600"/>
            <a:ext cx="8534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list comprehension checks if the number from 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range(1, 10)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even or odd. If even, it appends the number in the list.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range()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generates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sequence of 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381000" y="2413338"/>
            <a:ext cx="8382000" cy="3170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List comprehension to get even numbers from a given range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even_numbers = [num for num in range(1, 10) if num % 2 == 0]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Output the list of even numbers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print(even_numbers)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[2, 4, 6, 8]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381000" y="838200"/>
            <a:ext cx="616893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Comprehension on strings in Python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228600" y="1295400"/>
            <a:ext cx="8686800" cy="526297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can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a new list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individual characters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contained in a given string.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fave_language_chars=[letter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letter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"]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print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(fave_language_chars)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#output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#['P', 'y', 't', 'h', 'o', 'n']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list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gets created is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comprised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separate letters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contained in the string "Python", which acts as an iterable.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Just like 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you can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perform operations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characters contained in a string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customize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them depending on how you want them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in the new list you create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399326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List Comprehension</a:t>
            </a:r>
            <a:br>
              <a:rPr lang="en-US" sz="3200" b="0"/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81000" y="838200"/>
            <a:ext cx="616893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Comprehension on strings in Python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228600" y="1295400"/>
            <a:ext cx="8686800" cy="526297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you wanted all letters to be uppercase, you would do the following: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fave_language_chars_upper=[letter.upper()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letter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"]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print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(fave_language_chars_upper)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#output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#[‘P', ‘Y', ‘T', ‘H', ‘O', ‘N']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you use the 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.upper()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method to convert every single letter in "Python" to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uppercase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add them to the 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fave_language_chars_upper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same goes if you wanted all your letters to be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lowercase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you'd instead use the 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lower() method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53" name="Google Shape;153;p13"/>
          <p:cNvSpPr/>
          <p:nvPr/>
        </p:nvSpPr>
        <p:spPr>
          <a:xfrm>
            <a:off x="152400" y="838200"/>
            <a:ext cx="8001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Function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28600" y="1489531"/>
            <a:ext cx="8686800" cy="513986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map()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allows you to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iterate over each item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operates independently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each item rather than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producing a single result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the map() function can be used to perform mathematical operations 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two or more lists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can even be used to manipulate any type of array.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map(function, iterable) Parameters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The function to be used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This is the value that is iterated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60" name="Google Shape;160;p14"/>
          <p:cNvSpPr/>
          <p:nvPr/>
        </p:nvSpPr>
        <p:spPr>
          <a:xfrm>
            <a:off x="228600" y="914400"/>
            <a:ext cx="8686800" cy="566308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Example1: 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Python program showcases the usage of the map function to double each number in a given list by applying the double function to each element, and then printing the result as a list.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Function to return double of n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double(n):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n * 2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Using map to double all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[5, 6, 7, 8]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= map(double, 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print(list(result))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[10, 12, 14, 16]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66" name="Google Shape;166;p15"/>
          <p:cNvSpPr/>
          <p:nvPr/>
        </p:nvSpPr>
        <p:spPr>
          <a:xfrm>
            <a:off x="228600" y="838200"/>
            <a:ext cx="8686800" cy="597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Example2: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 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map()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function for applying the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multiplyNumbers()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for each element of the list by passing the function name, and list as arguments to it.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creating a function that returns multiplication result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multiplyNumbers(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returning number after multiplying with 3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return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map() function applies the multiplyNumbers function for each element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map(multiplyNumbers, [1, 3, 5, 2, 6, 10])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Printing the resultant list items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print("Multiplying list elements with 3:")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element in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givenNumbers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print(element, end=",")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Multiplying list elements with 3: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3,9,15,6,18,30,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72" name="Google Shape;172;p16"/>
          <p:cNvSpPr/>
          <p:nvPr/>
        </p:nvSpPr>
        <p:spPr>
          <a:xfrm>
            <a:off x="228600" y="1066800"/>
            <a:ext cx="8382000" cy="5016758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Example3: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 of using 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map()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to convert a list of strings to integers: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 = ["1", "2", "3", "4", "5"]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list(map(int, strings))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2, 3, 4, 5]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we use the 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int() function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convert each string to an integer.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78" name="Google Shape;178;p17"/>
          <p:cNvSpPr/>
          <p:nvPr/>
        </p:nvSpPr>
        <p:spPr>
          <a:xfrm>
            <a:off x="152400" y="996315"/>
            <a:ext cx="8001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Function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28600" y="1740217"/>
            <a:ext cx="8686800" cy="443198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filter()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function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Python is used to filter elements from an iterable (like a list) based on a condition provided by a function.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function is defined in “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functools” module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filter(function, iterable)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The function to be used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This is the value that is iterated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85" name="Google Shape;185;p18"/>
          <p:cNvSpPr/>
          <p:nvPr/>
        </p:nvSpPr>
        <p:spPr>
          <a:xfrm>
            <a:off x="228600" y="914400"/>
            <a:ext cx="8686800" cy="560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Example1: 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Filter numbers greater than a specific value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filters out numbers that are greater than 50 from a list.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[23, 45, 67, 12, 89, 38, 55]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Using filter() to filter out numbers greater than 50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numbers_greater_than_50 = list(filter(lambda x: x &gt; 50, numbers))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Output the result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print("Numbers greater than 50:", numbers_greater_than_50)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greater than 50: [67, 89, 55]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just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Char char="•"/>
            </a:pPr>
            <a:r>
              <a:rPr lang="en-US" sz="2400" b="1" i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The lambda function checks if each number is greater than 50.</a:t>
            </a:r>
            <a:endParaRPr/>
          </a:p>
          <a:p>
            <a:pPr marL="0" marR="0" lvl="0" indent="-152400" algn="just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Char char="•"/>
            </a:pPr>
            <a:r>
              <a:rPr lang="en-US" sz="2400" b="1" i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The filter() returns a list of numbers that satisfy this condition.</a:t>
            </a:r>
            <a:endParaRPr sz="2400" b="1" i="1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91" name="Google Shape;191;p19"/>
          <p:cNvSpPr/>
          <p:nvPr/>
        </p:nvSpPr>
        <p:spPr>
          <a:xfrm>
            <a:off x="228600" y="914400"/>
            <a:ext cx="8686800" cy="57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Example2: 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Here's a simple example using filter() to get even numbers from a list: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Define a function to check if a number is even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is_even(number):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number%2 == 0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[1, 2, 3, 4, 5, 6, 7, 8, 9, 10]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Use filter() to get even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even_numbers = list(filter(is_even, numbers))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print("Even numbers:", even_numbers)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 numbers: [2, 4, 6, 8, 10]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197" name="Google Shape;197;p20"/>
          <p:cNvSpPr/>
          <p:nvPr/>
        </p:nvSpPr>
        <p:spPr>
          <a:xfrm>
            <a:off x="152400" y="920115"/>
            <a:ext cx="8001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Function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28600" y="1630263"/>
            <a:ext cx="8686800" cy="4770537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Python, the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reduce() function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iterates through each item in a list or other iterable data type, returning a single value. It's in the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functools library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This is more efficient than looping.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functools </a:t>
            </a:r>
            <a:r>
              <a:rPr lang="en-US" sz="26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reduce(function, iterable)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The function to be used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− This is the value that is iterated in the code.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204" name="Google Shape;204;p21"/>
          <p:cNvSpPr/>
          <p:nvPr/>
        </p:nvSpPr>
        <p:spPr>
          <a:xfrm>
            <a:off x="228600" y="914400"/>
            <a:ext cx="8686800" cy="56477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Example1: 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of a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functools </a:t>
            </a: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Define a function to add two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add(x, y):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x + y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</a:t>
            </a: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1, 2, 3, 4, 5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Use reduce() to sum up the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sum_of_numbers = reduce(add, 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("Sum of numbers:", sum_of_numbers)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of numbers: 15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210" name="Google Shape;210;p22"/>
          <p:cNvSpPr/>
          <p:nvPr/>
        </p:nvSpPr>
        <p:spPr>
          <a:xfrm>
            <a:off x="228600" y="914400"/>
            <a:ext cx="8686800" cy="56477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Example2: 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of a list of numbers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functools </a:t>
            </a: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Define a function to multiply two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multiply (x, y):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x * y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</a:t>
            </a: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1, 2, 3, 4, 5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Use reduce() to get the product of the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product_of_numbers = reduce(multiply, 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(“Product of numbers:", product_of_numbers 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of numbers: 120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304800" y="190138"/>
            <a:ext cx="6248400" cy="99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Map, Filter &amp; Reduce functions </a:t>
            </a:r>
            <a:br>
              <a:rPr lang="en-US" sz="3200"/>
            </a:br>
            <a:endParaRPr sz="3200"/>
          </a:p>
        </p:txBody>
      </p:sp>
      <p:sp>
        <p:nvSpPr>
          <p:cNvPr id="216" name="Google Shape;216;p23"/>
          <p:cNvSpPr/>
          <p:nvPr/>
        </p:nvSpPr>
        <p:spPr>
          <a:xfrm>
            <a:off x="228600" y="914400"/>
            <a:ext cx="8686800" cy="575542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Example3: 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maximum value in a list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functools </a:t>
            </a:r>
            <a:r>
              <a:rPr lang="en-US" sz="25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Define a function to find the maximum of two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find_max(x, y):  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	return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lang="en-US" sz="2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&gt; y </a:t>
            </a:r>
            <a:r>
              <a:rPr lang="en-US" sz="2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List of numbers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= [</a:t>
            </a:r>
            <a:r>
              <a:rPr lang="en-US" sz="26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3, 5, 2, 8, 6, 1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# Use reduce() to find the maximum number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max_value = reduce(find_max, numbers)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("Maximum value:", max_value)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value: 8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22" name="Google Shape;222;p24"/>
          <p:cNvSpPr/>
          <p:nvPr/>
        </p:nvSpPr>
        <p:spPr>
          <a:xfrm>
            <a:off x="381000" y="838200"/>
            <a:ext cx="853440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List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(Two-Dimensional List) in Python is a list where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each element is itself a list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This creates a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matrix-like structure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rows and columns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making it useful for representing tables, grids, or any data in two dimensions.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of a 2D List: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  # Row 0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  # Row 1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   # Row 2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example: The list matrix contains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rows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each represented by a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of values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 can think of it like a table with 3 rows and 3 columns.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28" name="Google Shape;228;p25"/>
          <p:cNvSpPr/>
          <p:nvPr/>
        </p:nvSpPr>
        <p:spPr>
          <a:xfrm>
            <a:off x="381000" y="959108"/>
            <a:ext cx="8534400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Accessing Elements: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access elements in a 2D list using two indices—one for the row and one for the column: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  # Row 0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  # Row 1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   # Row 2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print(matrix[1][2])  # 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 6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34" name="Google Shape;234;p26"/>
          <p:cNvSpPr/>
          <p:nvPr/>
        </p:nvSpPr>
        <p:spPr>
          <a:xfrm>
            <a:off x="381000" y="959108"/>
            <a:ext cx="853440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2D Lists are Stored in Memory?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Python,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 lists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stored in memory using a technique called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row-major order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meaning the list is stored row by row.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Row-Major Order: </a:t>
            </a:r>
            <a:endParaRPr/>
          </a:p>
          <a:p>
            <a:pPr marL="514350" marR="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row in the 2D list is stored sequentially in memory. </a:t>
            </a:r>
            <a:endParaRPr/>
          </a:p>
          <a:p>
            <a:pPr marL="514350" marR="0" lvl="0" indent="-51435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2D list is essentially a list of lists, so each inner list (row) is treated as a separate object, and Python stores pointers (references) to these lists.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40" name="Google Shape;240;p27"/>
          <p:cNvSpPr/>
          <p:nvPr/>
        </p:nvSpPr>
        <p:spPr>
          <a:xfrm>
            <a:off x="381000" y="959108"/>
            <a:ext cx="853440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2D Lists are Stored in Memory?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: 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Consider the following 2D list (matrix):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memory, this would be stored like this: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2, 3, 4, 5, 6, 7, 8,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But logically, it still maintains the row structure: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row: [1, 2, 3]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row: [4, 5, 6]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Third row: [7, 8, 9]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46" name="Google Shape;246;p28"/>
          <p:cNvSpPr/>
          <p:nvPr/>
        </p:nvSpPr>
        <p:spPr>
          <a:xfrm>
            <a:off x="304800" y="950893"/>
            <a:ext cx="8610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1: 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and Print a 2D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creates a 2D list and prints it.</a:t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533400" y="2075795"/>
            <a:ext cx="4648200" cy="4401205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Creating a 2D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Printing the 2D list (matrix)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row in matrix: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print(row)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6248400" y="2971800"/>
            <a:ext cx="1905000" cy="181588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2, 3]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[4, 5, 6]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[7, 8, 9]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54" name="Google Shape;254;p29"/>
          <p:cNvSpPr/>
          <p:nvPr/>
        </p:nvSpPr>
        <p:spPr>
          <a:xfrm>
            <a:off x="152400" y="950893"/>
            <a:ext cx="8839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2: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a 2D List from the User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takes input for a 2x2 matrix from the user and prints it.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304800" y="1752600"/>
            <a:ext cx="8382000" cy="4893647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Input 2x2 matrix from the user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in range(2):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row = []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j in range(2):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value = int(input(f"Enter value for element [{i}][{j}]: "))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row.append(value)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matrix.append(row)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 the 2D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print("The 2D list (matrix) is:")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row in matrix: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print(row)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61" name="Google Shape;261;p30"/>
          <p:cNvSpPr/>
          <p:nvPr/>
        </p:nvSpPr>
        <p:spPr>
          <a:xfrm>
            <a:off x="304800" y="950893"/>
            <a:ext cx="86106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3: </a:t>
            </a:r>
            <a:r>
              <a:rPr lang="en-US" sz="2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Sum of All Elements in a 2D List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calculates the sum of all elements in a 2D list.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533400" y="1811953"/>
            <a:ext cx="5867400" cy="4893647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total_sum = 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Calculate the sum of all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row in matrix: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total_sum += sum(row)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print("Total sum of all elements:", total_sum)</a:t>
            </a:r>
            <a:endParaRPr/>
          </a:p>
        </p:txBody>
      </p:sp>
      <p:sp>
        <p:nvSpPr>
          <p:cNvPr id="263" name="Google Shape;263;p30"/>
          <p:cNvSpPr/>
          <p:nvPr/>
        </p:nvSpPr>
        <p:spPr>
          <a:xfrm>
            <a:off x="6629400" y="2971800"/>
            <a:ext cx="2286000" cy="181588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sum of all elements: 45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6248400" cy="87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Dimensional Lists: Introduction and Storage</a:t>
            </a:r>
            <a:endParaRPr sz="3200"/>
          </a:p>
        </p:txBody>
      </p:sp>
      <p:sp>
        <p:nvSpPr>
          <p:cNvPr id="269" name="Google Shape;269;p31"/>
          <p:cNvSpPr/>
          <p:nvPr/>
        </p:nvSpPr>
        <p:spPr>
          <a:xfrm>
            <a:off x="304800" y="950893"/>
            <a:ext cx="86106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4: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Transpose of a 2D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computes the transpose of a matrix (swap rows and columns).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304800" y="2133600"/>
            <a:ext cx="6629400" cy="4524315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5, 6],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[7, 8,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Transpose the matrix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transpose = [[matrix[j][i] for j in range(3)] for i in range(3)]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 the transposed matrix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row in transpose: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print(row)</a:t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7162800" y="2971800"/>
            <a:ext cx="1752600" cy="224676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4, 7]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[2, 5, 8]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[3, 6,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xfrm>
            <a:off x="304800" y="210670"/>
            <a:ext cx="6248400" cy="47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Jagged Lists</a:t>
            </a:r>
            <a:endParaRPr sz="3000"/>
          </a:p>
        </p:txBody>
      </p:sp>
      <p:sp>
        <p:nvSpPr>
          <p:cNvPr id="277" name="Google Shape;277;p32"/>
          <p:cNvSpPr/>
          <p:nvPr/>
        </p:nvSpPr>
        <p:spPr>
          <a:xfrm>
            <a:off x="304800" y="950893"/>
            <a:ext cx="861060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 Lists</a:t>
            </a: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 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(also known as an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irregular 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ragged array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a list of lists where the inner lists can have different lengths. Unlike a regular 2D list (matrix), where all rows have the same number of columns, in a jagged list, each row can have a different number of elements.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of a Jagged List: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jagged_list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       # Row 1 has 3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5],          # Row 2 has 2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[6, 7, 8, 9]     # Row 3 has 4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this 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row has 3 elements.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row has 2 elements.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third row has 4 elements.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>
            <a:spLocks noGrp="1"/>
          </p:cNvSpPr>
          <p:nvPr>
            <p:ph type="title"/>
          </p:nvPr>
        </p:nvSpPr>
        <p:spPr>
          <a:xfrm>
            <a:off x="304800" y="241448"/>
            <a:ext cx="6248400" cy="44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Jagged Lists</a:t>
            </a:r>
            <a:endParaRPr sz="3200"/>
          </a:p>
        </p:txBody>
      </p:sp>
      <p:sp>
        <p:nvSpPr>
          <p:cNvPr id="283" name="Google Shape;283;p33"/>
          <p:cNvSpPr/>
          <p:nvPr/>
        </p:nvSpPr>
        <p:spPr>
          <a:xfrm>
            <a:off x="304800" y="950893"/>
            <a:ext cx="8610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Accessing Elements: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access elements of a jagged list the same way as in a regular 2D list using two indices (row and column):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381000" y="1828800"/>
            <a:ext cx="6629400" cy="369331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Defining a jagged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jagged_list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[1, 2, 3],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[4, 5],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[6, 7, 8, 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Printing each row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row in jagged_list: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print(row)</a:t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7162800" y="2667000"/>
            <a:ext cx="1752600" cy="181588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2, 3]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[4, 5]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[6, 7, 8, 9]</a:t>
            </a:r>
            <a:endParaRPr/>
          </a:p>
        </p:txBody>
      </p:sp>
      <p:sp>
        <p:nvSpPr>
          <p:cNvPr id="286" name="Google Shape;286;p33"/>
          <p:cNvSpPr/>
          <p:nvPr/>
        </p:nvSpPr>
        <p:spPr>
          <a:xfrm>
            <a:off x="381000" y="5562600"/>
            <a:ext cx="84582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 lists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 more flexible structure compared to regular 2D lists because each row can hold a different number of elements.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304800" y="241448"/>
            <a:ext cx="6248400" cy="44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15888" marR="508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Jagged Lists</a:t>
            </a:r>
            <a:endParaRPr sz="3200"/>
          </a:p>
        </p:txBody>
      </p:sp>
      <p:sp>
        <p:nvSpPr>
          <p:cNvPr id="292" name="Google Shape;292;p34"/>
          <p:cNvSpPr/>
          <p:nvPr/>
        </p:nvSpPr>
        <p:spPr>
          <a:xfrm>
            <a:off x="304800" y="838200"/>
            <a:ext cx="861060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1: </a:t>
            </a: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 Specific Elements in a Jagged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program demonstrates how to access individual elements in a jagged list.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304800" y="1676400"/>
            <a:ext cx="6400800" cy="483209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jagged list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jagged_list = [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[10, 20, 30],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[40, 50],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[60, 70, 80, 90]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specific elements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print("Element at row 0, col 2:", jagged_list[0][2]) 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Output: 30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print("Element at row 1, col 1:", jagged_list[1][1]) 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Output: 50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print("Element at row 2, col 3:", jagged_list[2][3]) 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Output: 90</a:t>
            </a:r>
            <a:endParaRPr/>
          </a:p>
        </p:txBody>
      </p:sp>
      <p:sp>
        <p:nvSpPr>
          <p:cNvPr id="294" name="Google Shape;294;p34"/>
          <p:cNvSpPr/>
          <p:nvPr/>
        </p:nvSpPr>
        <p:spPr>
          <a:xfrm>
            <a:off x="6858000" y="2667000"/>
            <a:ext cx="2057400" cy="236988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at row 0, col 2: 30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at row 1, col 1: 50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at row 2, col 3: 90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35"/>
          <p:cNvGrpSpPr/>
          <p:nvPr/>
        </p:nvGrpSpPr>
        <p:grpSpPr>
          <a:xfrm>
            <a:off x="6146291" y="0"/>
            <a:ext cx="2997835" cy="876300"/>
            <a:chOff x="6146291" y="0"/>
            <a:chExt cx="2997835" cy="876300"/>
          </a:xfrm>
        </p:grpSpPr>
        <p:sp>
          <p:nvSpPr>
            <p:cNvPr id="300" name="Google Shape;300;p35"/>
            <p:cNvSpPr/>
            <p:nvPr/>
          </p:nvSpPr>
          <p:spPr>
            <a:xfrm>
              <a:off x="6146291" y="0"/>
              <a:ext cx="2997835" cy="838200"/>
            </a:xfrm>
            <a:custGeom>
              <a:avLst/>
              <a:gdLst/>
              <a:ahLst/>
              <a:cxnLst/>
              <a:rect l="l" t="t" r="r" b="b"/>
              <a:pathLst>
                <a:path w="2997834" h="838200" extrusionOk="0">
                  <a:moveTo>
                    <a:pt x="2997708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2997708" y="838200"/>
                  </a:lnTo>
                  <a:lnTo>
                    <a:pt x="2997708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1" name="Google Shape;301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3199" y="228600"/>
              <a:ext cx="2057400" cy="635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35"/>
            <p:cNvSpPr/>
            <p:nvPr/>
          </p:nvSpPr>
          <p:spPr>
            <a:xfrm>
              <a:off x="6527291" y="190500"/>
              <a:ext cx="2077720" cy="685800"/>
            </a:xfrm>
            <a:custGeom>
              <a:avLst/>
              <a:gdLst/>
              <a:ahLst/>
              <a:cxnLst/>
              <a:rect l="l" t="t" r="r" b="b"/>
              <a:pathLst>
                <a:path w="2077720" h="685800" extrusionOk="0">
                  <a:moveTo>
                    <a:pt x="2077211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077211" y="685800"/>
                  </a:lnTo>
                  <a:lnTo>
                    <a:pt x="2077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3" name="Google Shape;303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53199" y="228600"/>
              <a:ext cx="192024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p35"/>
          <p:cNvGrpSpPr/>
          <p:nvPr/>
        </p:nvGrpSpPr>
        <p:grpSpPr>
          <a:xfrm>
            <a:off x="1893951" y="2916301"/>
            <a:ext cx="2837307" cy="784732"/>
            <a:chOff x="1893951" y="2916301"/>
            <a:chExt cx="2837307" cy="784732"/>
          </a:xfrm>
        </p:grpSpPr>
        <p:pic>
          <p:nvPicPr>
            <p:cNvPr id="305" name="Google Shape;305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17192" y="2939796"/>
              <a:ext cx="2814066" cy="761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93951" y="2916301"/>
              <a:ext cx="2813050" cy="7603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35"/>
          <p:cNvGrpSpPr/>
          <p:nvPr/>
        </p:nvGrpSpPr>
        <p:grpSpPr>
          <a:xfrm>
            <a:off x="4942966" y="2935351"/>
            <a:ext cx="1707007" cy="765682"/>
            <a:chOff x="4942966" y="2935351"/>
            <a:chExt cx="1707007" cy="765682"/>
          </a:xfrm>
        </p:grpSpPr>
        <p:pic>
          <p:nvPicPr>
            <p:cNvPr id="308" name="Google Shape;308;p3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948427" y="2939796"/>
              <a:ext cx="1701546" cy="7612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35"/>
            <p:cNvSpPr/>
            <p:nvPr/>
          </p:nvSpPr>
          <p:spPr>
            <a:xfrm>
              <a:off x="4942966" y="2935351"/>
              <a:ext cx="1663700" cy="722630"/>
            </a:xfrm>
            <a:custGeom>
              <a:avLst/>
              <a:gdLst/>
              <a:ahLst/>
              <a:cxnLst/>
              <a:rect l="l" t="t" r="r" b="b"/>
              <a:pathLst>
                <a:path w="1663700" h="722629" extrusionOk="0">
                  <a:moveTo>
                    <a:pt x="858901" y="184150"/>
                  </a:moveTo>
                  <a:lnTo>
                    <a:pt x="789860" y="192516"/>
                  </a:lnTo>
                  <a:lnTo>
                    <a:pt x="727583" y="217550"/>
                  </a:lnTo>
                  <a:lnTo>
                    <a:pt x="675449" y="258540"/>
                  </a:lnTo>
                  <a:lnTo>
                    <a:pt x="636651" y="314578"/>
                  </a:lnTo>
                  <a:lnTo>
                    <a:pt x="612584" y="379142"/>
                  </a:lnTo>
                  <a:lnTo>
                    <a:pt x="604520" y="445897"/>
                  </a:lnTo>
                  <a:lnTo>
                    <a:pt x="606540" y="488592"/>
                  </a:lnTo>
                  <a:lnTo>
                    <a:pt x="612584" y="527907"/>
                  </a:lnTo>
                  <a:lnTo>
                    <a:pt x="636651" y="596391"/>
                  </a:lnTo>
                  <a:lnTo>
                    <a:pt x="676132" y="650795"/>
                  </a:lnTo>
                  <a:lnTo>
                    <a:pt x="730377" y="690244"/>
                  </a:lnTo>
                  <a:lnTo>
                    <a:pt x="793527" y="714248"/>
                  </a:lnTo>
                  <a:lnTo>
                    <a:pt x="859917" y="722249"/>
                  </a:lnTo>
                  <a:lnTo>
                    <a:pt x="912445" y="717440"/>
                  </a:lnTo>
                  <a:lnTo>
                    <a:pt x="960294" y="703024"/>
                  </a:lnTo>
                  <a:lnTo>
                    <a:pt x="1003452" y="679011"/>
                  </a:lnTo>
                  <a:lnTo>
                    <a:pt x="1041908" y="645413"/>
                  </a:lnTo>
                  <a:lnTo>
                    <a:pt x="1068358" y="611251"/>
                  </a:lnTo>
                  <a:lnTo>
                    <a:pt x="859409" y="611251"/>
                  </a:lnTo>
                  <a:lnTo>
                    <a:pt x="834884" y="608703"/>
                  </a:lnTo>
                  <a:lnTo>
                    <a:pt x="791882" y="588319"/>
                  </a:lnTo>
                  <a:lnTo>
                    <a:pt x="758168" y="547881"/>
                  </a:lnTo>
                  <a:lnTo>
                    <a:pt x="740693" y="489295"/>
                  </a:lnTo>
                  <a:lnTo>
                    <a:pt x="738505" y="453263"/>
                  </a:lnTo>
                  <a:lnTo>
                    <a:pt x="740693" y="417157"/>
                  </a:lnTo>
                  <a:lnTo>
                    <a:pt x="758168" y="358519"/>
                  </a:lnTo>
                  <a:lnTo>
                    <a:pt x="791882" y="318079"/>
                  </a:lnTo>
                  <a:lnTo>
                    <a:pt x="834884" y="297695"/>
                  </a:lnTo>
                  <a:lnTo>
                    <a:pt x="859409" y="295148"/>
                  </a:lnTo>
                  <a:lnTo>
                    <a:pt x="1069901" y="295148"/>
                  </a:lnTo>
                  <a:lnTo>
                    <a:pt x="1042670" y="259969"/>
                  </a:lnTo>
                  <a:lnTo>
                    <a:pt x="1004329" y="226798"/>
                  </a:lnTo>
                  <a:lnTo>
                    <a:pt x="960929" y="203104"/>
                  </a:lnTo>
                  <a:lnTo>
                    <a:pt x="912457" y="188888"/>
                  </a:lnTo>
                  <a:lnTo>
                    <a:pt x="858901" y="184150"/>
                  </a:lnTo>
                  <a:close/>
                </a:path>
                <a:path w="1663700" h="722629" extrusionOk="0">
                  <a:moveTo>
                    <a:pt x="161290" y="0"/>
                  </a:moveTo>
                  <a:lnTo>
                    <a:pt x="0" y="0"/>
                  </a:lnTo>
                  <a:lnTo>
                    <a:pt x="249682" y="411479"/>
                  </a:lnTo>
                  <a:lnTo>
                    <a:pt x="249682" y="710565"/>
                  </a:lnTo>
                  <a:lnTo>
                    <a:pt x="386842" y="710565"/>
                  </a:lnTo>
                  <a:lnTo>
                    <a:pt x="386842" y="412496"/>
                  </a:lnTo>
                  <a:lnTo>
                    <a:pt x="466728" y="281050"/>
                  </a:lnTo>
                  <a:lnTo>
                    <a:pt x="321818" y="281050"/>
                  </a:lnTo>
                  <a:lnTo>
                    <a:pt x="277232" y="202955"/>
                  </a:lnTo>
                  <a:lnTo>
                    <a:pt x="161290" y="0"/>
                  </a:lnTo>
                  <a:close/>
                </a:path>
                <a:path w="1663700" h="722629" extrusionOk="0">
                  <a:moveTo>
                    <a:pt x="1069901" y="295148"/>
                  </a:moveTo>
                  <a:lnTo>
                    <a:pt x="859409" y="295148"/>
                  </a:lnTo>
                  <a:lnTo>
                    <a:pt x="883985" y="297695"/>
                  </a:lnTo>
                  <a:lnTo>
                    <a:pt x="906478" y="305339"/>
                  </a:lnTo>
                  <a:lnTo>
                    <a:pt x="945261" y="335914"/>
                  </a:lnTo>
                  <a:lnTo>
                    <a:pt x="971153" y="385365"/>
                  </a:lnTo>
                  <a:lnTo>
                    <a:pt x="979774" y="451738"/>
                  </a:lnTo>
                  <a:lnTo>
                    <a:pt x="979744" y="453263"/>
                  </a:lnTo>
                  <a:lnTo>
                    <a:pt x="971153" y="520557"/>
                  </a:lnTo>
                  <a:lnTo>
                    <a:pt x="945261" y="570484"/>
                  </a:lnTo>
                  <a:lnTo>
                    <a:pt x="906478" y="601059"/>
                  </a:lnTo>
                  <a:lnTo>
                    <a:pt x="859409" y="611251"/>
                  </a:lnTo>
                  <a:lnTo>
                    <a:pt x="1068358" y="611251"/>
                  </a:lnTo>
                  <a:lnTo>
                    <a:pt x="1073578" y="604508"/>
                  </a:lnTo>
                  <a:lnTo>
                    <a:pt x="1096200" y="558577"/>
                  </a:lnTo>
                  <a:lnTo>
                    <a:pt x="1109773" y="507646"/>
                  </a:lnTo>
                  <a:lnTo>
                    <a:pt x="1114298" y="451738"/>
                  </a:lnTo>
                  <a:lnTo>
                    <a:pt x="1109821" y="396325"/>
                  </a:lnTo>
                  <a:lnTo>
                    <a:pt x="1096390" y="345900"/>
                  </a:lnTo>
                  <a:lnTo>
                    <a:pt x="1074007" y="300452"/>
                  </a:lnTo>
                  <a:lnTo>
                    <a:pt x="1069901" y="295148"/>
                  </a:lnTo>
                  <a:close/>
                </a:path>
                <a:path w="1663700" h="722629" extrusionOk="0">
                  <a:moveTo>
                    <a:pt x="637540" y="0"/>
                  </a:moveTo>
                  <a:lnTo>
                    <a:pt x="478917" y="0"/>
                  </a:lnTo>
                  <a:lnTo>
                    <a:pt x="321818" y="281050"/>
                  </a:lnTo>
                  <a:lnTo>
                    <a:pt x="466728" y="281050"/>
                  </a:lnTo>
                  <a:lnTo>
                    <a:pt x="637540" y="0"/>
                  </a:lnTo>
                  <a:close/>
                </a:path>
                <a:path w="1663700" h="722629" extrusionOk="0">
                  <a:moveTo>
                    <a:pt x="1344676" y="195834"/>
                  </a:moveTo>
                  <a:lnTo>
                    <a:pt x="1213993" y="195834"/>
                  </a:lnTo>
                  <a:lnTo>
                    <a:pt x="1213993" y="521588"/>
                  </a:lnTo>
                  <a:lnTo>
                    <a:pt x="1218438" y="586359"/>
                  </a:lnTo>
                  <a:lnTo>
                    <a:pt x="1231646" y="635508"/>
                  </a:lnTo>
                  <a:lnTo>
                    <a:pt x="1254807" y="672084"/>
                  </a:lnTo>
                  <a:lnTo>
                    <a:pt x="1288923" y="699516"/>
                  </a:lnTo>
                  <a:lnTo>
                    <a:pt x="1330991" y="716549"/>
                  </a:lnTo>
                  <a:lnTo>
                    <a:pt x="1378204" y="722249"/>
                  </a:lnTo>
                  <a:lnTo>
                    <a:pt x="1402298" y="720770"/>
                  </a:lnTo>
                  <a:lnTo>
                    <a:pt x="1448677" y="708908"/>
                  </a:lnTo>
                  <a:lnTo>
                    <a:pt x="1491847" y="685518"/>
                  </a:lnTo>
                  <a:lnTo>
                    <a:pt x="1527331" y="653030"/>
                  </a:lnTo>
                  <a:lnTo>
                    <a:pt x="1541907" y="633476"/>
                  </a:lnTo>
                  <a:lnTo>
                    <a:pt x="1663191" y="633476"/>
                  </a:lnTo>
                  <a:lnTo>
                    <a:pt x="1663191" y="618489"/>
                  </a:lnTo>
                  <a:lnTo>
                    <a:pt x="1426591" y="618489"/>
                  </a:lnTo>
                  <a:lnTo>
                    <a:pt x="1412565" y="617606"/>
                  </a:lnTo>
                  <a:lnTo>
                    <a:pt x="1369417" y="596425"/>
                  </a:lnTo>
                  <a:lnTo>
                    <a:pt x="1348747" y="547929"/>
                  </a:lnTo>
                  <a:lnTo>
                    <a:pt x="1345128" y="481357"/>
                  </a:lnTo>
                  <a:lnTo>
                    <a:pt x="1344676" y="432308"/>
                  </a:lnTo>
                  <a:lnTo>
                    <a:pt x="1344676" y="195834"/>
                  </a:lnTo>
                  <a:close/>
                </a:path>
                <a:path w="1663700" h="722629" extrusionOk="0">
                  <a:moveTo>
                    <a:pt x="1663191" y="633476"/>
                  </a:moveTo>
                  <a:lnTo>
                    <a:pt x="1541907" y="633476"/>
                  </a:lnTo>
                  <a:lnTo>
                    <a:pt x="1541907" y="710565"/>
                  </a:lnTo>
                  <a:lnTo>
                    <a:pt x="1663191" y="710565"/>
                  </a:lnTo>
                  <a:lnTo>
                    <a:pt x="1663191" y="633476"/>
                  </a:lnTo>
                  <a:close/>
                </a:path>
                <a:path w="1663700" h="722629" extrusionOk="0">
                  <a:moveTo>
                    <a:pt x="1663191" y="195834"/>
                  </a:moveTo>
                  <a:lnTo>
                    <a:pt x="1532509" y="195834"/>
                  </a:lnTo>
                  <a:lnTo>
                    <a:pt x="1532509" y="413003"/>
                  </a:lnTo>
                  <a:lnTo>
                    <a:pt x="1531911" y="463107"/>
                  </a:lnTo>
                  <a:lnTo>
                    <a:pt x="1530111" y="502935"/>
                  </a:lnTo>
                  <a:lnTo>
                    <a:pt x="1522857" y="551814"/>
                  </a:lnTo>
                  <a:lnTo>
                    <a:pt x="1498728" y="589194"/>
                  </a:lnTo>
                  <a:lnTo>
                    <a:pt x="1458277" y="613711"/>
                  </a:lnTo>
                  <a:lnTo>
                    <a:pt x="1426591" y="618489"/>
                  </a:lnTo>
                  <a:lnTo>
                    <a:pt x="1663191" y="618489"/>
                  </a:lnTo>
                  <a:lnTo>
                    <a:pt x="1663191" y="19583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4942966" y="2935351"/>
              <a:ext cx="1663700" cy="722630"/>
            </a:xfrm>
            <a:custGeom>
              <a:avLst/>
              <a:gdLst/>
              <a:ahLst/>
              <a:cxnLst/>
              <a:rect l="l" t="t" r="r" b="b"/>
              <a:pathLst>
                <a:path w="1663700" h="722629" extrusionOk="0">
                  <a:moveTo>
                    <a:pt x="859409" y="295148"/>
                  </a:moveTo>
                  <a:lnTo>
                    <a:pt x="812371" y="305339"/>
                  </a:lnTo>
                  <a:lnTo>
                    <a:pt x="773430" y="335914"/>
                  </a:lnTo>
                  <a:lnTo>
                    <a:pt x="747252" y="385587"/>
                  </a:lnTo>
                  <a:lnTo>
                    <a:pt x="738505" y="453263"/>
                  </a:lnTo>
                  <a:lnTo>
                    <a:pt x="740693" y="489295"/>
                  </a:lnTo>
                  <a:lnTo>
                    <a:pt x="758168" y="547881"/>
                  </a:lnTo>
                  <a:lnTo>
                    <a:pt x="791882" y="588319"/>
                  </a:lnTo>
                  <a:lnTo>
                    <a:pt x="834884" y="608703"/>
                  </a:lnTo>
                  <a:lnTo>
                    <a:pt x="859409" y="611251"/>
                  </a:lnTo>
                  <a:lnTo>
                    <a:pt x="883985" y="608703"/>
                  </a:lnTo>
                  <a:lnTo>
                    <a:pt x="926899" y="588319"/>
                  </a:lnTo>
                  <a:lnTo>
                    <a:pt x="960356" y="547812"/>
                  </a:lnTo>
                  <a:lnTo>
                    <a:pt x="977640" y="488705"/>
                  </a:lnTo>
                  <a:lnTo>
                    <a:pt x="979805" y="452247"/>
                  </a:lnTo>
                  <a:lnTo>
                    <a:pt x="977640" y="416621"/>
                  </a:lnTo>
                  <a:lnTo>
                    <a:pt x="960356" y="358467"/>
                  </a:lnTo>
                  <a:lnTo>
                    <a:pt x="926899" y="318079"/>
                  </a:lnTo>
                  <a:lnTo>
                    <a:pt x="883985" y="297695"/>
                  </a:lnTo>
                  <a:lnTo>
                    <a:pt x="859409" y="295148"/>
                  </a:lnTo>
                  <a:close/>
                </a:path>
                <a:path w="1663700" h="722629" extrusionOk="0">
                  <a:moveTo>
                    <a:pt x="1213993" y="195834"/>
                  </a:moveTo>
                  <a:lnTo>
                    <a:pt x="1246663" y="195834"/>
                  </a:lnTo>
                  <a:lnTo>
                    <a:pt x="1279334" y="195834"/>
                  </a:lnTo>
                  <a:lnTo>
                    <a:pt x="1312005" y="195834"/>
                  </a:lnTo>
                  <a:lnTo>
                    <a:pt x="1344676" y="195834"/>
                  </a:lnTo>
                  <a:lnTo>
                    <a:pt x="1344676" y="243140"/>
                  </a:lnTo>
                  <a:lnTo>
                    <a:pt x="1344676" y="290429"/>
                  </a:lnTo>
                  <a:lnTo>
                    <a:pt x="1344676" y="337712"/>
                  </a:lnTo>
                  <a:lnTo>
                    <a:pt x="1344676" y="385001"/>
                  </a:lnTo>
                  <a:lnTo>
                    <a:pt x="1344676" y="432308"/>
                  </a:lnTo>
                  <a:lnTo>
                    <a:pt x="1345128" y="481357"/>
                  </a:lnTo>
                  <a:lnTo>
                    <a:pt x="1346485" y="519906"/>
                  </a:lnTo>
                  <a:lnTo>
                    <a:pt x="1351915" y="565403"/>
                  </a:lnTo>
                  <a:lnTo>
                    <a:pt x="1378204" y="604265"/>
                  </a:lnTo>
                  <a:lnTo>
                    <a:pt x="1426591" y="618489"/>
                  </a:lnTo>
                  <a:lnTo>
                    <a:pt x="1442850" y="617297"/>
                  </a:lnTo>
                  <a:lnTo>
                    <a:pt x="1486535" y="599313"/>
                  </a:lnTo>
                  <a:lnTo>
                    <a:pt x="1516878" y="565433"/>
                  </a:lnTo>
                  <a:lnTo>
                    <a:pt x="1530111" y="502935"/>
                  </a:lnTo>
                  <a:lnTo>
                    <a:pt x="1531911" y="463107"/>
                  </a:lnTo>
                  <a:lnTo>
                    <a:pt x="1532509" y="413003"/>
                  </a:lnTo>
                  <a:lnTo>
                    <a:pt x="1532509" y="358711"/>
                  </a:lnTo>
                  <a:lnTo>
                    <a:pt x="1532509" y="304419"/>
                  </a:lnTo>
                  <a:lnTo>
                    <a:pt x="1532509" y="250126"/>
                  </a:lnTo>
                  <a:lnTo>
                    <a:pt x="1532509" y="195834"/>
                  </a:lnTo>
                  <a:lnTo>
                    <a:pt x="1565179" y="195834"/>
                  </a:lnTo>
                  <a:lnTo>
                    <a:pt x="1597850" y="195834"/>
                  </a:lnTo>
                  <a:lnTo>
                    <a:pt x="1630521" y="195834"/>
                  </a:lnTo>
                  <a:lnTo>
                    <a:pt x="1663191" y="195834"/>
                  </a:lnTo>
                  <a:lnTo>
                    <a:pt x="1663191" y="247307"/>
                  </a:lnTo>
                  <a:lnTo>
                    <a:pt x="1663191" y="710565"/>
                  </a:lnTo>
                  <a:lnTo>
                    <a:pt x="1632882" y="710565"/>
                  </a:lnTo>
                  <a:lnTo>
                    <a:pt x="1602549" y="710565"/>
                  </a:lnTo>
                  <a:lnTo>
                    <a:pt x="1572216" y="710565"/>
                  </a:lnTo>
                  <a:lnTo>
                    <a:pt x="1541907" y="710565"/>
                  </a:lnTo>
                  <a:lnTo>
                    <a:pt x="1541907" y="691322"/>
                  </a:lnTo>
                  <a:lnTo>
                    <a:pt x="1541907" y="672068"/>
                  </a:lnTo>
                  <a:lnTo>
                    <a:pt x="1541907" y="652789"/>
                  </a:lnTo>
                  <a:lnTo>
                    <a:pt x="1541907" y="633476"/>
                  </a:lnTo>
                  <a:lnTo>
                    <a:pt x="1527331" y="653030"/>
                  </a:lnTo>
                  <a:lnTo>
                    <a:pt x="1491847" y="685518"/>
                  </a:lnTo>
                  <a:lnTo>
                    <a:pt x="1448677" y="708908"/>
                  </a:lnTo>
                  <a:lnTo>
                    <a:pt x="1402298" y="720770"/>
                  </a:lnTo>
                  <a:lnTo>
                    <a:pt x="1378204" y="722249"/>
                  </a:lnTo>
                  <a:lnTo>
                    <a:pt x="1353966" y="720822"/>
                  </a:lnTo>
                  <a:lnTo>
                    <a:pt x="1309302" y="709443"/>
                  </a:lnTo>
                  <a:lnTo>
                    <a:pt x="1270490" y="686943"/>
                  </a:lnTo>
                  <a:lnTo>
                    <a:pt x="1241863" y="654939"/>
                  </a:lnTo>
                  <a:lnTo>
                    <a:pt x="1223958" y="612886"/>
                  </a:lnTo>
                  <a:lnTo>
                    <a:pt x="1215108" y="555926"/>
                  </a:lnTo>
                  <a:lnTo>
                    <a:pt x="1213993" y="521588"/>
                  </a:lnTo>
                  <a:lnTo>
                    <a:pt x="1213993" y="467296"/>
                  </a:lnTo>
                  <a:lnTo>
                    <a:pt x="1213993" y="413004"/>
                  </a:lnTo>
                  <a:lnTo>
                    <a:pt x="1213993" y="358711"/>
                  </a:lnTo>
                  <a:lnTo>
                    <a:pt x="1213993" y="304419"/>
                  </a:lnTo>
                  <a:lnTo>
                    <a:pt x="1213993" y="250126"/>
                  </a:lnTo>
                  <a:lnTo>
                    <a:pt x="1213993" y="195834"/>
                  </a:lnTo>
                  <a:close/>
                </a:path>
                <a:path w="1663700" h="722629" extrusionOk="0">
                  <a:moveTo>
                    <a:pt x="858901" y="184150"/>
                  </a:moveTo>
                  <a:lnTo>
                    <a:pt x="912457" y="188888"/>
                  </a:lnTo>
                  <a:lnTo>
                    <a:pt x="960929" y="203104"/>
                  </a:lnTo>
                  <a:lnTo>
                    <a:pt x="1004329" y="226798"/>
                  </a:lnTo>
                  <a:lnTo>
                    <a:pt x="1042670" y="259969"/>
                  </a:lnTo>
                  <a:lnTo>
                    <a:pt x="1074007" y="300452"/>
                  </a:lnTo>
                  <a:lnTo>
                    <a:pt x="1096390" y="345900"/>
                  </a:lnTo>
                  <a:lnTo>
                    <a:pt x="1109821" y="396325"/>
                  </a:lnTo>
                  <a:lnTo>
                    <a:pt x="1114298" y="451738"/>
                  </a:lnTo>
                  <a:lnTo>
                    <a:pt x="1109773" y="507646"/>
                  </a:lnTo>
                  <a:lnTo>
                    <a:pt x="1096200" y="558577"/>
                  </a:lnTo>
                  <a:lnTo>
                    <a:pt x="1073578" y="604508"/>
                  </a:lnTo>
                  <a:lnTo>
                    <a:pt x="1041908" y="645413"/>
                  </a:lnTo>
                  <a:lnTo>
                    <a:pt x="1003452" y="679011"/>
                  </a:lnTo>
                  <a:lnTo>
                    <a:pt x="960294" y="703024"/>
                  </a:lnTo>
                  <a:lnTo>
                    <a:pt x="912445" y="717440"/>
                  </a:lnTo>
                  <a:lnTo>
                    <a:pt x="859917" y="722249"/>
                  </a:lnTo>
                  <a:lnTo>
                    <a:pt x="826317" y="720248"/>
                  </a:lnTo>
                  <a:lnTo>
                    <a:pt x="761547" y="704246"/>
                  </a:lnTo>
                  <a:lnTo>
                    <a:pt x="701391" y="672383"/>
                  </a:lnTo>
                  <a:lnTo>
                    <a:pt x="654563" y="625469"/>
                  </a:lnTo>
                  <a:lnTo>
                    <a:pt x="622629" y="563840"/>
                  </a:lnTo>
                  <a:lnTo>
                    <a:pt x="606540" y="488592"/>
                  </a:lnTo>
                  <a:lnTo>
                    <a:pt x="604520" y="445897"/>
                  </a:lnTo>
                  <a:lnTo>
                    <a:pt x="606540" y="412251"/>
                  </a:lnTo>
                  <a:lnTo>
                    <a:pt x="622629" y="346581"/>
                  </a:lnTo>
                  <a:lnTo>
                    <a:pt x="654395" y="284666"/>
                  </a:lnTo>
                  <a:lnTo>
                    <a:pt x="699837" y="236176"/>
                  </a:lnTo>
                  <a:lnTo>
                    <a:pt x="757870" y="202955"/>
                  </a:lnTo>
                  <a:lnTo>
                    <a:pt x="823541" y="186243"/>
                  </a:lnTo>
                  <a:lnTo>
                    <a:pt x="858901" y="184150"/>
                  </a:lnTo>
                  <a:close/>
                </a:path>
                <a:path w="1663700" h="722629" extrusionOk="0">
                  <a:moveTo>
                    <a:pt x="0" y="0"/>
                  </a:moveTo>
                  <a:lnTo>
                    <a:pt x="40310" y="0"/>
                  </a:lnTo>
                  <a:lnTo>
                    <a:pt x="80645" y="0"/>
                  </a:lnTo>
                  <a:lnTo>
                    <a:pt x="120979" y="0"/>
                  </a:lnTo>
                  <a:lnTo>
                    <a:pt x="161290" y="0"/>
                  </a:lnTo>
                  <a:lnTo>
                    <a:pt x="188032" y="46809"/>
                  </a:lnTo>
                  <a:lnTo>
                    <a:pt x="214789" y="93636"/>
                  </a:lnTo>
                  <a:lnTo>
                    <a:pt x="241553" y="140477"/>
                  </a:lnTo>
                  <a:lnTo>
                    <a:pt x="268318" y="187329"/>
                  </a:lnTo>
                  <a:lnTo>
                    <a:pt x="295075" y="234188"/>
                  </a:lnTo>
                  <a:lnTo>
                    <a:pt x="321818" y="281050"/>
                  </a:lnTo>
                  <a:lnTo>
                    <a:pt x="347989" y="234188"/>
                  </a:lnTo>
                  <a:lnTo>
                    <a:pt x="374174" y="187329"/>
                  </a:lnTo>
                  <a:lnTo>
                    <a:pt x="400367" y="140477"/>
                  </a:lnTo>
                  <a:lnTo>
                    <a:pt x="426560" y="93636"/>
                  </a:lnTo>
                  <a:lnTo>
                    <a:pt x="452745" y="46809"/>
                  </a:lnTo>
                  <a:lnTo>
                    <a:pt x="478917" y="0"/>
                  </a:lnTo>
                  <a:lnTo>
                    <a:pt x="518560" y="0"/>
                  </a:lnTo>
                  <a:lnTo>
                    <a:pt x="558228" y="0"/>
                  </a:lnTo>
                  <a:lnTo>
                    <a:pt x="597896" y="0"/>
                  </a:lnTo>
                  <a:lnTo>
                    <a:pt x="637540" y="0"/>
                  </a:lnTo>
                  <a:lnTo>
                    <a:pt x="612470" y="41227"/>
                  </a:lnTo>
                  <a:lnTo>
                    <a:pt x="587400" y="82462"/>
                  </a:lnTo>
                  <a:lnTo>
                    <a:pt x="562330" y="123703"/>
                  </a:lnTo>
                  <a:lnTo>
                    <a:pt x="537260" y="164949"/>
                  </a:lnTo>
                  <a:lnTo>
                    <a:pt x="512191" y="206200"/>
                  </a:lnTo>
                  <a:lnTo>
                    <a:pt x="487121" y="247454"/>
                  </a:lnTo>
                  <a:lnTo>
                    <a:pt x="462051" y="288712"/>
                  </a:lnTo>
                  <a:lnTo>
                    <a:pt x="436981" y="329972"/>
                  </a:lnTo>
                  <a:lnTo>
                    <a:pt x="411911" y="371233"/>
                  </a:lnTo>
                  <a:lnTo>
                    <a:pt x="386842" y="412496"/>
                  </a:lnTo>
                  <a:lnTo>
                    <a:pt x="386842" y="462162"/>
                  </a:lnTo>
                  <a:lnTo>
                    <a:pt x="386842" y="511842"/>
                  </a:lnTo>
                  <a:lnTo>
                    <a:pt x="386842" y="561530"/>
                  </a:lnTo>
                  <a:lnTo>
                    <a:pt x="386842" y="611218"/>
                  </a:lnTo>
                  <a:lnTo>
                    <a:pt x="386842" y="660898"/>
                  </a:lnTo>
                  <a:lnTo>
                    <a:pt x="386842" y="710565"/>
                  </a:lnTo>
                  <a:lnTo>
                    <a:pt x="352552" y="710565"/>
                  </a:lnTo>
                  <a:lnTo>
                    <a:pt x="318262" y="710565"/>
                  </a:lnTo>
                  <a:lnTo>
                    <a:pt x="283972" y="710565"/>
                  </a:lnTo>
                  <a:lnTo>
                    <a:pt x="249682" y="710565"/>
                  </a:lnTo>
                  <a:lnTo>
                    <a:pt x="249682" y="660717"/>
                  </a:lnTo>
                  <a:lnTo>
                    <a:pt x="249682" y="411479"/>
                  </a:lnTo>
                  <a:lnTo>
                    <a:pt x="221949" y="365760"/>
                  </a:lnTo>
                  <a:lnTo>
                    <a:pt x="194209" y="320040"/>
                  </a:lnTo>
                  <a:lnTo>
                    <a:pt x="166464" y="274320"/>
                  </a:lnTo>
                  <a:lnTo>
                    <a:pt x="138715" y="228600"/>
                  </a:lnTo>
                  <a:lnTo>
                    <a:pt x="110966" y="182880"/>
                  </a:lnTo>
                  <a:lnTo>
                    <a:pt x="83217" y="137160"/>
                  </a:lnTo>
                  <a:lnTo>
                    <a:pt x="55472" y="91439"/>
                  </a:lnTo>
                  <a:lnTo>
                    <a:pt x="27732" y="45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35"/>
          <p:cNvGrpSpPr/>
          <p:nvPr/>
        </p:nvGrpSpPr>
        <p:grpSpPr>
          <a:xfrm>
            <a:off x="7021448" y="2935351"/>
            <a:ext cx="184785" cy="755014"/>
            <a:chOff x="7021448" y="2935351"/>
            <a:chExt cx="184785" cy="755014"/>
          </a:xfrm>
        </p:grpSpPr>
        <p:pic>
          <p:nvPicPr>
            <p:cNvPr id="312" name="Google Shape;312;p3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025639" y="2939796"/>
              <a:ext cx="180594" cy="750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35"/>
            <p:cNvSpPr/>
            <p:nvPr/>
          </p:nvSpPr>
          <p:spPr>
            <a:xfrm>
              <a:off x="7021448" y="2935351"/>
              <a:ext cx="141605" cy="710565"/>
            </a:xfrm>
            <a:custGeom>
              <a:avLst/>
              <a:gdLst/>
              <a:ahLst/>
              <a:cxnLst/>
              <a:rect l="l" t="t" r="r" b="b"/>
              <a:pathLst>
                <a:path w="141604" h="710564" extrusionOk="0">
                  <a:moveTo>
                    <a:pt x="136271" y="574421"/>
                  </a:moveTo>
                  <a:lnTo>
                    <a:pt x="5587" y="574421"/>
                  </a:lnTo>
                  <a:lnTo>
                    <a:pt x="5587" y="710565"/>
                  </a:lnTo>
                  <a:lnTo>
                    <a:pt x="136271" y="710565"/>
                  </a:lnTo>
                  <a:lnTo>
                    <a:pt x="136271" y="574421"/>
                  </a:lnTo>
                  <a:close/>
                </a:path>
                <a:path w="141604" h="710564" extrusionOk="0">
                  <a:moveTo>
                    <a:pt x="141350" y="0"/>
                  </a:moveTo>
                  <a:lnTo>
                    <a:pt x="0" y="0"/>
                  </a:lnTo>
                  <a:lnTo>
                    <a:pt x="0" y="166750"/>
                  </a:lnTo>
                  <a:lnTo>
                    <a:pt x="33908" y="527431"/>
                  </a:lnTo>
                  <a:lnTo>
                    <a:pt x="107823" y="527431"/>
                  </a:lnTo>
                  <a:lnTo>
                    <a:pt x="141350" y="166750"/>
                  </a:lnTo>
                  <a:lnTo>
                    <a:pt x="14135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7021448" y="2935351"/>
              <a:ext cx="141605" cy="710565"/>
            </a:xfrm>
            <a:custGeom>
              <a:avLst/>
              <a:gdLst/>
              <a:ahLst/>
              <a:cxnLst/>
              <a:rect l="l" t="t" r="r" b="b"/>
              <a:pathLst>
                <a:path w="141604" h="710564" extrusionOk="0">
                  <a:moveTo>
                    <a:pt x="5587" y="574421"/>
                  </a:moveTo>
                  <a:lnTo>
                    <a:pt x="38258" y="574421"/>
                  </a:lnTo>
                  <a:lnTo>
                    <a:pt x="70929" y="574421"/>
                  </a:lnTo>
                  <a:lnTo>
                    <a:pt x="103600" y="574421"/>
                  </a:lnTo>
                  <a:lnTo>
                    <a:pt x="136271" y="574421"/>
                  </a:lnTo>
                  <a:lnTo>
                    <a:pt x="136271" y="608445"/>
                  </a:lnTo>
                  <a:lnTo>
                    <a:pt x="136271" y="642492"/>
                  </a:lnTo>
                  <a:lnTo>
                    <a:pt x="136271" y="676540"/>
                  </a:lnTo>
                  <a:lnTo>
                    <a:pt x="136271" y="710565"/>
                  </a:lnTo>
                  <a:lnTo>
                    <a:pt x="103600" y="710565"/>
                  </a:lnTo>
                  <a:lnTo>
                    <a:pt x="70929" y="710565"/>
                  </a:lnTo>
                  <a:lnTo>
                    <a:pt x="38258" y="710565"/>
                  </a:lnTo>
                  <a:lnTo>
                    <a:pt x="5587" y="710565"/>
                  </a:lnTo>
                  <a:lnTo>
                    <a:pt x="5587" y="676540"/>
                  </a:lnTo>
                  <a:lnTo>
                    <a:pt x="5587" y="642493"/>
                  </a:lnTo>
                  <a:lnTo>
                    <a:pt x="5587" y="608445"/>
                  </a:lnTo>
                  <a:lnTo>
                    <a:pt x="5587" y="574421"/>
                  </a:lnTo>
                  <a:close/>
                </a:path>
                <a:path w="141604" h="710564" extrusionOk="0">
                  <a:moveTo>
                    <a:pt x="0" y="0"/>
                  </a:moveTo>
                  <a:lnTo>
                    <a:pt x="35337" y="0"/>
                  </a:lnTo>
                  <a:lnTo>
                    <a:pt x="70675" y="0"/>
                  </a:lnTo>
                  <a:lnTo>
                    <a:pt x="106013" y="0"/>
                  </a:lnTo>
                  <a:lnTo>
                    <a:pt x="141350" y="0"/>
                  </a:lnTo>
                  <a:lnTo>
                    <a:pt x="141350" y="41646"/>
                  </a:lnTo>
                  <a:lnTo>
                    <a:pt x="141350" y="83327"/>
                  </a:lnTo>
                  <a:lnTo>
                    <a:pt x="141350" y="125033"/>
                  </a:lnTo>
                  <a:lnTo>
                    <a:pt x="141350" y="166750"/>
                  </a:lnTo>
                  <a:lnTo>
                    <a:pt x="136561" y="218247"/>
                  </a:lnTo>
                  <a:lnTo>
                    <a:pt x="131771" y="269757"/>
                  </a:lnTo>
                  <a:lnTo>
                    <a:pt x="126981" y="321279"/>
                  </a:lnTo>
                  <a:lnTo>
                    <a:pt x="122192" y="372809"/>
                  </a:lnTo>
                  <a:lnTo>
                    <a:pt x="117402" y="424346"/>
                  </a:lnTo>
                  <a:lnTo>
                    <a:pt x="112612" y="475887"/>
                  </a:lnTo>
                  <a:lnTo>
                    <a:pt x="107823" y="527431"/>
                  </a:lnTo>
                  <a:lnTo>
                    <a:pt x="89344" y="527431"/>
                  </a:lnTo>
                  <a:lnTo>
                    <a:pt x="70865" y="527431"/>
                  </a:lnTo>
                  <a:lnTo>
                    <a:pt x="52387" y="527431"/>
                  </a:lnTo>
                  <a:lnTo>
                    <a:pt x="33908" y="527431"/>
                  </a:lnTo>
                  <a:lnTo>
                    <a:pt x="29064" y="475887"/>
                  </a:lnTo>
                  <a:lnTo>
                    <a:pt x="24220" y="424346"/>
                  </a:lnTo>
                  <a:lnTo>
                    <a:pt x="19376" y="372809"/>
                  </a:lnTo>
                  <a:lnTo>
                    <a:pt x="14532" y="321279"/>
                  </a:lnTo>
                  <a:lnTo>
                    <a:pt x="9688" y="269757"/>
                  </a:lnTo>
                  <a:lnTo>
                    <a:pt x="4844" y="218247"/>
                  </a:lnTo>
                  <a:lnTo>
                    <a:pt x="0" y="166750"/>
                  </a:lnTo>
                  <a:lnTo>
                    <a:pt x="0" y="125033"/>
                  </a:lnTo>
                  <a:lnTo>
                    <a:pt x="0" y="83327"/>
                  </a:lnTo>
                  <a:lnTo>
                    <a:pt x="0" y="4164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3509</Words>
  <Application>Microsoft Office PowerPoint</Application>
  <PresentationFormat>On-screen Show (4:3)</PresentationFormat>
  <Paragraphs>423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</vt:lpstr>
      <vt:lpstr>Noto Sans Symbols</vt:lpstr>
      <vt:lpstr>Times New Roman</vt:lpstr>
      <vt:lpstr>Verdana</vt:lpstr>
      <vt:lpstr>Office Theme</vt:lpstr>
      <vt:lpstr>Problem Solving  using Python  Programming (25CSE0101)</vt:lpstr>
      <vt:lpstr>Contents</vt:lpstr>
      <vt:lpstr>List Comprehension </vt:lpstr>
      <vt:lpstr>List Comprehension </vt:lpstr>
      <vt:lpstr>List Comprehension </vt:lpstr>
      <vt:lpstr>List Comprehension </vt:lpstr>
      <vt:lpstr>List Comprehension </vt:lpstr>
      <vt:lpstr>List Comprehension </vt:lpstr>
      <vt:lpstr>List Comprehension </vt:lpstr>
      <vt:lpstr>List Comprehension </vt:lpstr>
      <vt:lpstr>List Comprehension </vt:lpstr>
      <vt:lpstr>List Comprehension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Map, Filter &amp; Reduce functions  </vt:lpstr>
      <vt:lpstr>Two Dimensional Lists: Introduction and Storage</vt:lpstr>
      <vt:lpstr>Two Dimensional Lists: Introduction and Storage</vt:lpstr>
      <vt:lpstr>Two Dimensional Lists: Introduction and Storage</vt:lpstr>
      <vt:lpstr>Two Dimensional Lists: Introduction and Storage</vt:lpstr>
      <vt:lpstr>Two Dimensional Lists: Introduction and Storage</vt:lpstr>
      <vt:lpstr>Two Dimensional Lists: Introduction and Storage</vt:lpstr>
      <vt:lpstr>Two Dimensional Lists: Introduction and Storage</vt:lpstr>
      <vt:lpstr>Two Dimensional Lists: Introduction and Storage</vt:lpstr>
      <vt:lpstr>Jagged Lists</vt:lpstr>
      <vt:lpstr>Jagged Lists</vt:lpstr>
      <vt:lpstr>Jagged Lists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Vibhu Sharma</cp:lastModifiedBy>
  <cp:revision>4</cp:revision>
  <dcterms:created xsi:type="dcterms:W3CDTF">2023-08-17T13:43:22Z</dcterms:created>
  <dcterms:modified xsi:type="dcterms:W3CDTF">2025-09-15T04:06:21Z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2023-08-17T00:00:00Z</vt:filetime>
  </property>
</Properties>
</file>