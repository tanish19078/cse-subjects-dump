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/u7Vdy0wkWm4l0/vO3MDUVntL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31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1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31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31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1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31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0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0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30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0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0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30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30" descr="LOGO.gif"/>
            <p:cNvPicPr preferRelativeResize="0"/>
            <p:nvPr/>
          </p:nvPicPr>
          <p:blipFill rotWithShape="1">
            <a:blip r:embed="rId4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30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" name="Google Shape;23;p30" descr="logo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tuples.as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3schools.com/python/python_dictionaries.asp" TargetMode="External"/><Relationship Id="rId4" Type="http://schemas.openxmlformats.org/officeDocument/2006/relationships/hyperlink" Target="https://www.w3schools.com/python/python_sets.as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/>
        </p:nvSpPr>
        <p:spPr>
          <a:xfrm>
            <a:off x="1219200" y="914400"/>
            <a:ext cx="65532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3A30FA"/>
                </a:solidFill>
                <a:latin typeface="Calibri"/>
                <a:ea typeface="Calibri"/>
                <a:cs typeface="Calibri"/>
                <a:sym typeface="Calibri"/>
              </a:rPr>
              <a:t>List in Python</a:t>
            </a:r>
            <a:endParaRPr sz="4800" b="1">
              <a:solidFill>
                <a:srgbClr val="3A30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1752600" y="5943600"/>
            <a:ext cx="6151245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Chitkara University Institute of Engineering and Technology,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Chitkara University, Punjab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Introduction to List</a:t>
            </a:r>
            <a:endParaRPr/>
          </a:p>
        </p:txBody>
      </p:sp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Lists are used to store multiple items in a single variable.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Lists are one of 4 built-in data types in Python used to store collections of data, the other 3 are </a:t>
            </a:r>
            <a:r>
              <a:rPr lang="en-US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Tuple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 </a:t>
            </a:r>
            <a:r>
              <a:rPr lang="en-US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Set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and </a:t>
            </a:r>
            <a:r>
              <a:rPr lang="en-US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Dictionary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all with different qualities and usage.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Lists are created using square brackets: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Example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Create a List: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thislist = ["apple", "banana", "cherry"]</a:t>
            </a:r>
            <a:b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r>
              <a:rPr lang="en-US" b="1"/>
              <a:t>List Items</a:t>
            </a:r>
            <a:br>
              <a:rPr lang="en-US" b="1"/>
            </a:br>
            <a:endParaRPr b="1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List items are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ordered, changeable, and allow duplicate values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List items are indexed, the first item has index [0], the second item has index [1] etc.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   Ordered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When we say that lists are ordered, it means that the items have a defined order, and that order will not change.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you add new items to a list, the new items will be placed at the end of the list.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r>
              <a:rPr lang="en-US" b="1"/>
              <a:t>List Items</a:t>
            </a:r>
            <a:br>
              <a:rPr lang="en-US" b="1"/>
            </a:br>
            <a:endParaRPr/>
          </a:p>
        </p:txBody>
      </p:sp>
      <p:sp>
        <p:nvSpPr>
          <p:cNvPr id="66" name="Google Shape;66;p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Changeable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list is changeable, meaning that we can change, add, and remove items in a list after it has been created.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Allow Duplicates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Since lists are indexed, lists can have items with the same value: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	Example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thislist =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["apple", "banana", "cherry", "apple",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Output=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    ['apple', 'banana', 'cherry', 'apple', 'cherry']</a:t>
            </a:r>
            <a:endParaRPr/>
          </a:p>
          <a:p>
            <a:pPr marL="342900" lvl="0" indent="-1905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br>
              <a:rPr lang="en-US" b="1"/>
            </a:br>
            <a:r>
              <a:rPr lang="en-US" b="1"/>
              <a:t>List Length</a:t>
            </a:r>
            <a:br>
              <a:rPr lang="en-US" b="1"/>
            </a:br>
            <a:br>
              <a:rPr lang="en-US" b="1"/>
            </a:br>
            <a:endParaRPr b="1"/>
          </a:p>
        </p:txBody>
      </p:sp>
      <p:sp>
        <p:nvSpPr>
          <p:cNvPr id="72" name="Google Shape;72;p5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determine how many items a list has, use the len() function: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Example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print(len(thislist))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Output=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br>
              <a:rPr lang="en-US" b="1"/>
            </a:br>
            <a:r>
              <a:rPr lang="en-US" b="1"/>
              <a:t>List Items - Data Types</a:t>
            </a:r>
            <a:br>
              <a:rPr lang="en-US" b="1"/>
            </a:br>
            <a:br>
              <a:rPr lang="en-US" b="1"/>
            </a:br>
            <a:endParaRPr b="1"/>
          </a:p>
        </p:txBody>
      </p:sp>
      <p:sp>
        <p:nvSpPr>
          <p:cNvPr id="78" name="Google Shape;78;p6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List items can be of any data type: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Example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String, int and boolean data types: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list1 = ["apple", "banana", "cherry"]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list2 = [1, 5, 7, 9, 3]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list3 = [True, False, False]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list can contain different data types: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Example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A list with strings, integers and boolean values: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list1 = ["abc", 34, True, 40, "male"]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List Type</a:t>
            </a:r>
            <a:endParaRPr b="1"/>
          </a:p>
        </p:txBody>
      </p:sp>
      <p:sp>
        <p:nvSpPr>
          <p:cNvPr id="84" name="Google Shape;84;p7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From Python's perspective, lists are defined as objects with the data type 'list':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Example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What is the data type of a list?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mylist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print(type(mylist))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Output-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&lt;class 'list'&gt;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br>
              <a:rPr lang="en-US" b="1"/>
            </a:br>
            <a:r>
              <a:rPr lang="en-US" b="1"/>
              <a:t>Python - Access List Items</a:t>
            </a:r>
            <a:br>
              <a:rPr lang="en-US" b="1"/>
            </a:br>
            <a:br>
              <a:rPr lang="en-US" b="1"/>
            </a:br>
            <a:endParaRPr b="1"/>
          </a:p>
        </p:txBody>
      </p:sp>
      <p:sp>
        <p:nvSpPr>
          <p:cNvPr id="90" name="Google Shape;90;p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List items are indexed and you can access them by referring to the index number: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Example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Print the second item of the list: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print(thislist[1])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Negative Indexing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Negative indexing means start from the end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-1 refers to the last item, -2 refers to the second last item etc.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Print the last item of the list: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print(thislist[-1])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Range of Indexes</a:t>
            </a:r>
            <a:b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/>
          </a:p>
        </p:txBody>
      </p:sp>
      <p:sp>
        <p:nvSpPr>
          <p:cNvPr id="96" name="Google Shape;96;p9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You can specify a range of indexes by specifying where to start and where to end the range.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When specifying a range, the return value will be a new list with the specified items.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Return the third, fourth, and fifth item: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"cherry", "orange", "kiwi", "melon", "mango"]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print(thislist[2:5])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Range of Indexes</a:t>
            </a:r>
            <a:b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02" name="Google Shape;102;p10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This example returns the items from the beginning to, but NOT including, "kiwi":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"cherry", "orange", "kiwi", "melon", "mango"]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print(thislist[:4])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This example returns the items from "cherry" to the end: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"cherry", "orange", "kiwi", "melon", "mango"]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print(thislist[2:])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br>
              <a:rPr lang="en-US" b="1"/>
            </a:br>
            <a:r>
              <a:rPr lang="en-US" b="1"/>
              <a:t>Change Item Value</a:t>
            </a:r>
            <a:br>
              <a:rPr lang="en-US" b="1"/>
            </a:br>
            <a:br>
              <a:rPr lang="en-US" b="1"/>
            </a:br>
            <a:endParaRPr b="1"/>
          </a:p>
        </p:txBody>
      </p:sp>
      <p:sp>
        <p:nvSpPr>
          <p:cNvPr id="108" name="Google Shape;108;p1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change the value of a specific item, refer to the index number: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Change the second item: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thislist[1] = "blackcurrant"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Change the values "banana" and "cherry" with the values "blackcurrant" and "watermelon":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"cherry", "orange", "kiwi", "mango"]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thislist[1:3] = ["blackcurrant", "watermelon"]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br>
              <a:rPr lang="en-US" b="1"/>
            </a:br>
            <a:r>
              <a:rPr lang="en-US" b="1"/>
              <a:t>Change Item Value</a:t>
            </a:r>
            <a:br>
              <a:rPr lang="en-US" b="1"/>
            </a:br>
            <a:br>
              <a:rPr lang="en-US" b="1"/>
            </a:br>
            <a:endParaRPr/>
          </a:p>
        </p:txBody>
      </p:sp>
      <p:sp>
        <p:nvSpPr>
          <p:cNvPr id="114" name="Google Shape;114;p12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Change the second value by replacing it with 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two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 new values: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thislist[1:2] = ["blackcurrant", "watermelon"]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Change the second and third value by replacing it with 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one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 value: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thislist[1:3] = ["watermelon"]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br>
              <a:rPr lang="en-US" b="1"/>
            </a:br>
            <a:r>
              <a:rPr lang="en-US" b="1"/>
              <a:t>Insert Items</a:t>
            </a:r>
            <a:br>
              <a:rPr lang="en-US" b="1"/>
            </a:br>
            <a:br>
              <a:rPr lang="en-US" b="1"/>
            </a:br>
            <a:endParaRPr b="1"/>
          </a:p>
        </p:txBody>
      </p:sp>
      <p:sp>
        <p:nvSpPr>
          <p:cNvPr id="120" name="Google Shape;120;p13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insert a new list item, without replacing any of the existing values, we can use the insert() method.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 insert() method inserts an item at the specified index: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Insert "watermelon" as the third item: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thislist.insert(2, "watermelon")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br>
              <a:rPr lang="en-US" b="1"/>
            </a:br>
            <a:r>
              <a:rPr lang="en-US" b="1"/>
              <a:t>Append Items</a:t>
            </a:r>
            <a:br>
              <a:rPr lang="en-US" b="1"/>
            </a:br>
            <a:br>
              <a:rPr lang="en-US" b="1"/>
            </a:br>
            <a:endParaRPr b="1"/>
          </a:p>
        </p:txBody>
      </p:sp>
      <p:sp>
        <p:nvSpPr>
          <p:cNvPr id="126" name="Google Shape;126;p1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add an item to the end of the list, use the append() method: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Using the append() method to append an item: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thislist.append("orange")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r>
              <a:rPr lang="en-US" b="1"/>
              <a:t>Insert Items</a:t>
            </a:r>
            <a:br>
              <a:rPr lang="en-US" b="1"/>
            </a:br>
            <a:endParaRPr b="1"/>
          </a:p>
        </p:txBody>
      </p:sp>
      <p:sp>
        <p:nvSpPr>
          <p:cNvPr id="132" name="Google Shape;132;p15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insert a list item at a specified index, use the insert() method.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 insert() method inserts an item at the specified index: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Insert an item as the second position: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thislist.insert(1, "orange")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r>
              <a:rPr lang="en-US" b="1"/>
              <a:t>Extend List</a:t>
            </a:r>
            <a:br>
              <a:rPr lang="en-US" b="1"/>
            </a:br>
            <a:endParaRPr b="1"/>
          </a:p>
        </p:txBody>
      </p:sp>
      <p:sp>
        <p:nvSpPr>
          <p:cNvPr id="138" name="Google Shape;138;p16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append elements from 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another list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 to the current list, use the extend() method.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Add the elements of tropical to thislist: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tropical = ["mango", "pineapple", "papaya"]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thislist.extend(tropical)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r>
              <a:rPr lang="en-US" b="1"/>
              <a:t>Add Any Iterable</a:t>
            </a:r>
            <a:br>
              <a:rPr lang="en-US" b="1"/>
            </a:br>
            <a:endParaRPr b="1"/>
          </a:p>
        </p:txBody>
      </p:sp>
      <p:sp>
        <p:nvSpPr>
          <p:cNvPr id="144" name="Google Shape;144;p17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 extend() method does not have to append 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lists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you can add any iterable object (tuples, sets, dictionaries etc.).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Add elements of a tuple to a list: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thistuple = ("kiwi", "orange")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thislist.extend(thistuple)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r>
              <a:rPr lang="en-US" b="1"/>
              <a:t>Clear the List</a:t>
            </a:r>
            <a:br>
              <a:rPr lang="en-US" b="1"/>
            </a:br>
            <a:endParaRPr b="1"/>
          </a:p>
        </p:txBody>
      </p:sp>
      <p:sp>
        <p:nvSpPr>
          <p:cNvPr id="150" name="Google Shape;150;p1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 clear() method empties the list.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list still remains, but it has no content.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Clear the list content: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thislist.clear()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r>
              <a:rPr lang="en-US" b="1"/>
              <a:t>Remove Specified Item</a:t>
            </a:r>
            <a:br>
              <a:rPr lang="en-US" b="1"/>
            </a:br>
            <a:endParaRPr b="1"/>
          </a:p>
        </p:txBody>
      </p:sp>
      <p:sp>
        <p:nvSpPr>
          <p:cNvPr id="156" name="Google Shape;156;p19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 remove() method removes the specified item.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Remove "banana":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thislist.remove("banana")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Remove the first occurrence of "banana":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"cherry", "banana", "kiwi"]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thislist.remove("banana")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r>
              <a:rPr lang="en-US" b="1"/>
              <a:t>Remove Specified Index</a:t>
            </a:r>
            <a:br>
              <a:rPr lang="en-US" b="1"/>
            </a:br>
            <a:endParaRPr b="1"/>
          </a:p>
        </p:txBody>
      </p:sp>
      <p:sp>
        <p:nvSpPr>
          <p:cNvPr id="162" name="Google Shape;162;p20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 pop() method removes the specified index.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Remove the second item: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thislist.pop(1)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you do not specify the index, the pop() method removes the last item.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 del keyword also removes the specified index: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del thislist[0]</a:t>
            </a:r>
            <a:br>
              <a:rPr lang="en-US" sz="2400"/>
            </a:br>
            <a:br>
              <a:rPr lang="en-US" sz="2400"/>
            </a:b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br>
              <a:rPr lang="en-US" b="1"/>
            </a:br>
            <a:r>
              <a:rPr lang="en-US" b="1"/>
              <a:t>Loop Through a List</a:t>
            </a:r>
            <a:br>
              <a:rPr lang="en-US" b="1"/>
            </a:br>
            <a:br>
              <a:rPr lang="en-US" b="1"/>
            </a:br>
            <a:endParaRPr b="1"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You can loop through the list items by using a for loop: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Print all items in the list, one by one: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for x in thislist: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  print(x)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br>
              <a:rPr lang="en-US" b="1"/>
            </a:br>
            <a:r>
              <a:rPr lang="en-US" b="1"/>
              <a:t>Loop Through the Index Numbers</a:t>
            </a:r>
            <a:br>
              <a:rPr lang="en-US" b="1"/>
            </a:br>
            <a:br>
              <a:rPr lang="en-US" b="1"/>
            </a:br>
            <a:endParaRPr b="1"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You can also loop through the list items by referring to their index number.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Use the range() and len() functions to create a suitable iterable.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Print all items by referring to their index number: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for i in range(len(thislist)):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  print(thislist[i])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While Loop</a:t>
            </a:r>
            <a:endParaRPr b="1"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You can loop through the list items by using a while loop.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Use the len() function to determine the length of the list, then start at 0 and loop your way through the list items by referring to their indexes.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Remember to increase the index by 1 after each iteration.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Print all items, using a while loop to go through all the index numbers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i = 0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while i &lt; len(thislist):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  print(thislist[i])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  i = i + 1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Calibri"/>
                <a:ea typeface="Calibri"/>
                <a:cs typeface="Calibri"/>
                <a:sym typeface="Calibri"/>
              </a:rPr>
              <a:t>List comprehension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List comprehension offers a shorter syntax when you want to create a new list based on the values of an existing list.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Based on a list of fruits, you want a new list, containing only the fruits with the letter "a" in the name.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Without list comprehension you will have to write a for statement with a conditional test inside:</a:t>
            </a:r>
            <a:endParaRPr/>
          </a:p>
          <a:p>
            <a:pPr marL="342900" lvl="0" indent="-1905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Example</a:t>
            </a:r>
            <a:endParaRPr b="1"/>
          </a:p>
        </p:txBody>
      </p:sp>
      <p:sp>
        <p:nvSpPr>
          <p:cNvPr id="192" name="Google Shape;192;p25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fruits = ["apple", "banana", "cherry", "kiwi", "mango"]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newlist = []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for x in fruits: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  if "a" in x: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    newlist.append(x)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print(newlist)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: ['apple', 'banana', 'mango']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br>
              <a:rPr lang="en-US" b="1"/>
            </a:br>
            <a:r>
              <a:rPr lang="en-US" b="1"/>
              <a:t>Sort List Alphanumerically</a:t>
            </a:r>
            <a:br>
              <a:rPr lang="en-US" b="1"/>
            </a:br>
            <a:br>
              <a:rPr lang="en-US" b="1"/>
            </a:br>
            <a:endParaRPr b="1"/>
          </a:p>
        </p:txBody>
      </p:sp>
      <p:sp>
        <p:nvSpPr>
          <p:cNvPr id="198" name="Google Shape;198;p26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List objects have a sort() method that will sort the list alphanumerically,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ascending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by default: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Sort the list alphabetically: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["orange", "mango", "kiwi", "pineapple", "banana"]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thislist.sort()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sort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descending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use the keyword argument reverse = True: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["orange", "mango", "kiwi", "pineapple", "banana"]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thislist.sort(reverse = True)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print(thislist) 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br>
              <a:rPr lang="en-US" b="1"/>
            </a:br>
            <a:r>
              <a:rPr lang="en-US" b="1"/>
              <a:t>Copy a List</a:t>
            </a:r>
            <a:br>
              <a:rPr lang="en-US" b="1"/>
            </a:br>
            <a:br>
              <a:rPr lang="en-US" b="1"/>
            </a:br>
            <a:endParaRPr b="1"/>
          </a:p>
        </p:txBody>
      </p:sp>
      <p:sp>
        <p:nvSpPr>
          <p:cNvPr id="204" name="Google Shape;204;p27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You cannot copy a list simply by typing list2 = list1, because: list2 will only be a 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 to list1, and changes made in list1 will automatically also be made in list2.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Make a copy of a list with the copy() method: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thislist = ["apple", "banana", "cherry"]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mylist = thislist.copy() </a:t>
            </a:r>
            <a: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  <a:t>alternate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 mylist = list(thislist) </a:t>
            </a:r>
            <a: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  <a:t>alternate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 mylist = thislist[:] 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print(mylist)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br>
              <a:rPr lang="en-US" b="1"/>
            </a:br>
            <a:r>
              <a:rPr lang="en-US" b="1"/>
              <a:t>Join Two Lists</a:t>
            </a:r>
            <a:br>
              <a:rPr lang="en-US" b="1"/>
            </a:br>
            <a:br>
              <a:rPr lang="en-US" b="1"/>
            </a:br>
            <a:endParaRPr b="1"/>
          </a:p>
        </p:txBody>
      </p:sp>
      <p:sp>
        <p:nvSpPr>
          <p:cNvPr id="210" name="Google Shape;210;p2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There are several ways to join, or concatenate, two or more lists in Python.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One of the easiest ways are by using the + operator.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list1 = ["a", "b", "c"]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list2 = [1, 2, 3]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list3 = list1 + list2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print(list3)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Another way to join two lists is by appending all the items from list2 into list1, one by one: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list1 = ["a", "b" , "c"]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list2 = [1, 2, 3]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for x in list2: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  list1.append(x)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print(list1) 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br>
              <a:rPr lang="en-US"/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********Alternate*******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list1.extend(list2)</a:t>
            </a:r>
            <a:b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print(list1)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2229</Words>
  <Application>Microsoft Office PowerPoint</Application>
  <PresentationFormat>On-screen Show (4:3)</PresentationFormat>
  <Paragraphs>195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Times New Roman</vt:lpstr>
      <vt:lpstr>Office Theme</vt:lpstr>
      <vt:lpstr>PowerPoint Presentation</vt:lpstr>
      <vt:lpstr>Introduction to List</vt:lpstr>
      <vt:lpstr> List Items </vt:lpstr>
      <vt:lpstr> List Items </vt:lpstr>
      <vt:lpstr>  List Length  </vt:lpstr>
      <vt:lpstr>  List Items - Data Types  </vt:lpstr>
      <vt:lpstr>List Type</vt:lpstr>
      <vt:lpstr>  Python - Access List Items  </vt:lpstr>
      <vt:lpstr> Range of Indexes </vt:lpstr>
      <vt:lpstr> Range of Indexes </vt:lpstr>
      <vt:lpstr>  Change Item Value  </vt:lpstr>
      <vt:lpstr>  Change Item Value  </vt:lpstr>
      <vt:lpstr>  Insert Items  </vt:lpstr>
      <vt:lpstr>  Append Items  </vt:lpstr>
      <vt:lpstr> Insert Items </vt:lpstr>
      <vt:lpstr> Extend List </vt:lpstr>
      <vt:lpstr> Add Any Iterable </vt:lpstr>
      <vt:lpstr> Clear the List </vt:lpstr>
      <vt:lpstr> Remove Specified Item </vt:lpstr>
      <vt:lpstr> Remove Specified Index </vt:lpstr>
      <vt:lpstr>  Loop Through a List  </vt:lpstr>
      <vt:lpstr>  Loop Through the Index Numbers  </vt:lpstr>
      <vt:lpstr>While Loop</vt:lpstr>
      <vt:lpstr>List comprehension</vt:lpstr>
      <vt:lpstr>Example</vt:lpstr>
      <vt:lpstr>  Sort List Alphanumerically  </vt:lpstr>
      <vt:lpstr>  Copy a List  </vt:lpstr>
      <vt:lpstr>  Join Two Lists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ABC</dc:creator>
  <cp:lastModifiedBy>Vibhu Sharma</cp:lastModifiedBy>
  <cp:revision>1</cp:revision>
  <dcterms:created xsi:type="dcterms:W3CDTF">2010-04-09T07:36:00Z</dcterms:created>
  <dcterms:modified xsi:type="dcterms:W3CDTF">2025-09-15T04:05:09Z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77C75C994B4C446DB33EAD35C783E0D7_12</vt:lpwstr>
  </property>
  <property fmtid="{D5CDD505-2E9C-101B-9397-08002B2CF9AE}" pid="3" name="KSOProductBuildVer">
    <vt:lpwstr>1033-12.2.0.17153</vt:lpwstr>
  </property>
</Properties>
</file>